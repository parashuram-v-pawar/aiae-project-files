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theme/theme3.xml" ContentType="application/vnd.openxmlformats-officedocument.theme+xml"/>
  <Override PartName="/ppt/tags/tag24.xml" ContentType="application/vnd.openxmlformats-officedocument.presentationml.tags+xml"/>
  <Override PartName="/ppt/notesSlides/notesSlide1.xml" ContentType="application/vnd.openxmlformats-officedocument.presentationml.notesSlide+xml"/>
  <Override PartName="/ppt/tags/tag25.xml" ContentType="application/vnd.openxmlformats-officedocument.presentationml.tags+xml"/>
  <Override PartName="/ppt/notesSlides/notesSlide2.xml" ContentType="application/vnd.openxmlformats-officedocument.presentationml.notesSlide+xml"/>
  <Override PartName="/ppt/tags/tag26.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7.xml" ContentType="application/vnd.openxmlformats-officedocument.presentationml.tags+xml"/>
  <Override PartName="/ppt/notesSlides/notesSlide10.xml" ContentType="application/vnd.openxmlformats-officedocument.presentationml.notesSlide+xml"/>
  <Override PartName="/ppt/tags/tag28.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6" r:id="rId4"/>
    <p:sldMasterId id="2147483938" r:id="rId5"/>
  </p:sldMasterIdLst>
  <p:notesMasterIdLst>
    <p:notesMasterId r:id="rId28"/>
  </p:notesMasterIdLst>
  <p:sldIdLst>
    <p:sldId id="2147469473" r:id="rId6"/>
    <p:sldId id="2147469477" r:id="rId7"/>
    <p:sldId id="263" r:id="rId8"/>
    <p:sldId id="2147469471" r:id="rId9"/>
    <p:sldId id="2147469476" r:id="rId10"/>
    <p:sldId id="2147469478" r:id="rId11"/>
    <p:sldId id="2147469479" r:id="rId12"/>
    <p:sldId id="2147469480" r:id="rId13"/>
    <p:sldId id="2147469484" r:id="rId14"/>
    <p:sldId id="2147469483" r:id="rId15"/>
    <p:sldId id="2147469485" r:id="rId16"/>
    <p:sldId id="2147469488" r:id="rId17"/>
    <p:sldId id="2147469489" r:id="rId18"/>
    <p:sldId id="2147469486" r:id="rId19"/>
    <p:sldId id="2147469457" r:id="rId20"/>
    <p:sldId id="2147469455" r:id="rId21"/>
    <p:sldId id="2147469474" r:id="rId22"/>
    <p:sldId id="2147469490" r:id="rId23"/>
    <p:sldId id="2147469491" r:id="rId24"/>
    <p:sldId id="2147469475" r:id="rId25"/>
    <p:sldId id="2147469492" r:id="rId26"/>
    <p:sldId id="2147469493" r:id="rId27"/>
  </p:sldIdLst>
  <p:sldSz cx="12192000" cy="6858000"/>
  <p:notesSz cx="7010400" cy="9296400"/>
  <p:custDataLst>
    <p:tags r:id="rId2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9AF8EEF7-7442-44D5-BE9D-933FE174B87D}">
          <p14:sldIdLst>
            <p14:sldId id="2147469473"/>
          </p14:sldIdLst>
        </p14:section>
        <p14:section name="Documenting Purpose and Plan" id="{1EE1134E-C23D-4A04-8A19-0187BF80BE83}">
          <p14:sldIdLst>
            <p14:sldId id="2147469477"/>
          </p14:sldIdLst>
        </p14:section>
        <p14:section name="Highlighting the Agent" id="{68C75BB7-6951-42F9-BC59-C6268035340E}">
          <p14:sldIdLst>
            <p14:sldId id="263"/>
          </p14:sldIdLst>
        </p14:section>
        <p14:section name="Documenting Tool Purpose" id="{D4909F14-3866-4D0A-A49C-749B882E7622}">
          <p14:sldIdLst>
            <p14:sldId id="2147469471"/>
            <p14:sldId id="2147469476"/>
            <p14:sldId id="2147469478"/>
            <p14:sldId id="2147469479"/>
            <p14:sldId id="2147469480"/>
            <p14:sldId id="2147469484"/>
            <p14:sldId id="2147469483"/>
            <p14:sldId id="2147469485"/>
            <p14:sldId id="2147469488"/>
            <p14:sldId id="2147469489"/>
            <p14:sldId id="2147469486"/>
          </p14:sldIdLst>
        </p14:section>
        <p14:section name="Documenting the Solution Patterns" id="{E760F9F2-96C9-4F34-983A-6CE97DCD454C}">
          <p14:sldIdLst>
            <p14:sldId id="2147469457"/>
            <p14:sldId id="2147469455"/>
          </p14:sldIdLst>
        </p14:section>
        <p14:section name="Testing Evidence" id="{2B19FF33-4946-4BB0-8205-C887E6F96759}">
          <p14:sldIdLst>
            <p14:sldId id="2147469474"/>
            <p14:sldId id="2147469490"/>
            <p14:sldId id="2147469491"/>
            <p14:sldId id="2147469475"/>
            <p14:sldId id="2147469492"/>
            <p14:sldId id="2147469493"/>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FC43D01-9F16-CDAD-A206-13D086144359}" name="Vanessa Pringle" initials="VP" userId="S::vanessa.pringle@automationanywhere.com::ef800d2a-5e8c-497c-8ce8-fa1bcb29c0cf" providerId="AD"/>
  <p188:author id="{14ADE80F-468C-B3CD-FE40-D57743AC470C}" name="Tim McDonough" initials="" userId="S::tim.mcdonough@automationanywhere.com::bbceba7f-f52d-488b-adf2-7e3a41683e8f" providerId="AD"/>
  <p188:author id="{48EAAE18-B3A9-5E16-617E-8E4CCA3C07BC}" name="Amber Bradford" initials="AB" userId="S::amber.mayse@automationanywhere.com::eb56a872-6e28-4d27-adb4-627704cdf6d7" providerId="AD"/>
  <p188:author id="{FB529439-29CA-916D-41F4-9229794BFB61}" name="Nisha Patel" initials="NP" userId="S::nisha.patel@automationanywhere.com::a2a46ba4-b53b-4c45-9659-f1587753d458" providerId="AD"/>
  <p188:author id="{396F234A-901C-5855-F783-038515F76E6C}" name="Linda Ding" initials="LD" userId="S::linda.ding@automationanywhere.com::b56043c0-1780-40e2-99e3-6854502891c6" providerId="AD"/>
  <p188:author id="{4F96C34F-E986-61B7-7366-2D0AA34BB8A4}" name="Adi Kuruganti" initials="AK" userId="S::adi.kuruganti@automationanywhere.com::81163079-0469-4245-8f97-dddbda708791" providerId="AD"/>
  <p188:author id="{EF8DF25D-89E4-54AE-2E99-F750B398B662}" name="Matt Stewart" initials="MS" userId="S::matt.stewart@automationanywhere.com::69a0f597-1bbb-42e2-b4d4-d00e846273a3" providerId="AD"/>
  <p188:author id="{2643D062-061E-CB1A-C1B1-0ED7A4E0FC0D}" name="Micah Smith" initials="MS" userId="S::micah.smith@automationanywhere.com::a8aa5530-707d-4e15-a5ca-82724a625795" providerId="AD"/>
  <p188:author id="{1B044964-08BB-CCD4-2DEA-FD49EE86B67F}" name="Swetha Thangellapally" initials="ST" userId="S::swetha.thangellapally@automationanywhere.com::9abf172a-ec08-4d9a-b184-55bdfed82a5c" providerId="AD"/>
  <p188:author id="{55A2ED72-733E-3D69-6206-A5EEA691A333}" name="Rajesh Radhakrishnan" initials="RR" userId="S::rajesh.radhakrishnan@automationanywhere.com::1356ba0e-cc00-4c23-9bf1-191bd525e8ca" providerId="AD"/>
  <p188:author id="{3F4C9976-6F81-06A3-2502-FB533D4FF875}" name="Jason Trent" initials="JT" userId="S::jason.trent@automationanywhere.com::4167565d-c7d0-4961-abe5-8dd6d21641d0" providerId="AD"/>
  <p188:author id="{E29CC377-723C-8C3C-A387-9ED2372CBE5B}" name="Dave Kroll" initials="DK" userId="S::dave.kroll@automationanywhere.com::929e77b2-c083-4085-8731-e812d79fe90a" providerId="AD"/>
  <p188:author id="{5BE4307C-236F-BD01-63EE-E0A0321B7498}" name="Kate Ressler" initials="KR" userId="S::kate.ressler@automationanywhere.com::b835e035-999a-41f4-a062-7a3dc715648f" providerId="AD"/>
  <p188:author id="{B638F184-F087-2459-2913-023029830D20}" name="Mihir Shukla" initials="MS" userId="S::mihir.shukla@automationanywhere.com::1ddd1b74-455e-4e36-87f4-574e01a8128d" providerId="AD"/>
  <p188:author id="{14C6C989-3BC7-074F-BC2D-62092AF5F766}" name="Mark Stevens" initials="MS" userId="S::mark.stevens@automationanywhere.com::51408b72-c950-42ea-b075-f1a75487a6b1" providerId="AD"/>
  <p188:author id="{9476AAA2-A0C4-F94E-CE1F-329F5B6FECC5}" name="Claudia Michon" initials="CM" userId="S::claudia.michon@automationanywhere.com::440ceeb4-2b7b-45ea-a239-7af66605ccd9" providerId="AD"/>
  <p188:author id="{F75C94AD-8F90-C4E2-C08D-0DB2ADF8E14B}" name="Prince Kohli" initials="PK" userId="S::prince.kohli@automationanywhere.com::2e9f2929-d321-4de5-8251-4e26e0b6705d" providerId="AD"/>
  <p188:author id="{C0D904BF-66F9-3A0C-5501-30972276A56B}" name="Meredith Van Wyk" initials="MV" userId="S::meredith.vanwyk@automationanywhere.com::13ff63ba-3270-4743-9d50-592b1c26e770" providerId="AD"/>
  <p188:author id="{60D8B3C8-15EA-CDDD-7D53-CF2EB855E8B1}" name="Anoop Sahgal" initials="AS" userId="S::anoop.sahgal@automationanywhere.com::c3781bdc-f297-47c5-86c7-ef5577441557" providerId="AD"/>
  <p188:author id="{FAC577CB-0089-E1D9-2B3C-44B1C23D1802}" name="Steve Shah" initials="SS" userId="S::steve.shah@automationanywhere.com::f9379717-62e9-48bb-9edc-8640e995e599" providerId="AD"/>
  <p188:author id="{02619DDA-D457-B566-A11C-AF1F939FB42E}" name="Arjun Meda" initials="AM" userId="S::arjun.meda@automationanywhere.com::0771c0d9-2b81-46ca-80e5-fee517591f00" providerId="AD"/>
  <p188:author id="{6F9AF9DE-5C57-CCC3-C704-41D65543EEDD}" name="Oli Morris" initials="OM" userId="S::oliver.morris@automationanywhere.com::4e319a28-17dc-409e-b3aa-6bdb32417b74" providerId="AD"/>
  <p188:author id="{48EC26EB-C014-FB33-BB98-49C5DBF6530C}" name="Michael Baumert" initials="MB" userId="S::michael.baumert@automationanywhere.com::d803291c-f746-4973-a389-ff3a5aac19ff" providerId="AD"/>
  <p188:author id="{7BE735F7-0D32-75DB-9620-277540C187D4}" name="Ankur Kothari" initials="AK" userId="S::ankur.kothari@automationanywhere.com::1c235d35-6b37-428e-8f4e-adbe7ff5d3b3" providerId="AD"/>
  <p188:author id="{BDC570F8-4E9D-D390-BDB5-DB35E0C95018}" name="Jamey Carlson" initials="JC" userId="S::jamey.carlson@automationanywhere.com::379dc7ec-bbbf-4950-a2f1-8630b81fc78b" providerId="AD"/>
  <p188:author id="{D4218BFC-5E8D-05D0-4ACD-7F48E467E857}" name="Peter White" initials="PW" userId="S::pwhite@automationanywhere.com::5d55aae9-053d-4cb4-8c5b-5558dadec93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A10"/>
    <a:srgbClr val="FFBC03"/>
    <a:srgbClr val="662C8E"/>
    <a:srgbClr val="EEEEEE"/>
    <a:srgbClr val="D9D9D9"/>
    <a:srgbClr val="61CBF4"/>
    <a:srgbClr val="45454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774FA9-F172-D49C-C1F9-C97C092256FD}" v="367" dt="2026-09-24T05:15:21.2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notesMaster" Target="notesMasters/notesMaster1.xml"/><Relationship Id="rId36" Type="http://schemas.microsoft.com/office/2018/10/relationships/authors" Targe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ashuram V Pawar" userId="S::parashuram.pawar@apexon.com::5741f813-d969-4516-a20f-88e0b910ce0e" providerId="AD" clId="Web-{D633764D-678D-B932-9A44-B612D9853C5B}"/>
    <pc:docChg chg="addSld modSld modSection">
      <pc:chgData name="Parashuram V Pawar" userId="S::parashuram.pawar@apexon.com::5741f813-d969-4516-a20f-88e0b910ce0e" providerId="AD" clId="Web-{D633764D-678D-B932-9A44-B612D9853C5B}" dt="2026-09-18T14:11:29.372" v="246" actId="14100"/>
      <pc:docMkLst>
        <pc:docMk/>
      </pc:docMkLst>
      <pc:sldChg chg="addSp delSp modSp">
        <pc:chgData name="Parashuram V Pawar" userId="S::parashuram.pawar@apexon.com::5741f813-d969-4516-a20f-88e0b910ce0e" providerId="AD" clId="Web-{D633764D-678D-B932-9A44-B612D9853C5B}" dt="2026-09-18T13:44:14.358" v="57" actId="14100"/>
        <pc:sldMkLst>
          <pc:docMk/>
          <pc:sldMk cId="3722485986" sldId="2147469474"/>
        </pc:sldMkLst>
        <pc:spChg chg="add del">
          <ac:chgData name="Parashuram V Pawar" userId="S::parashuram.pawar@apexon.com::5741f813-d969-4516-a20f-88e0b910ce0e" providerId="AD" clId="Web-{D633764D-678D-B932-9A44-B612D9853C5B}" dt="2026-09-18T13:40:59.389" v="5"/>
          <ac:spMkLst>
            <pc:docMk/>
            <pc:sldMk cId="3722485986" sldId="2147469474"/>
            <ac:spMk id="4" creationId="{6395CCCE-4829-FAE2-D6E5-EB31C1FBF310}"/>
          </ac:spMkLst>
        </pc:spChg>
        <pc:spChg chg="add mod">
          <ac:chgData name="Parashuram V Pawar" userId="S::parashuram.pawar@apexon.com::5741f813-d969-4516-a20f-88e0b910ce0e" providerId="AD" clId="Web-{D633764D-678D-B932-9A44-B612D9853C5B}" dt="2026-09-18T13:42:09.373" v="40" actId="1076"/>
          <ac:spMkLst>
            <pc:docMk/>
            <pc:sldMk cId="3722485986" sldId="2147469474"/>
            <ac:spMk id="6" creationId="{C1DB6CB8-9CFF-79C1-88DB-977E5DFF4A7C}"/>
          </ac:spMkLst>
        </pc:spChg>
        <pc:picChg chg="add del mod">
          <ac:chgData name="Parashuram V Pawar" userId="S::parashuram.pawar@apexon.com::5741f813-d969-4516-a20f-88e0b910ce0e" providerId="AD" clId="Web-{D633764D-678D-B932-9A44-B612D9853C5B}" dt="2026-09-18T13:43:44.717" v="54"/>
          <ac:picMkLst>
            <pc:docMk/>
            <pc:sldMk cId="3722485986" sldId="2147469474"/>
            <ac:picMk id="3" creationId="{1F102A68-1695-7F40-8C14-2742D05C347C}"/>
          </ac:picMkLst>
        </pc:picChg>
        <pc:picChg chg="add mod">
          <ac:chgData name="Parashuram V Pawar" userId="S::parashuram.pawar@apexon.com::5741f813-d969-4516-a20f-88e0b910ce0e" providerId="AD" clId="Web-{D633764D-678D-B932-9A44-B612D9853C5B}" dt="2026-09-18T13:44:14.358" v="57" actId="14100"/>
          <ac:picMkLst>
            <pc:docMk/>
            <pc:sldMk cId="3722485986" sldId="2147469474"/>
            <ac:picMk id="7" creationId="{54539D35-95BE-EED0-6E1C-698A0D421CB0}"/>
          </ac:picMkLst>
        </pc:picChg>
      </pc:sldChg>
      <pc:sldChg chg="modSp">
        <pc:chgData name="Parashuram V Pawar" userId="S::parashuram.pawar@apexon.com::5741f813-d969-4516-a20f-88e0b910ce0e" providerId="AD" clId="Web-{D633764D-678D-B932-9A44-B612D9853C5B}" dt="2026-09-18T14:11:29.372" v="246" actId="14100"/>
        <pc:sldMkLst>
          <pc:docMk/>
          <pc:sldMk cId="2870930848" sldId="2147469475"/>
        </pc:sldMkLst>
        <pc:spChg chg="mod">
          <ac:chgData name="Parashuram V Pawar" userId="S::parashuram.pawar@apexon.com::5741f813-d969-4516-a20f-88e0b910ce0e" providerId="AD" clId="Web-{D633764D-678D-B932-9A44-B612D9853C5B}" dt="2026-09-18T14:05:22.873" v="151" actId="1076"/>
          <ac:spMkLst>
            <pc:docMk/>
            <pc:sldMk cId="2870930848" sldId="2147469475"/>
            <ac:spMk id="6" creationId="{495549EF-98A4-A3E0-7FDA-25A8C42200F9}"/>
          </ac:spMkLst>
        </pc:spChg>
        <pc:spChg chg="mod">
          <ac:chgData name="Parashuram V Pawar" userId="S::parashuram.pawar@apexon.com::5741f813-d969-4516-a20f-88e0b910ce0e" providerId="AD" clId="Web-{D633764D-678D-B932-9A44-B612D9853C5B}" dt="2026-09-18T14:08:35.560" v="184" actId="1076"/>
          <ac:spMkLst>
            <pc:docMk/>
            <pc:sldMk cId="2870930848" sldId="2147469475"/>
            <ac:spMk id="7" creationId="{44379E6B-4185-B6F8-CF9F-A92263FA3551}"/>
          </ac:spMkLst>
        </pc:spChg>
        <pc:spChg chg="mod">
          <ac:chgData name="Parashuram V Pawar" userId="S::parashuram.pawar@apexon.com::5741f813-d969-4516-a20f-88e0b910ce0e" providerId="AD" clId="Web-{D633764D-678D-B932-9A44-B612D9853C5B}" dt="2026-09-18T14:11:29.372" v="246" actId="14100"/>
          <ac:spMkLst>
            <pc:docMk/>
            <pc:sldMk cId="2870930848" sldId="2147469475"/>
            <ac:spMk id="8" creationId="{1D43435D-3078-F119-632C-A0CAD0A5E175}"/>
          </ac:spMkLst>
        </pc:spChg>
      </pc:sldChg>
      <pc:sldChg chg="addSp delSp modSp">
        <pc:chgData name="Parashuram V Pawar" userId="S::parashuram.pawar@apexon.com::5741f813-d969-4516-a20f-88e0b910ce0e" providerId="AD" clId="Web-{D633764D-678D-B932-9A44-B612D9853C5B}" dt="2026-09-18T13:43:40.795" v="53" actId="14100"/>
        <pc:sldMkLst>
          <pc:docMk/>
          <pc:sldMk cId="2232294137" sldId="2147469490"/>
        </pc:sldMkLst>
        <pc:spChg chg="add mod">
          <ac:chgData name="Parashuram V Pawar" userId="S::parashuram.pawar@apexon.com::5741f813-d969-4516-a20f-88e0b910ce0e" providerId="AD" clId="Web-{D633764D-678D-B932-9A44-B612D9853C5B}" dt="2026-09-18T13:42:27.733" v="46" actId="20577"/>
          <ac:spMkLst>
            <pc:docMk/>
            <pc:sldMk cId="2232294137" sldId="2147469490"/>
            <ac:spMk id="4" creationId="{9487961B-AE4B-A53F-2248-FB6BE2F05641}"/>
          </ac:spMkLst>
        </pc:spChg>
        <pc:picChg chg="add del mod">
          <ac:chgData name="Parashuram V Pawar" userId="S::parashuram.pawar@apexon.com::5741f813-d969-4516-a20f-88e0b910ce0e" providerId="AD" clId="Web-{D633764D-678D-B932-9A44-B612D9853C5B}" dt="2026-09-18T13:43:15.326" v="50"/>
          <ac:picMkLst>
            <pc:docMk/>
            <pc:sldMk cId="2232294137" sldId="2147469490"/>
            <ac:picMk id="6" creationId="{4ED89B13-56A5-E3B3-E025-74692D023E1E}"/>
          </ac:picMkLst>
        </pc:picChg>
        <pc:picChg chg="add mod">
          <ac:chgData name="Parashuram V Pawar" userId="S::parashuram.pawar@apexon.com::5741f813-d969-4516-a20f-88e0b910ce0e" providerId="AD" clId="Web-{D633764D-678D-B932-9A44-B612D9853C5B}" dt="2026-09-18T13:43:40.795" v="53" actId="14100"/>
          <ac:picMkLst>
            <pc:docMk/>
            <pc:sldMk cId="2232294137" sldId="2147469490"/>
            <ac:picMk id="7" creationId="{9DF01FC5-2DE9-2C6B-8555-11823F6F3247}"/>
          </ac:picMkLst>
        </pc:picChg>
      </pc:sldChg>
      <pc:sldChg chg="addSp modSp add replId">
        <pc:chgData name="Parashuram V Pawar" userId="S::parashuram.pawar@apexon.com::5741f813-d969-4516-a20f-88e0b910ce0e" providerId="AD" clId="Web-{D633764D-678D-B932-9A44-B612D9853C5B}" dt="2026-09-18T14:03:03.030" v="83" actId="14100"/>
        <pc:sldMkLst>
          <pc:docMk/>
          <pc:sldMk cId="4197934463" sldId="2147469491"/>
        </pc:sldMkLst>
        <pc:spChg chg="add mod">
          <ac:chgData name="Parashuram V Pawar" userId="S::parashuram.pawar@apexon.com::5741f813-d969-4516-a20f-88e0b910ce0e" providerId="AD" clId="Web-{D633764D-678D-B932-9A44-B612D9853C5B}" dt="2026-09-18T13:45:40.344" v="81" actId="20577"/>
          <ac:spMkLst>
            <pc:docMk/>
            <pc:sldMk cId="4197934463" sldId="2147469491"/>
            <ac:spMk id="3" creationId="{CFF3EC8C-8333-9C7D-501D-F5E9EB35082F}"/>
          </ac:spMkLst>
        </pc:spChg>
        <pc:picChg chg="add mod">
          <ac:chgData name="Parashuram V Pawar" userId="S::parashuram.pawar@apexon.com::5741f813-d969-4516-a20f-88e0b910ce0e" providerId="AD" clId="Web-{D633764D-678D-B932-9A44-B612D9853C5B}" dt="2026-09-18T14:03:03.030" v="83" actId="14100"/>
          <ac:picMkLst>
            <pc:docMk/>
            <pc:sldMk cId="4197934463" sldId="2147469491"/>
            <ac:picMk id="4" creationId="{751C2DF7-D86C-D031-1279-861FD3B0FDA7}"/>
          </ac:picMkLst>
        </pc:picChg>
      </pc:sldChg>
    </pc:docChg>
  </pc:docChgLst>
  <pc:docChgLst>
    <pc:chgData name="Parashuram V Pawar" userId="S::parashuram.pawar@apexon.com::5741f813-d969-4516-a20f-88e0b910ce0e" providerId="AD" clId="Web-{CD774FA9-F172-D49C-C1F9-C97C092256FD}"/>
    <pc:docChg chg="addSld modSld modSection">
      <pc:chgData name="Parashuram V Pawar" userId="S::parashuram.pawar@apexon.com::5741f813-d969-4516-a20f-88e0b910ce0e" providerId="AD" clId="Web-{CD774FA9-F172-D49C-C1F9-C97C092256FD}" dt="2026-09-24T05:15:21.295" v="364" actId="20577"/>
      <pc:docMkLst>
        <pc:docMk/>
      </pc:docMkLst>
      <pc:sldChg chg="modSp">
        <pc:chgData name="Parashuram V Pawar" userId="S::parashuram.pawar@apexon.com::5741f813-d969-4516-a20f-88e0b910ce0e" providerId="AD" clId="Web-{CD774FA9-F172-D49C-C1F9-C97C092256FD}" dt="2026-09-24T04:41:27.374" v="77"/>
        <pc:sldMkLst>
          <pc:docMk/>
          <pc:sldMk cId="3032710663" sldId="263"/>
        </pc:sldMkLst>
        <pc:spChg chg="mod">
          <ac:chgData name="Parashuram V Pawar" userId="S::parashuram.pawar@apexon.com::5741f813-d969-4516-a20f-88e0b910ce0e" providerId="AD" clId="Web-{CD774FA9-F172-D49C-C1F9-C97C092256FD}" dt="2026-09-24T04:41:27.343" v="45"/>
          <ac:spMkLst>
            <pc:docMk/>
            <pc:sldMk cId="3032710663" sldId="263"/>
            <ac:spMk id="2" creationId="{50A80313-F246-D4E8-29B9-29F8979B1AA7}"/>
          </ac:spMkLst>
        </pc:spChg>
        <pc:spChg chg="mod">
          <ac:chgData name="Parashuram V Pawar" userId="S::parashuram.pawar@apexon.com::5741f813-d969-4516-a20f-88e0b910ce0e" providerId="AD" clId="Web-{CD774FA9-F172-D49C-C1F9-C97C092256FD}" dt="2026-09-24T04:41:27.343" v="46"/>
          <ac:spMkLst>
            <pc:docMk/>
            <pc:sldMk cId="3032710663" sldId="263"/>
            <ac:spMk id="3" creationId="{94815E2C-EFB7-46CB-252E-E3F676F3D034}"/>
          </ac:spMkLst>
        </pc:spChg>
        <pc:spChg chg="mod">
          <ac:chgData name="Parashuram V Pawar" userId="S::parashuram.pawar@apexon.com::5741f813-d969-4516-a20f-88e0b910ce0e" providerId="AD" clId="Web-{CD774FA9-F172-D49C-C1F9-C97C092256FD}" dt="2026-09-24T04:41:27.374" v="74"/>
          <ac:spMkLst>
            <pc:docMk/>
            <pc:sldMk cId="3032710663" sldId="263"/>
            <ac:spMk id="5" creationId="{2CA6037D-58FC-B2B3-FF78-A56BA9EFF4BA}"/>
          </ac:spMkLst>
        </pc:spChg>
        <pc:spChg chg="mod">
          <ac:chgData name="Parashuram V Pawar" userId="S::parashuram.pawar@apexon.com::5741f813-d969-4516-a20f-88e0b910ce0e" providerId="AD" clId="Web-{CD774FA9-F172-D49C-C1F9-C97C092256FD}" dt="2026-09-24T04:41:27.374" v="75"/>
          <ac:spMkLst>
            <pc:docMk/>
            <pc:sldMk cId="3032710663" sldId="263"/>
            <ac:spMk id="8" creationId="{4E6F8E3D-C4CA-2255-F38B-6C7303084FFC}"/>
          </ac:spMkLst>
        </pc:spChg>
        <pc:spChg chg="mod">
          <ac:chgData name="Parashuram V Pawar" userId="S::parashuram.pawar@apexon.com::5741f813-d969-4516-a20f-88e0b910ce0e" providerId="AD" clId="Web-{CD774FA9-F172-D49C-C1F9-C97C092256FD}" dt="2026-09-24T04:41:27.374" v="76"/>
          <ac:spMkLst>
            <pc:docMk/>
            <pc:sldMk cId="3032710663" sldId="263"/>
            <ac:spMk id="11" creationId="{20AF599C-1744-7C86-E188-A2E981E54DE9}"/>
          </ac:spMkLst>
        </pc:spChg>
        <pc:spChg chg="mod">
          <ac:chgData name="Parashuram V Pawar" userId="S::parashuram.pawar@apexon.com::5741f813-d969-4516-a20f-88e0b910ce0e" providerId="AD" clId="Web-{CD774FA9-F172-D49C-C1F9-C97C092256FD}" dt="2026-09-24T04:41:27.374" v="77"/>
          <ac:spMkLst>
            <pc:docMk/>
            <pc:sldMk cId="3032710663" sldId="263"/>
            <ac:spMk id="14" creationId="{BD58C02E-6EB5-2077-0B3A-9AC9AF9B4F34}"/>
          </ac:spMkLst>
        </pc:spChg>
        <pc:spChg chg="mod">
          <ac:chgData name="Parashuram V Pawar" userId="S::parashuram.pawar@apexon.com::5741f813-d969-4516-a20f-88e0b910ce0e" providerId="AD" clId="Web-{CD774FA9-F172-D49C-C1F9-C97C092256FD}" dt="2026-09-24T04:41:27.343" v="47"/>
          <ac:spMkLst>
            <pc:docMk/>
            <pc:sldMk cId="3032710663" sldId="263"/>
            <ac:spMk id="34" creationId="{05FCB455-E0DB-9167-A911-A5EBC8C26C72}"/>
          </ac:spMkLst>
        </pc:spChg>
        <pc:spChg chg="mod">
          <ac:chgData name="Parashuram V Pawar" userId="S::parashuram.pawar@apexon.com::5741f813-d969-4516-a20f-88e0b910ce0e" providerId="AD" clId="Web-{CD774FA9-F172-D49C-C1F9-C97C092256FD}" dt="2026-09-24T04:41:27.343" v="48"/>
          <ac:spMkLst>
            <pc:docMk/>
            <pc:sldMk cId="3032710663" sldId="263"/>
            <ac:spMk id="35" creationId="{AFD5D033-7064-F47E-D964-FFB3EF14FBCC}"/>
          </ac:spMkLst>
        </pc:spChg>
        <pc:spChg chg="mod">
          <ac:chgData name="Parashuram V Pawar" userId="S::parashuram.pawar@apexon.com::5741f813-d969-4516-a20f-88e0b910ce0e" providerId="AD" clId="Web-{CD774FA9-F172-D49C-C1F9-C97C092256FD}" dt="2026-09-24T04:41:27.343" v="49"/>
          <ac:spMkLst>
            <pc:docMk/>
            <pc:sldMk cId="3032710663" sldId="263"/>
            <ac:spMk id="36" creationId="{B3678835-3D6D-507E-39C5-0BDC4C4D0859}"/>
          </ac:spMkLst>
        </pc:spChg>
        <pc:spChg chg="mod">
          <ac:chgData name="Parashuram V Pawar" userId="S::parashuram.pawar@apexon.com::5741f813-d969-4516-a20f-88e0b910ce0e" providerId="AD" clId="Web-{CD774FA9-F172-D49C-C1F9-C97C092256FD}" dt="2026-09-24T04:41:27.343" v="50"/>
          <ac:spMkLst>
            <pc:docMk/>
            <pc:sldMk cId="3032710663" sldId="263"/>
            <ac:spMk id="37" creationId="{AA70E9EE-FD16-6F9E-33B5-E158002C4ABF}"/>
          </ac:spMkLst>
        </pc:spChg>
        <pc:spChg chg="mod">
          <ac:chgData name="Parashuram V Pawar" userId="S::parashuram.pawar@apexon.com::5741f813-d969-4516-a20f-88e0b910ce0e" providerId="AD" clId="Web-{CD774FA9-F172-D49C-C1F9-C97C092256FD}" dt="2026-09-24T04:41:27.343" v="51"/>
          <ac:spMkLst>
            <pc:docMk/>
            <pc:sldMk cId="3032710663" sldId="263"/>
            <ac:spMk id="38" creationId="{C93758A8-E869-63F9-B202-96648D94EAC5}"/>
          </ac:spMkLst>
        </pc:spChg>
        <pc:spChg chg="mod">
          <ac:chgData name="Parashuram V Pawar" userId="S::parashuram.pawar@apexon.com::5741f813-d969-4516-a20f-88e0b910ce0e" providerId="AD" clId="Web-{CD774FA9-F172-D49C-C1F9-C97C092256FD}" dt="2026-09-24T04:41:27.343" v="52"/>
          <ac:spMkLst>
            <pc:docMk/>
            <pc:sldMk cId="3032710663" sldId="263"/>
            <ac:spMk id="40" creationId="{7C0125EF-903E-7B16-BE63-9CED502821FB}"/>
          </ac:spMkLst>
        </pc:spChg>
        <pc:spChg chg="mod">
          <ac:chgData name="Parashuram V Pawar" userId="S::parashuram.pawar@apexon.com::5741f813-d969-4516-a20f-88e0b910ce0e" providerId="AD" clId="Web-{CD774FA9-F172-D49C-C1F9-C97C092256FD}" dt="2026-09-24T04:41:27.343" v="53"/>
          <ac:spMkLst>
            <pc:docMk/>
            <pc:sldMk cId="3032710663" sldId="263"/>
            <ac:spMk id="41" creationId="{FCF4A7B8-4F6C-CAAE-3262-10C31A0913C5}"/>
          </ac:spMkLst>
        </pc:spChg>
        <pc:spChg chg="mod">
          <ac:chgData name="Parashuram V Pawar" userId="S::parashuram.pawar@apexon.com::5741f813-d969-4516-a20f-88e0b910ce0e" providerId="AD" clId="Web-{CD774FA9-F172-D49C-C1F9-C97C092256FD}" dt="2026-09-24T04:41:27.343" v="54"/>
          <ac:spMkLst>
            <pc:docMk/>
            <pc:sldMk cId="3032710663" sldId="263"/>
            <ac:spMk id="44" creationId="{CC91546A-377B-390E-9C19-2149749DF3E0}"/>
          </ac:spMkLst>
        </pc:spChg>
        <pc:spChg chg="mod">
          <ac:chgData name="Parashuram V Pawar" userId="S::parashuram.pawar@apexon.com::5741f813-d969-4516-a20f-88e0b910ce0e" providerId="AD" clId="Web-{CD774FA9-F172-D49C-C1F9-C97C092256FD}" dt="2026-09-24T04:41:27.343" v="55"/>
          <ac:spMkLst>
            <pc:docMk/>
            <pc:sldMk cId="3032710663" sldId="263"/>
            <ac:spMk id="45" creationId="{CC1F7B11-D336-6EB7-23EB-DAB1A2F965F8}"/>
          </ac:spMkLst>
        </pc:spChg>
        <pc:spChg chg="mod">
          <ac:chgData name="Parashuram V Pawar" userId="S::parashuram.pawar@apexon.com::5741f813-d969-4516-a20f-88e0b910ce0e" providerId="AD" clId="Web-{CD774FA9-F172-D49C-C1F9-C97C092256FD}" dt="2026-09-24T04:41:27.343" v="56"/>
          <ac:spMkLst>
            <pc:docMk/>
            <pc:sldMk cId="3032710663" sldId="263"/>
            <ac:spMk id="46" creationId="{4D74979B-4BC1-70CE-41EE-4E30FA2B70F8}"/>
          </ac:spMkLst>
        </pc:spChg>
        <pc:spChg chg="mod">
          <ac:chgData name="Parashuram V Pawar" userId="S::parashuram.pawar@apexon.com::5741f813-d969-4516-a20f-88e0b910ce0e" providerId="AD" clId="Web-{CD774FA9-F172-D49C-C1F9-C97C092256FD}" dt="2026-09-24T04:41:27.343" v="57"/>
          <ac:spMkLst>
            <pc:docMk/>
            <pc:sldMk cId="3032710663" sldId="263"/>
            <ac:spMk id="47" creationId="{A00A7D47-3DDD-5BE1-3C6A-67D791AD5774}"/>
          </ac:spMkLst>
        </pc:spChg>
        <pc:spChg chg="mod">
          <ac:chgData name="Parashuram V Pawar" userId="S::parashuram.pawar@apexon.com::5741f813-d969-4516-a20f-88e0b910ce0e" providerId="AD" clId="Web-{CD774FA9-F172-D49C-C1F9-C97C092256FD}" dt="2026-09-24T04:41:27.343" v="58"/>
          <ac:spMkLst>
            <pc:docMk/>
            <pc:sldMk cId="3032710663" sldId="263"/>
            <ac:spMk id="49" creationId="{3095151B-C6B7-C870-CD80-72F0A3060F0B}"/>
          </ac:spMkLst>
        </pc:spChg>
        <pc:spChg chg="mod">
          <ac:chgData name="Parashuram V Pawar" userId="S::parashuram.pawar@apexon.com::5741f813-d969-4516-a20f-88e0b910ce0e" providerId="AD" clId="Web-{CD774FA9-F172-D49C-C1F9-C97C092256FD}" dt="2026-09-24T04:41:27.343" v="59"/>
          <ac:spMkLst>
            <pc:docMk/>
            <pc:sldMk cId="3032710663" sldId="263"/>
            <ac:spMk id="52" creationId="{D8633E1B-3AA6-1D90-241D-64CB850C7CEE}"/>
          </ac:spMkLst>
        </pc:spChg>
        <pc:spChg chg="mod">
          <ac:chgData name="Parashuram V Pawar" userId="S::parashuram.pawar@apexon.com::5741f813-d969-4516-a20f-88e0b910ce0e" providerId="AD" clId="Web-{CD774FA9-F172-D49C-C1F9-C97C092256FD}" dt="2026-09-24T04:41:27.358" v="60"/>
          <ac:spMkLst>
            <pc:docMk/>
            <pc:sldMk cId="3032710663" sldId="263"/>
            <ac:spMk id="60" creationId="{0A25C959-0545-6C65-D88A-710380D18471}"/>
          </ac:spMkLst>
        </pc:spChg>
        <pc:spChg chg="mod">
          <ac:chgData name="Parashuram V Pawar" userId="S::parashuram.pawar@apexon.com::5741f813-d969-4516-a20f-88e0b910ce0e" providerId="AD" clId="Web-{CD774FA9-F172-D49C-C1F9-C97C092256FD}" dt="2026-09-24T04:41:27.358" v="61"/>
          <ac:spMkLst>
            <pc:docMk/>
            <pc:sldMk cId="3032710663" sldId="263"/>
            <ac:spMk id="75" creationId="{053CEA23-0A75-6D9C-FD60-94B49609D4D3}"/>
          </ac:spMkLst>
        </pc:spChg>
        <pc:spChg chg="mod">
          <ac:chgData name="Parashuram V Pawar" userId="S::parashuram.pawar@apexon.com::5741f813-d969-4516-a20f-88e0b910ce0e" providerId="AD" clId="Web-{CD774FA9-F172-D49C-C1F9-C97C092256FD}" dt="2026-09-24T04:41:27.358" v="62"/>
          <ac:spMkLst>
            <pc:docMk/>
            <pc:sldMk cId="3032710663" sldId="263"/>
            <ac:spMk id="78" creationId="{20BFDE67-96D5-4E35-1B7D-E23F2387187F}"/>
          </ac:spMkLst>
        </pc:spChg>
        <pc:spChg chg="mod">
          <ac:chgData name="Parashuram V Pawar" userId="S::parashuram.pawar@apexon.com::5741f813-d969-4516-a20f-88e0b910ce0e" providerId="AD" clId="Web-{CD774FA9-F172-D49C-C1F9-C97C092256FD}" dt="2026-09-24T04:41:27.358" v="63"/>
          <ac:spMkLst>
            <pc:docMk/>
            <pc:sldMk cId="3032710663" sldId="263"/>
            <ac:spMk id="80" creationId="{D05AB455-53B7-7A48-B21D-4EC93CAA12F5}"/>
          </ac:spMkLst>
        </pc:spChg>
        <pc:spChg chg="mod">
          <ac:chgData name="Parashuram V Pawar" userId="S::parashuram.pawar@apexon.com::5741f813-d969-4516-a20f-88e0b910ce0e" providerId="AD" clId="Web-{CD774FA9-F172-D49C-C1F9-C97C092256FD}" dt="2026-09-24T04:41:27.358" v="64"/>
          <ac:spMkLst>
            <pc:docMk/>
            <pc:sldMk cId="3032710663" sldId="263"/>
            <ac:spMk id="81" creationId="{CF4108BC-4FEE-A319-7247-A32D4D24DAB2}"/>
          </ac:spMkLst>
        </pc:spChg>
        <pc:spChg chg="mod">
          <ac:chgData name="Parashuram V Pawar" userId="S::parashuram.pawar@apexon.com::5741f813-d969-4516-a20f-88e0b910ce0e" providerId="AD" clId="Web-{CD774FA9-F172-D49C-C1F9-C97C092256FD}" dt="2026-09-24T04:41:27.358" v="65"/>
          <ac:spMkLst>
            <pc:docMk/>
            <pc:sldMk cId="3032710663" sldId="263"/>
            <ac:spMk id="82" creationId="{9C19471C-690A-7E55-AE7F-8E2C090E347F}"/>
          </ac:spMkLst>
        </pc:spChg>
        <pc:spChg chg="mod">
          <ac:chgData name="Parashuram V Pawar" userId="S::parashuram.pawar@apexon.com::5741f813-d969-4516-a20f-88e0b910ce0e" providerId="AD" clId="Web-{CD774FA9-F172-D49C-C1F9-C97C092256FD}" dt="2026-09-24T04:41:27.358" v="66"/>
          <ac:spMkLst>
            <pc:docMk/>
            <pc:sldMk cId="3032710663" sldId="263"/>
            <ac:spMk id="84" creationId="{77633AF7-E85A-ACFE-7821-41B880ABB316}"/>
          </ac:spMkLst>
        </pc:spChg>
        <pc:spChg chg="mod">
          <ac:chgData name="Parashuram V Pawar" userId="S::parashuram.pawar@apexon.com::5741f813-d969-4516-a20f-88e0b910ce0e" providerId="AD" clId="Web-{CD774FA9-F172-D49C-C1F9-C97C092256FD}" dt="2026-09-24T04:41:27.358" v="67"/>
          <ac:spMkLst>
            <pc:docMk/>
            <pc:sldMk cId="3032710663" sldId="263"/>
            <ac:spMk id="87" creationId="{B068CC86-4E7D-92E3-1F05-2F08AD20F440}"/>
          </ac:spMkLst>
        </pc:spChg>
        <pc:spChg chg="mod">
          <ac:chgData name="Parashuram V Pawar" userId="S::parashuram.pawar@apexon.com::5741f813-d969-4516-a20f-88e0b910ce0e" providerId="AD" clId="Web-{CD774FA9-F172-D49C-C1F9-C97C092256FD}" dt="2026-09-24T04:41:27.358" v="68"/>
          <ac:spMkLst>
            <pc:docMk/>
            <pc:sldMk cId="3032710663" sldId="263"/>
            <ac:spMk id="89" creationId="{10D23367-301A-1331-B0F3-22D5FE676063}"/>
          </ac:spMkLst>
        </pc:spChg>
        <pc:spChg chg="mod">
          <ac:chgData name="Parashuram V Pawar" userId="S::parashuram.pawar@apexon.com::5741f813-d969-4516-a20f-88e0b910ce0e" providerId="AD" clId="Web-{CD774FA9-F172-D49C-C1F9-C97C092256FD}" dt="2026-09-24T04:41:27.358" v="69"/>
          <ac:spMkLst>
            <pc:docMk/>
            <pc:sldMk cId="3032710663" sldId="263"/>
            <ac:spMk id="91" creationId="{FCAB160F-5B10-CD8A-7EE9-2F870F206F15}"/>
          </ac:spMkLst>
        </pc:spChg>
        <pc:spChg chg="mod">
          <ac:chgData name="Parashuram V Pawar" userId="S::parashuram.pawar@apexon.com::5741f813-d969-4516-a20f-88e0b910ce0e" providerId="AD" clId="Web-{CD774FA9-F172-D49C-C1F9-C97C092256FD}" dt="2026-09-24T04:41:27.358" v="70"/>
          <ac:spMkLst>
            <pc:docMk/>
            <pc:sldMk cId="3032710663" sldId="263"/>
            <ac:spMk id="93" creationId="{AC1F07F4-95E1-AEC0-7B21-31EEF492CD1B}"/>
          </ac:spMkLst>
        </pc:spChg>
        <pc:spChg chg="mod">
          <ac:chgData name="Parashuram V Pawar" userId="S::parashuram.pawar@apexon.com::5741f813-d969-4516-a20f-88e0b910ce0e" providerId="AD" clId="Web-{CD774FA9-F172-D49C-C1F9-C97C092256FD}" dt="2026-09-24T04:41:27.358" v="71"/>
          <ac:spMkLst>
            <pc:docMk/>
            <pc:sldMk cId="3032710663" sldId="263"/>
            <ac:spMk id="95" creationId="{98D2BF58-8AA7-DEE0-E451-FB72F252E196}"/>
          </ac:spMkLst>
        </pc:spChg>
        <pc:spChg chg="mod">
          <ac:chgData name="Parashuram V Pawar" userId="S::parashuram.pawar@apexon.com::5741f813-d969-4516-a20f-88e0b910ce0e" providerId="AD" clId="Web-{CD774FA9-F172-D49C-C1F9-C97C092256FD}" dt="2026-09-24T04:41:27.374" v="72"/>
          <ac:spMkLst>
            <pc:docMk/>
            <pc:sldMk cId="3032710663" sldId="263"/>
            <ac:spMk id="98" creationId="{71F4D7F0-1A2E-F45C-9D43-42DAC0CDEE57}"/>
          </ac:spMkLst>
        </pc:spChg>
        <pc:spChg chg="mod">
          <ac:chgData name="Parashuram V Pawar" userId="S::parashuram.pawar@apexon.com::5741f813-d969-4516-a20f-88e0b910ce0e" providerId="AD" clId="Web-{CD774FA9-F172-D49C-C1F9-C97C092256FD}" dt="2026-09-24T04:41:27.374" v="73"/>
          <ac:spMkLst>
            <pc:docMk/>
            <pc:sldMk cId="3032710663" sldId="263"/>
            <ac:spMk id="103" creationId="{277C454C-1FD3-994B-AC73-5B43F5AF4F64}"/>
          </ac:spMkLst>
        </pc:spChg>
      </pc:sldChg>
      <pc:sldChg chg="modSp">
        <pc:chgData name="Parashuram V Pawar" userId="S::parashuram.pawar@apexon.com::5741f813-d969-4516-a20f-88e0b910ce0e" providerId="AD" clId="Web-{CD774FA9-F172-D49C-C1F9-C97C092256FD}" dt="2026-09-24T04:44:41.443" v="237"/>
        <pc:sldMkLst>
          <pc:docMk/>
          <pc:sldMk cId="781776576" sldId="2147469455"/>
        </pc:sldMkLst>
        <pc:spChg chg="mod">
          <ac:chgData name="Parashuram V Pawar" userId="S::parashuram.pawar@apexon.com::5741f813-d969-4516-a20f-88e0b910ce0e" providerId="AD" clId="Web-{CD774FA9-F172-D49C-C1F9-C97C092256FD}" dt="2026-09-24T04:44:41.068" v="230"/>
          <ac:spMkLst>
            <pc:docMk/>
            <pc:sldMk cId="781776576" sldId="2147469455"/>
            <ac:spMk id="2" creationId="{B395DE60-4757-5FC9-0A49-C4BAD3FDB092}"/>
          </ac:spMkLst>
        </pc:spChg>
        <pc:spChg chg="mod">
          <ac:chgData name="Parashuram V Pawar" userId="S::parashuram.pawar@apexon.com::5741f813-d969-4516-a20f-88e0b910ce0e" providerId="AD" clId="Web-{CD774FA9-F172-D49C-C1F9-C97C092256FD}" dt="2026-09-24T04:44:41.084" v="235"/>
          <ac:spMkLst>
            <pc:docMk/>
            <pc:sldMk cId="781776576" sldId="2147469455"/>
            <ac:spMk id="3" creationId="{95E2C120-661E-1B19-2E54-98AEB00BEE08}"/>
          </ac:spMkLst>
        </pc:spChg>
        <pc:spChg chg="mod">
          <ac:chgData name="Parashuram V Pawar" userId="S::parashuram.pawar@apexon.com::5741f813-d969-4516-a20f-88e0b910ce0e" providerId="AD" clId="Web-{CD774FA9-F172-D49C-C1F9-C97C092256FD}" dt="2026-09-24T04:44:41.100" v="236"/>
          <ac:spMkLst>
            <pc:docMk/>
            <pc:sldMk cId="781776576" sldId="2147469455"/>
            <ac:spMk id="4" creationId="{352158AF-1B7B-7058-B0BD-A35C3EE47D7B}"/>
          </ac:spMkLst>
        </pc:spChg>
        <pc:spChg chg="mod">
          <ac:chgData name="Parashuram V Pawar" userId="S::parashuram.pawar@apexon.com::5741f813-d969-4516-a20f-88e0b910ce0e" providerId="AD" clId="Web-{CD774FA9-F172-D49C-C1F9-C97C092256FD}" dt="2026-09-24T04:44:41.443" v="237"/>
          <ac:spMkLst>
            <pc:docMk/>
            <pc:sldMk cId="781776576" sldId="2147469455"/>
            <ac:spMk id="5" creationId="{B89EF2A0-7627-1474-A50D-0DAE911473AD}"/>
          </ac:spMkLst>
        </pc:spChg>
        <pc:spChg chg="mod">
          <ac:chgData name="Parashuram V Pawar" userId="S::parashuram.pawar@apexon.com::5741f813-d969-4516-a20f-88e0b910ce0e" providerId="AD" clId="Web-{CD774FA9-F172-D49C-C1F9-C97C092256FD}" dt="2026-09-24T04:44:41.084" v="231"/>
          <ac:spMkLst>
            <pc:docMk/>
            <pc:sldMk cId="781776576" sldId="2147469455"/>
            <ac:spMk id="6" creationId="{1508BD90-5D1A-E100-86D9-D4737416539B}"/>
          </ac:spMkLst>
        </pc:spChg>
        <pc:spChg chg="mod">
          <ac:chgData name="Parashuram V Pawar" userId="S::parashuram.pawar@apexon.com::5741f813-d969-4516-a20f-88e0b910ce0e" providerId="AD" clId="Web-{CD774FA9-F172-D49C-C1F9-C97C092256FD}" dt="2026-09-24T04:44:41.084" v="232"/>
          <ac:spMkLst>
            <pc:docMk/>
            <pc:sldMk cId="781776576" sldId="2147469455"/>
            <ac:spMk id="11" creationId="{0F796F7E-0CAA-3B1D-EAB3-132660EB795B}"/>
          </ac:spMkLst>
        </pc:spChg>
        <pc:spChg chg="mod">
          <ac:chgData name="Parashuram V Pawar" userId="S::parashuram.pawar@apexon.com::5741f813-d969-4516-a20f-88e0b910ce0e" providerId="AD" clId="Web-{CD774FA9-F172-D49C-C1F9-C97C092256FD}" dt="2026-09-24T04:44:41.084" v="233"/>
          <ac:spMkLst>
            <pc:docMk/>
            <pc:sldMk cId="781776576" sldId="2147469455"/>
            <ac:spMk id="13" creationId="{CA40B7C3-C447-AAD9-4886-DBC3BE5972D8}"/>
          </ac:spMkLst>
        </pc:spChg>
        <pc:spChg chg="mod">
          <ac:chgData name="Parashuram V Pawar" userId="S::parashuram.pawar@apexon.com::5741f813-d969-4516-a20f-88e0b910ce0e" providerId="AD" clId="Web-{CD774FA9-F172-D49C-C1F9-C97C092256FD}" dt="2026-09-24T04:44:41.084" v="234"/>
          <ac:spMkLst>
            <pc:docMk/>
            <pc:sldMk cId="781776576" sldId="2147469455"/>
            <ac:spMk id="15" creationId="{5C50AA0C-F8EA-C8CC-E40A-DB6036C47B02}"/>
          </ac:spMkLst>
        </pc:spChg>
      </pc:sldChg>
      <pc:sldChg chg="modSp">
        <pc:chgData name="Parashuram V Pawar" userId="S::parashuram.pawar@apexon.com::5741f813-d969-4516-a20f-88e0b910ce0e" providerId="AD" clId="Web-{CD774FA9-F172-D49C-C1F9-C97C092256FD}" dt="2026-09-24T04:44:26.412" v="229"/>
        <pc:sldMkLst>
          <pc:docMk/>
          <pc:sldMk cId="397101827" sldId="2147469457"/>
        </pc:sldMkLst>
        <pc:spChg chg="mod">
          <ac:chgData name="Parashuram V Pawar" userId="S::parashuram.pawar@apexon.com::5741f813-d969-4516-a20f-88e0b910ce0e" providerId="AD" clId="Web-{CD774FA9-F172-D49C-C1F9-C97C092256FD}" dt="2026-09-24T04:44:25.537" v="186"/>
          <ac:spMkLst>
            <pc:docMk/>
            <pc:sldMk cId="397101827" sldId="2147469457"/>
            <ac:spMk id="2" creationId="{EAE0178F-9899-9FB3-958F-979DF4787776}"/>
          </ac:spMkLst>
        </pc:spChg>
        <pc:spChg chg="mod">
          <ac:chgData name="Parashuram V Pawar" userId="S::parashuram.pawar@apexon.com::5741f813-d969-4516-a20f-88e0b910ce0e" providerId="AD" clId="Web-{CD774FA9-F172-D49C-C1F9-C97C092256FD}" dt="2026-09-24T04:44:25.568" v="225"/>
          <ac:spMkLst>
            <pc:docMk/>
            <pc:sldMk cId="397101827" sldId="2147469457"/>
            <ac:spMk id="4" creationId="{BEABB86B-BC17-A5D9-A6EB-D50AACEABCF4}"/>
          </ac:spMkLst>
        </pc:spChg>
        <pc:spChg chg="mod">
          <ac:chgData name="Parashuram V Pawar" userId="S::parashuram.pawar@apexon.com::5741f813-d969-4516-a20f-88e0b910ce0e" providerId="AD" clId="Web-{CD774FA9-F172-D49C-C1F9-C97C092256FD}" dt="2026-09-24T04:44:25.584" v="228"/>
          <ac:spMkLst>
            <pc:docMk/>
            <pc:sldMk cId="397101827" sldId="2147469457"/>
            <ac:spMk id="6" creationId="{1E7C5920-BB7D-EA53-8E9F-665A4198ECC1}"/>
          </ac:spMkLst>
        </pc:spChg>
        <pc:spChg chg="mod">
          <ac:chgData name="Parashuram V Pawar" userId="S::parashuram.pawar@apexon.com::5741f813-d969-4516-a20f-88e0b910ce0e" providerId="AD" clId="Web-{CD774FA9-F172-D49C-C1F9-C97C092256FD}" dt="2026-09-24T04:44:25.568" v="226"/>
          <ac:spMkLst>
            <pc:docMk/>
            <pc:sldMk cId="397101827" sldId="2147469457"/>
            <ac:spMk id="7" creationId="{25B7710B-B6E0-08CC-7327-CA699D631EF8}"/>
          </ac:spMkLst>
        </pc:spChg>
        <pc:spChg chg="mod">
          <ac:chgData name="Parashuram V Pawar" userId="S::parashuram.pawar@apexon.com::5741f813-d969-4516-a20f-88e0b910ce0e" providerId="AD" clId="Web-{CD774FA9-F172-D49C-C1F9-C97C092256FD}" dt="2026-09-24T04:44:25.584" v="227"/>
          <ac:spMkLst>
            <pc:docMk/>
            <pc:sldMk cId="397101827" sldId="2147469457"/>
            <ac:spMk id="11" creationId="{D30EB2F0-E131-8331-BB25-3EAC135D14BE}"/>
          </ac:spMkLst>
        </pc:spChg>
        <pc:spChg chg="mod">
          <ac:chgData name="Parashuram V Pawar" userId="S::parashuram.pawar@apexon.com::5741f813-d969-4516-a20f-88e0b910ce0e" providerId="AD" clId="Web-{CD774FA9-F172-D49C-C1F9-C97C092256FD}" dt="2026-09-24T04:44:26.412" v="229"/>
          <ac:spMkLst>
            <pc:docMk/>
            <pc:sldMk cId="397101827" sldId="2147469457"/>
            <ac:spMk id="15" creationId="{62C059B4-2F80-596B-5785-5FEB7574696A}"/>
          </ac:spMkLst>
        </pc:spChg>
        <pc:spChg chg="mod">
          <ac:chgData name="Parashuram V Pawar" userId="S::parashuram.pawar@apexon.com::5741f813-d969-4516-a20f-88e0b910ce0e" providerId="AD" clId="Web-{CD774FA9-F172-D49C-C1F9-C97C092256FD}" dt="2026-09-24T04:44:25.537" v="187"/>
          <ac:spMkLst>
            <pc:docMk/>
            <pc:sldMk cId="397101827" sldId="2147469457"/>
            <ac:spMk id="96" creationId="{B80CA980-003E-E1B0-F8E6-9AA5A41B9208}"/>
          </ac:spMkLst>
        </pc:spChg>
        <pc:spChg chg="mod">
          <ac:chgData name="Parashuram V Pawar" userId="S::parashuram.pawar@apexon.com::5741f813-d969-4516-a20f-88e0b910ce0e" providerId="AD" clId="Web-{CD774FA9-F172-D49C-C1F9-C97C092256FD}" dt="2026-09-24T04:44:25.537" v="188"/>
          <ac:spMkLst>
            <pc:docMk/>
            <pc:sldMk cId="397101827" sldId="2147469457"/>
            <ac:spMk id="100" creationId="{E33BEF9F-8852-A9AF-D0D0-5249CDB91D52}"/>
          </ac:spMkLst>
        </pc:spChg>
        <pc:spChg chg="mod">
          <ac:chgData name="Parashuram V Pawar" userId="S::parashuram.pawar@apexon.com::5741f813-d969-4516-a20f-88e0b910ce0e" providerId="AD" clId="Web-{CD774FA9-F172-D49C-C1F9-C97C092256FD}" dt="2026-09-24T04:44:25.537" v="189"/>
          <ac:spMkLst>
            <pc:docMk/>
            <pc:sldMk cId="397101827" sldId="2147469457"/>
            <ac:spMk id="102" creationId="{17F0F25D-6283-9F54-6BF8-ABAE6CC79A40}"/>
          </ac:spMkLst>
        </pc:spChg>
        <pc:spChg chg="mod">
          <ac:chgData name="Parashuram V Pawar" userId="S::parashuram.pawar@apexon.com::5741f813-d969-4516-a20f-88e0b910ce0e" providerId="AD" clId="Web-{CD774FA9-F172-D49C-C1F9-C97C092256FD}" dt="2026-09-24T04:44:25.537" v="190"/>
          <ac:spMkLst>
            <pc:docMk/>
            <pc:sldMk cId="397101827" sldId="2147469457"/>
            <ac:spMk id="105" creationId="{BF6BCE3D-BF7F-41D8-5BC4-AD56437256AE}"/>
          </ac:spMkLst>
        </pc:spChg>
        <pc:spChg chg="mod">
          <ac:chgData name="Parashuram V Pawar" userId="S::parashuram.pawar@apexon.com::5741f813-d969-4516-a20f-88e0b910ce0e" providerId="AD" clId="Web-{CD774FA9-F172-D49C-C1F9-C97C092256FD}" dt="2026-09-24T04:44:25.537" v="191"/>
          <ac:spMkLst>
            <pc:docMk/>
            <pc:sldMk cId="397101827" sldId="2147469457"/>
            <ac:spMk id="108" creationId="{51B37FF8-F167-19C2-85C9-D4808EAB15DD}"/>
          </ac:spMkLst>
        </pc:spChg>
        <pc:spChg chg="mod">
          <ac:chgData name="Parashuram V Pawar" userId="S::parashuram.pawar@apexon.com::5741f813-d969-4516-a20f-88e0b910ce0e" providerId="AD" clId="Web-{CD774FA9-F172-D49C-C1F9-C97C092256FD}" dt="2026-09-24T04:44:25.537" v="192"/>
          <ac:spMkLst>
            <pc:docMk/>
            <pc:sldMk cId="397101827" sldId="2147469457"/>
            <ac:spMk id="110" creationId="{4717E938-06C0-1FEA-CFF5-22FCD1637143}"/>
          </ac:spMkLst>
        </pc:spChg>
        <pc:spChg chg="mod">
          <ac:chgData name="Parashuram V Pawar" userId="S::parashuram.pawar@apexon.com::5741f813-d969-4516-a20f-88e0b910ce0e" providerId="AD" clId="Web-{CD774FA9-F172-D49C-C1F9-C97C092256FD}" dt="2026-09-24T04:44:25.537" v="193"/>
          <ac:spMkLst>
            <pc:docMk/>
            <pc:sldMk cId="397101827" sldId="2147469457"/>
            <ac:spMk id="111" creationId="{FB3A8DBB-06A1-7027-8F53-311D48015349}"/>
          </ac:spMkLst>
        </pc:spChg>
        <pc:spChg chg="mod">
          <ac:chgData name="Parashuram V Pawar" userId="S::parashuram.pawar@apexon.com::5741f813-d969-4516-a20f-88e0b910ce0e" providerId="AD" clId="Web-{CD774FA9-F172-D49C-C1F9-C97C092256FD}" dt="2026-09-24T04:44:25.537" v="194"/>
          <ac:spMkLst>
            <pc:docMk/>
            <pc:sldMk cId="397101827" sldId="2147469457"/>
            <ac:spMk id="112" creationId="{06CCD9C3-4C50-8D18-1DF1-36BAD6FB41E5}"/>
          </ac:spMkLst>
        </pc:spChg>
        <pc:spChg chg="mod">
          <ac:chgData name="Parashuram V Pawar" userId="S::parashuram.pawar@apexon.com::5741f813-d969-4516-a20f-88e0b910ce0e" providerId="AD" clId="Web-{CD774FA9-F172-D49C-C1F9-C97C092256FD}" dt="2026-09-24T04:44:25.537" v="195"/>
          <ac:spMkLst>
            <pc:docMk/>
            <pc:sldMk cId="397101827" sldId="2147469457"/>
            <ac:spMk id="113" creationId="{1B8B9C8C-7F0C-0D06-C7F1-61906C51DE89}"/>
          </ac:spMkLst>
        </pc:spChg>
        <pc:spChg chg="mod">
          <ac:chgData name="Parashuram V Pawar" userId="S::parashuram.pawar@apexon.com::5741f813-d969-4516-a20f-88e0b910ce0e" providerId="AD" clId="Web-{CD774FA9-F172-D49C-C1F9-C97C092256FD}" dt="2026-09-24T04:44:25.552" v="196"/>
          <ac:spMkLst>
            <pc:docMk/>
            <pc:sldMk cId="397101827" sldId="2147469457"/>
            <ac:spMk id="114" creationId="{DF4F0F87-B820-9DB0-66AF-44C19A3B2D3E}"/>
          </ac:spMkLst>
        </pc:spChg>
        <pc:spChg chg="mod">
          <ac:chgData name="Parashuram V Pawar" userId="S::parashuram.pawar@apexon.com::5741f813-d969-4516-a20f-88e0b910ce0e" providerId="AD" clId="Web-{CD774FA9-F172-D49C-C1F9-C97C092256FD}" dt="2026-09-24T04:44:25.552" v="197"/>
          <ac:spMkLst>
            <pc:docMk/>
            <pc:sldMk cId="397101827" sldId="2147469457"/>
            <ac:spMk id="115" creationId="{34A0414F-03DB-8303-143B-5834FE9B3556}"/>
          </ac:spMkLst>
        </pc:spChg>
        <pc:spChg chg="mod">
          <ac:chgData name="Parashuram V Pawar" userId="S::parashuram.pawar@apexon.com::5741f813-d969-4516-a20f-88e0b910ce0e" providerId="AD" clId="Web-{CD774FA9-F172-D49C-C1F9-C97C092256FD}" dt="2026-09-24T04:44:25.552" v="198"/>
          <ac:spMkLst>
            <pc:docMk/>
            <pc:sldMk cId="397101827" sldId="2147469457"/>
            <ac:spMk id="117" creationId="{7C23AD60-09D0-4FFD-5E96-D2DD54F9D386}"/>
          </ac:spMkLst>
        </pc:spChg>
        <pc:spChg chg="mod">
          <ac:chgData name="Parashuram V Pawar" userId="S::parashuram.pawar@apexon.com::5741f813-d969-4516-a20f-88e0b910ce0e" providerId="AD" clId="Web-{CD774FA9-F172-D49C-C1F9-C97C092256FD}" dt="2026-09-24T04:44:25.552" v="199"/>
          <ac:spMkLst>
            <pc:docMk/>
            <pc:sldMk cId="397101827" sldId="2147469457"/>
            <ac:spMk id="118" creationId="{BD9C8C58-0C92-058C-FE16-53D8999D738F}"/>
          </ac:spMkLst>
        </pc:spChg>
        <pc:spChg chg="mod">
          <ac:chgData name="Parashuram V Pawar" userId="S::parashuram.pawar@apexon.com::5741f813-d969-4516-a20f-88e0b910ce0e" providerId="AD" clId="Web-{CD774FA9-F172-D49C-C1F9-C97C092256FD}" dt="2026-09-24T04:44:25.552" v="200"/>
          <ac:spMkLst>
            <pc:docMk/>
            <pc:sldMk cId="397101827" sldId="2147469457"/>
            <ac:spMk id="120" creationId="{C78DDE30-27DB-6174-C198-FB7922180EF5}"/>
          </ac:spMkLst>
        </pc:spChg>
        <pc:spChg chg="mod">
          <ac:chgData name="Parashuram V Pawar" userId="S::parashuram.pawar@apexon.com::5741f813-d969-4516-a20f-88e0b910ce0e" providerId="AD" clId="Web-{CD774FA9-F172-D49C-C1F9-C97C092256FD}" dt="2026-09-24T04:44:25.552" v="201"/>
          <ac:spMkLst>
            <pc:docMk/>
            <pc:sldMk cId="397101827" sldId="2147469457"/>
            <ac:spMk id="121" creationId="{1648E84B-F501-2996-F795-B404D29F2B7E}"/>
          </ac:spMkLst>
        </pc:spChg>
        <pc:spChg chg="mod">
          <ac:chgData name="Parashuram V Pawar" userId="S::parashuram.pawar@apexon.com::5741f813-d969-4516-a20f-88e0b910ce0e" providerId="AD" clId="Web-{CD774FA9-F172-D49C-C1F9-C97C092256FD}" dt="2026-09-24T04:44:25.552" v="202"/>
          <ac:spMkLst>
            <pc:docMk/>
            <pc:sldMk cId="397101827" sldId="2147469457"/>
            <ac:spMk id="123" creationId="{73C0DEE7-DDFD-26D2-A479-930AEA1BF410}"/>
          </ac:spMkLst>
        </pc:spChg>
        <pc:spChg chg="mod">
          <ac:chgData name="Parashuram V Pawar" userId="S::parashuram.pawar@apexon.com::5741f813-d969-4516-a20f-88e0b910ce0e" providerId="AD" clId="Web-{CD774FA9-F172-D49C-C1F9-C97C092256FD}" dt="2026-09-24T04:44:25.552" v="203"/>
          <ac:spMkLst>
            <pc:docMk/>
            <pc:sldMk cId="397101827" sldId="2147469457"/>
            <ac:spMk id="124" creationId="{55FE08BE-D746-C16F-9B0F-17B5D730DF35}"/>
          </ac:spMkLst>
        </pc:spChg>
        <pc:spChg chg="mod">
          <ac:chgData name="Parashuram V Pawar" userId="S::parashuram.pawar@apexon.com::5741f813-d969-4516-a20f-88e0b910ce0e" providerId="AD" clId="Web-{CD774FA9-F172-D49C-C1F9-C97C092256FD}" dt="2026-09-24T04:44:25.552" v="204"/>
          <ac:spMkLst>
            <pc:docMk/>
            <pc:sldMk cId="397101827" sldId="2147469457"/>
            <ac:spMk id="126" creationId="{C95ABB38-6550-1D4A-3821-1BB4A9402006}"/>
          </ac:spMkLst>
        </pc:spChg>
        <pc:spChg chg="mod">
          <ac:chgData name="Parashuram V Pawar" userId="S::parashuram.pawar@apexon.com::5741f813-d969-4516-a20f-88e0b910ce0e" providerId="AD" clId="Web-{CD774FA9-F172-D49C-C1F9-C97C092256FD}" dt="2026-09-24T04:44:25.552" v="205"/>
          <ac:spMkLst>
            <pc:docMk/>
            <pc:sldMk cId="397101827" sldId="2147469457"/>
            <ac:spMk id="127" creationId="{4FC74FEE-7E9E-BB63-E8D6-0D2C90F92535}"/>
          </ac:spMkLst>
        </pc:spChg>
        <pc:spChg chg="mod">
          <ac:chgData name="Parashuram V Pawar" userId="S::parashuram.pawar@apexon.com::5741f813-d969-4516-a20f-88e0b910ce0e" providerId="AD" clId="Web-{CD774FA9-F172-D49C-C1F9-C97C092256FD}" dt="2026-09-24T04:44:25.552" v="206"/>
          <ac:spMkLst>
            <pc:docMk/>
            <pc:sldMk cId="397101827" sldId="2147469457"/>
            <ac:spMk id="129" creationId="{B2DF96FD-66FB-F92B-4C69-FC4F2B5A35B3}"/>
          </ac:spMkLst>
        </pc:spChg>
        <pc:spChg chg="mod">
          <ac:chgData name="Parashuram V Pawar" userId="S::parashuram.pawar@apexon.com::5741f813-d969-4516-a20f-88e0b910ce0e" providerId="AD" clId="Web-{CD774FA9-F172-D49C-C1F9-C97C092256FD}" dt="2026-09-24T04:44:25.552" v="207"/>
          <ac:spMkLst>
            <pc:docMk/>
            <pc:sldMk cId="397101827" sldId="2147469457"/>
            <ac:spMk id="130" creationId="{665A734B-C426-69FA-788A-A56E7C9FEF9B}"/>
          </ac:spMkLst>
        </pc:spChg>
        <pc:spChg chg="mod">
          <ac:chgData name="Parashuram V Pawar" userId="S::parashuram.pawar@apexon.com::5741f813-d969-4516-a20f-88e0b910ce0e" providerId="AD" clId="Web-{CD774FA9-F172-D49C-C1F9-C97C092256FD}" dt="2026-09-24T04:44:25.552" v="208"/>
          <ac:spMkLst>
            <pc:docMk/>
            <pc:sldMk cId="397101827" sldId="2147469457"/>
            <ac:spMk id="132" creationId="{A15137C6-6BE6-A4B2-07CB-F4FFC17ACB1D}"/>
          </ac:spMkLst>
        </pc:spChg>
        <pc:spChg chg="mod">
          <ac:chgData name="Parashuram V Pawar" userId="S::parashuram.pawar@apexon.com::5741f813-d969-4516-a20f-88e0b910ce0e" providerId="AD" clId="Web-{CD774FA9-F172-D49C-C1F9-C97C092256FD}" dt="2026-09-24T04:44:25.552" v="209"/>
          <ac:spMkLst>
            <pc:docMk/>
            <pc:sldMk cId="397101827" sldId="2147469457"/>
            <ac:spMk id="133" creationId="{7B0CD96A-9C21-EB36-0938-A1BAD96B2C5D}"/>
          </ac:spMkLst>
        </pc:spChg>
        <pc:spChg chg="mod">
          <ac:chgData name="Parashuram V Pawar" userId="S::parashuram.pawar@apexon.com::5741f813-d969-4516-a20f-88e0b910ce0e" providerId="AD" clId="Web-{CD774FA9-F172-D49C-C1F9-C97C092256FD}" dt="2026-09-24T04:44:25.552" v="210"/>
          <ac:spMkLst>
            <pc:docMk/>
            <pc:sldMk cId="397101827" sldId="2147469457"/>
            <ac:spMk id="134" creationId="{D7E46CCB-1A54-F1EC-F3D3-D89CDCB01CA4}"/>
          </ac:spMkLst>
        </pc:spChg>
        <pc:spChg chg="mod">
          <ac:chgData name="Parashuram V Pawar" userId="S::parashuram.pawar@apexon.com::5741f813-d969-4516-a20f-88e0b910ce0e" providerId="AD" clId="Web-{CD774FA9-F172-D49C-C1F9-C97C092256FD}" dt="2026-09-24T04:44:25.568" v="211"/>
          <ac:spMkLst>
            <pc:docMk/>
            <pc:sldMk cId="397101827" sldId="2147469457"/>
            <ac:spMk id="135" creationId="{5F245E03-F0FF-FB6E-7181-12247D209644}"/>
          </ac:spMkLst>
        </pc:spChg>
        <pc:spChg chg="mod">
          <ac:chgData name="Parashuram V Pawar" userId="S::parashuram.pawar@apexon.com::5741f813-d969-4516-a20f-88e0b910ce0e" providerId="AD" clId="Web-{CD774FA9-F172-D49C-C1F9-C97C092256FD}" dt="2026-09-24T04:44:25.568" v="212"/>
          <ac:spMkLst>
            <pc:docMk/>
            <pc:sldMk cId="397101827" sldId="2147469457"/>
            <ac:spMk id="136" creationId="{298D0717-AF99-E7F8-99E2-95190F8D2A8E}"/>
          </ac:spMkLst>
        </pc:spChg>
        <pc:spChg chg="mod">
          <ac:chgData name="Parashuram V Pawar" userId="S::parashuram.pawar@apexon.com::5741f813-d969-4516-a20f-88e0b910ce0e" providerId="AD" clId="Web-{CD774FA9-F172-D49C-C1F9-C97C092256FD}" dt="2026-09-24T04:44:25.568" v="213"/>
          <ac:spMkLst>
            <pc:docMk/>
            <pc:sldMk cId="397101827" sldId="2147469457"/>
            <ac:spMk id="137" creationId="{603D51C0-62A4-488D-D834-3BF2EFFD2C21}"/>
          </ac:spMkLst>
        </pc:spChg>
        <pc:spChg chg="mod">
          <ac:chgData name="Parashuram V Pawar" userId="S::parashuram.pawar@apexon.com::5741f813-d969-4516-a20f-88e0b910ce0e" providerId="AD" clId="Web-{CD774FA9-F172-D49C-C1F9-C97C092256FD}" dt="2026-09-24T04:44:25.568" v="214"/>
          <ac:spMkLst>
            <pc:docMk/>
            <pc:sldMk cId="397101827" sldId="2147469457"/>
            <ac:spMk id="138" creationId="{1E132EE7-0F0C-539C-4795-8A363A1552EF}"/>
          </ac:spMkLst>
        </pc:spChg>
        <pc:spChg chg="mod">
          <ac:chgData name="Parashuram V Pawar" userId="S::parashuram.pawar@apexon.com::5741f813-d969-4516-a20f-88e0b910ce0e" providerId="AD" clId="Web-{CD774FA9-F172-D49C-C1F9-C97C092256FD}" dt="2026-09-24T04:44:25.568" v="215"/>
          <ac:spMkLst>
            <pc:docMk/>
            <pc:sldMk cId="397101827" sldId="2147469457"/>
            <ac:spMk id="139" creationId="{F99FA94A-2659-6291-CCA9-D649BEA699ED}"/>
          </ac:spMkLst>
        </pc:spChg>
        <pc:spChg chg="mod">
          <ac:chgData name="Parashuram V Pawar" userId="S::parashuram.pawar@apexon.com::5741f813-d969-4516-a20f-88e0b910ce0e" providerId="AD" clId="Web-{CD774FA9-F172-D49C-C1F9-C97C092256FD}" dt="2026-09-24T04:44:25.568" v="216"/>
          <ac:spMkLst>
            <pc:docMk/>
            <pc:sldMk cId="397101827" sldId="2147469457"/>
            <ac:spMk id="140" creationId="{820DEDAE-FB41-682A-1243-4DBD2C88E5E1}"/>
          </ac:spMkLst>
        </pc:spChg>
        <pc:spChg chg="mod">
          <ac:chgData name="Parashuram V Pawar" userId="S::parashuram.pawar@apexon.com::5741f813-d969-4516-a20f-88e0b910ce0e" providerId="AD" clId="Web-{CD774FA9-F172-D49C-C1F9-C97C092256FD}" dt="2026-09-24T04:44:25.568" v="217"/>
          <ac:spMkLst>
            <pc:docMk/>
            <pc:sldMk cId="397101827" sldId="2147469457"/>
            <ac:spMk id="141" creationId="{CAB02772-DB0C-41B9-B808-EA6FBC549504}"/>
          </ac:spMkLst>
        </pc:spChg>
        <pc:spChg chg="mod">
          <ac:chgData name="Parashuram V Pawar" userId="S::parashuram.pawar@apexon.com::5741f813-d969-4516-a20f-88e0b910ce0e" providerId="AD" clId="Web-{CD774FA9-F172-D49C-C1F9-C97C092256FD}" dt="2026-09-24T04:44:25.568" v="218"/>
          <ac:spMkLst>
            <pc:docMk/>
            <pc:sldMk cId="397101827" sldId="2147469457"/>
            <ac:spMk id="142" creationId="{1366E12D-6D8D-B145-4168-D1BA2E94BA0A}"/>
          </ac:spMkLst>
        </pc:spChg>
        <pc:spChg chg="mod">
          <ac:chgData name="Parashuram V Pawar" userId="S::parashuram.pawar@apexon.com::5741f813-d969-4516-a20f-88e0b910ce0e" providerId="AD" clId="Web-{CD774FA9-F172-D49C-C1F9-C97C092256FD}" dt="2026-09-24T04:44:25.568" v="219"/>
          <ac:spMkLst>
            <pc:docMk/>
            <pc:sldMk cId="397101827" sldId="2147469457"/>
            <ac:spMk id="143" creationId="{54565DCB-D42A-2585-A5EA-EE4DF723EEB5}"/>
          </ac:spMkLst>
        </pc:spChg>
        <pc:spChg chg="mod">
          <ac:chgData name="Parashuram V Pawar" userId="S::parashuram.pawar@apexon.com::5741f813-d969-4516-a20f-88e0b910ce0e" providerId="AD" clId="Web-{CD774FA9-F172-D49C-C1F9-C97C092256FD}" dt="2026-09-24T04:44:25.568" v="220"/>
          <ac:spMkLst>
            <pc:docMk/>
            <pc:sldMk cId="397101827" sldId="2147469457"/>
            <ac:spMk id="163" creationId="{69D8A950-6EA0-8B0E-805A-F67F8812F1F1}"/>
          </ac:spMkLst>
        </pc:spChg>
        <pc:spChg chg="mod">
          <ac:chgData name="Parashuram V Pawar" userId="S::parashuram.pawar@apexon.com::5741f813-d969-4516-a20f-88e0b910ce0e" providerId="AD" clId="Web-{CD774FA9-F172-D49C-C1F9-C97C092256FD}" dt="2026-09-24T04:44:25.568" v="221"/>
          <ac:spMkLst>
            <pc:docMk/>
            <pc:sldMk cId="397101827" sldId="2147469457"/>
            <ac:spMk id="164" creationId="{664BFDB1-1702-411C-F93E-A1D231320C3A}"/>
          </ac:spMkLst>
        </pc:spChg>
        <pc:spChg chg="mod">
          <ac:chgData name="Parashuram V Pawar" userId="S::parashuram.pawar@apexon.com::5741f813-d969-4516-a20f-88e0b910ce0e" providerId="AD" clId="Web-{CD774FA9-F172-D49C-C1F9-C97C092256FD}" dt="2026-09-24T04:44:25.568" v="222"/>
          <ac:spMkLst>
            <pc:docMk/>
            <pc:sldMk cId="397101827" sldId="2147469457"/>
            <ac:spMk id="165" creationId="{4B826767-E8DD-0D14-A480-D7A06C53AC48}"/>
          </ac:spMkLst>
        </pc:spChg>
        <pc:spChg chg="mod">
          <ac:chgData name="Parashuram V Pawar" userId="S::parashuram.pawar@apexon.com::5741f813-d969-4516-a20f-88e0b910ce0e" providerId="AD" clId="Web-{CD774FA9-F172-D49C-C1F9-C97C092256FD}" dt="2026-09-24T04:44:25.568" v="223"/>
          <ac:spMkLst>
            <pc:docMk/>
            <pc:sldMk cId="397101827" sldId="2147469457"/>
            <ac:spMk id="166" creationId="{462611C4-CE3D-3E43-C286-24794C450B2C}"/>
          </ac:spMkLst>
        </pc:spChg>
        <pc:spChg chg="mod">
          <ac:chgData name="Parashuram V Pawar" userId="S::parashuram.pawar@apexon.com::5741f813-d969-4516-a20f-88e0b910ce0e" providerId="AD" clId="Web-{CD774FA9-F172-D49C-C1F9-C97C092256FD}" dt="2026-09-24T04:44:25.568" v="224"/>
          <ac:spMkLst>
            <pc:docMk/>
            <pc:sldMk cId="397101827" sldId="2147469457"/>
            <ac:spMk id="167" creationId="{51E59861-0BF4-1EEF-D05B-54EAA3F4000D}"/>
          </ac:spMkLst>
        </pc:spChg>
      </pc:sldChg>
      <pc:sldChg chg="modSp">
        <pc:chgData name="Parashuram V Pawar" userId="S::parashuram.pawar@apexon.com::5741f813-d969-4516-a20f-88e0b910ce0e" providerId="AD" clId="Web-{CD774FA9-F172-D49C-C1F9-C97C092256FD}" dt="2026-09-24T04:41:54.156" v="102"/>
        <pc:sldMkLst>
          <pc:docMk/>
          <pc:sldMk cId="2290371381" sldId="2147469471"/>
        </pc:sldMkLst>
        <pc:spChg chg="mod">
          <ac:chgData name="Parashuram V Pawar" userId="S::parashuram.pawar@apexon.com::5741f813-d969-4516-a20f-88e0b910ce0e" providerId="AD" clId="Web-{CD774FA9-F172-D49C-C1F9-C97C092256FD}" dt="2026-09-24T04:41:53.828" v="88"/>
          <ac:spMkLst>
            <pc:docMk/>
            <pc:sldMk cId="2290371381" sldId="2147469471"/>
            <ac:spMk id="2" creationId="{83F97022-56AE-83E6-C0F3-2CD069D63DD6}"/>
          </ac:spMkLst>
        </pc:spChg>
        <pc:spChg chg="mod">
          <ac:chgData name="Parashuram V Pawar" userId="S::parashuram.pawar@apexon.com::5741f813-d969-4516-a20f-88e0b910ce0e" providerId="AD" clId="Web-{CD774FA9-F172-D49C-C1F9-C97C092256FD}" dt="2026-09-24T04:41:53.828" v="94"/>
          <ac:spMkLst>
            <pc:docMk/>
            <pc:sldMk cId="2290371381" sldId="2147469471"/>
            <ac:spMk id="3" creationId="{AEE31CF8-F666-CD4A-C167-86BF45F02CA0}"/>
          </ac:spMkLst>
        </pc:spChg>
        <pc:spChg chg="mod">
          <ac:chgData name="Parashuram V Pawar" userId="S::parashuram.pawar@apexon.com::5741f813-d969-4516-a20f-88e0b910ce0e" providerId="AD" clId="Web-{CD774FA9-F172-D49C-C1F9-C97C092256FD}" dt="2026-09-24T04:41:53.828" v="95"/>
          <ac:spMkLst>
            <pc:docMk/>
            <pc:sldMk cId="2290371381" sldId="2147469471"/>
            <ac:spMk id="4" creationId="{B538B373-0EB3-BAFC-D8EB-2E163046D741}"/>
          </ac:spMkLst>
        </pc:spChg>
        <pc:spChg chg="mod">
          <ac:chgData name="Parashuram V Pawar" userId="S::parashuram.pawar@apexon.com::5741f813-d969-4516-a20f-88e0b910ce0e" providerId="AD" clId="Web-{CD774FA9-F172-D49C-C1F9-C97C092256FD}" dt="2026-09-24T04:41:54.156" v="102"/>
          <ac:spMkLst>
            <pc:docMk/>
            <pc:sldMk cId="2290371381" sldId="2147469471"/>
            <ac:spMk id="5" creationId="{9883F6EB-1B99-8296-33AA-0B970795459A}"/>
          </ac:spMkLst>
        </pc:spChg>
        <pc:spChg chg="mod">
          <ac:chgData name="Parashuram V Pawar" userId="S::parashuram.pawar@apexon.com::5741f813-d969-4516-a20f-88e0b910ce0e" providerId="AD" clId="Web-{CD774FA9-F172-D49C-C1F9-C97C092256FD}" dt="2026-09-24T04:41:53.828" v="89"/>
          <ac:spMkLst>
            <pc:docMk/>
            <pc:sldMk cId="2290371381" sldId="2147469471"/>
            <ac:spMk id="8" creationId="{16E1C8E0-F15F-46A8-D90F-C67EC70E515D}"/>
          </ac:spMkLst>
        </pc:spChg>
        <pc:spChg chg="mod">
          <ac:chgData name="Parashuram V Pawar" userId="S::parashuram.pawar@apexon.com::5741f813-d969-4516-a20f-88e0b910ce0e" providerId="AD" clId="Web-{CD774FA9-F172-D49C-C1F9-C97C092256FD}" dt="2026-09-24T04:41:53.828" v="90"/>
          <ac:spMkLst>
            <pc:docMk/>
            <pc:sldMk cId="2290371381" sldId="2147469471"/>
            <ac:spMk id="12" creationId="{1D9E6972-6D4E-C3A5-A19B-1EE39DB59E35}"/>
          </ac:spMkLst>
        </pc:spChg>
        <pc:spChg chg="mod">
          <ac:chgData name="Parashuram V Pawar" userId="S::parashuram.pawar@apexon.com::5741f813-d969-4516-a20f-88e0b910ce0e" providerId="AD" clId="Web-{CD774FA9-F172-D49C-C1F9-C97C092256FD}" dt="2026-09-24T04:41:53.828" v="91"/>
          <ac:spMkLst>
            <pc:docMk/>
            <pc:sldMk cId="2290371381" sldId="2147469471"/>
            <ac:spMk id="14" creationId="{9AF09879-0BE4-FA72-F769-EFA6A5EEA9B1}"/>
          </ac:spMkLst>
        </pc:spChg>
        <pc:spChg chg="mod">
          <ac:chgData name="Parashuram V Pawar" userId="S::parashuram.pawar@apexon.com::5741f813-d969-4516-a20f-88e0b910ce0e" providerId="AD" clId="Web-{CD774FA9-F172-D49C-C1F9-C97C092256FD}" dt="2026-09-24T04:41:53.828" v="92"/>
          <ac:spMkLst>
            <pc:docMk/>
            <pc:sldMk cId="2290371381" sldId="2147469471"/>
            <ac:spMk id="17" creationId="{4C3BBE77-C68D-736D-4423-93D579953EBA}"/>
          </ac:spMkLst>
        </pc:spChg>
        <pc:spChg chg="mod">
          <ac:chgData name="Parashuram V Pawar" userId="S::parashuram.pawar@apexon.com::5741f813-d969-4516-a20f-88e0b910ce0e" providerId="AD" clId="Web-{CD774FA9-F172-D49C-C1F9-C97C092256FD}" dt="2026-09-24T04:41:53.828" v="93"/>
          <ac:spMkLst>
            <pc:docMk/>
            <pc:sldMk cId="2290371381" sldId="2147469471"/>
            <ac:spMk id="20" creationId="{ACD74C29-B1DF-822F-3119-632325A83392}"/>
          </ac:spMkLst>
        </pc:spChg>
        <pc:spChg chg="mod">
          <ac:chgData name="Parashuram V Pawar" userId="S::parashuram.pawar@apexon.com::5741f813-d969-4516-a20f-88e0b910ce0e" providerId="AD" clId="Web-{CD774FA9-F172-D49C-C1F9-C97C092256FD}" dt="2026-09-24T04:41:53.828" v="96"/>
          <ac:spMkLst>
            <pc:docMk/>
            <pc:sldMk cId="2290371381" sldId="2147469471"/>
            <ac:spMk id="22" creationId="{D4FF88CE-CCCB-08AD-BF89-99DBE137DC0D}"/>
          </ac:spMkLst>
        </pc:spChg>
        <pc:spChg chg="mod">
          <ac:chgData name="Parashuram V Pawar" userId="S::parashuram.pawar@apexon.com::5741f813-d969-4516-a20f-88e0b910ce0e" providerId="AD" clId="Web-{CD774FA9-F172-D49C-C1F9-C97C092256FD}" dt="2026-09-24T04:41:53.828" v="97"/>
          <ac:spMkLst>
            <pc:docMk/>
            <pc:sldMk cId="2290371381" sldId="2147469471"/>
            <ac:spMk id="23" creationId="{3CB1F09A-3F29-4051-1D67-1EC936E5BABE}"/>
          </ac:spMkLst>
        </pc:spChg>
        <pc:spChg chg="mod">
          <ac:chgData name="Parashuram V Pawar" userId="S::parashuram.pawar@apexon.com::5741f813-d969-4516-a20f-88e0b910ce0e" providerId="AD" clId="Web-{CD774FA9-F172-D49C-C1F9-C97C092256FD}" dt="2026-09-24T04:41:53.828" v="98"/>
          <ac:spMkLst>
            <pc:docMk/>
            <pc:sldMk cId="2290371381" sldId="2147469471"/>
            <ac:spMk id="24" creationId="{78BB11B4-B065-4830-1D0D-858B84CCF0C5}"/>
          </ac:spMkLst>
        </pc:spChg>
        <pc:spChg chg="mod">
          <ac:chgData name="Parashuram V Pawar" userId="S::parashuram.pawar@apexon.com::5741f813-d969-4516-a20f-88e0b910ce0e" providerId="AD" clId="Web-{CD774FA9-F172-D49C-C1F9-C97C092256FD}" dt="2026-09-24T04:41:53.828" v="99"/>
          <ac:spMkLst>
            <pc:docMk/>
            <pc:sldMk cId="2290371381" sldId="2147469471"/>
            <ac:spMk id="25" creationId="{59106854-6F7F-37D8-9E52-21FBDED9065D}"/>
          </ac:spMkLst>
        </pc:spChg>
        <pc:spChg chg="mod">
          <ac:chgData name="Parashuram V Pawar" userId="S::parashuram.pawar@apexon.com::5741f813-d969-4516-a20f-88e0b910ce0e" providerId="AD" clId="Web-{CD774FA9-F172-D49C-C1F9-C97C092256FD}" dt="2026-09-24T04:41:53.812" v="83"/>
          <ac:spMkLst>
            <pc:docMk/>
            <pc:sldMk cId="2290371381" sldId="2147469471"/>
            <ac:spMk id="36" creationId="{183DAB28-42F8-BA3E-162F-7AFF92905CCB}"/>
          </ac:spMkLst>
        </pc:spChg>
        <pc:spChg chg="mod">
          <ac:chgData name="Parashuram V Pawar" userId="S::parashuram.pawar@apexon.com::5741f813-d969-4516-a20f-88e0b910ce0e" providerId="AD" clId="Web-{CD774FA9-F172-D49C-C1F9-C97C092256FD}" dt="2026-09-24T04:41:53.828" v="100"/>
          <ac:spMkLst>
            <pc:docMk/>
            <pc:sldMk cId="2290371381" sldId="2147469471"/>
            <ac:spMk id="42" creationId="{4C25A7E2-31F5-C1A5-82D1-734E2A72E9B8}"/>
          </ac:spMkLst>
        </pc:spChg>
        <pc:spChg chg="mod">
          <ac:chgData name="Parashuram V Pawar" userId="S::parashuram.pawar@apexon.com::5741f813-d969-4516-a20f-88e0b910ce0e" providerId="AD" clId="Web-{CD774FA9-F172-D49C-C1F9-C97C092256FD}" dt="2026-09-24T04:41:53.812" v="84"/>
          <ac:spMkLst>
            <pc:docMk/>
            <pc:sldMk cId="2290371381" sldId="2147469471"/>
            <ac:spMk id="58" creationId="{69CDA230-7772-C015-5A6E-238A8EF8EF73}"/>
          </ac:spMkLst>
        </pc:spChg>
        <pc:spChg chg="mod">
          <ac:chgData name="Parashuram V Pawar" userId="S::parashuram.pawar@apexon.com::5741f813-d969-4516-a20f-88e0b910ce0e" providerId="AD" clId="Web-{CD774FA9-F172-D49C-C1F9-C97C092256FD}" dt="2026-09-24T04:41:53.828" v="85"/>
          <ac:spMkLst>
            <pc:docMk/>
            <pc:sldMk cId="2290371381" sldId="2147469471"/>
            <ac:spMk id="61" creationId="{18DA07BD-1EED-24FE-6864-370248AB6259}"/>
          </ac:spMkLst>
        </pc:spChg>
        <pc:spChg chg="mod">
          <ac:chgData name="Parashuram V Pawar" userId="S::parashuram.pawar@apexon.com::5741f813-d969-4516-a20f-88e0b910ce0e" providerId="AD" clId="Web-{CD774FA9-F172-D49C-C1F9-C97C092256FD}" dt="2026-09-24T04:41:53.828" v="86"/>
          <ac:spMkLst>
            <pc:docMk/>
            <pc:sldMk cId="2290371381" sldId="2147469471"/>
            <ac:spMk id="76" creationId="{9EE5F561-B3E6-0B7C-9C66-DA407B94BFE5}"/>
          </ac:spMkLst>
        </pc:spChg>
        <pc:spChg chg="mod">
          <ac:chgData name="Parashuram V Pawar" userId="S::parashuram.pawar@apexon.com::5741f813-d969-4516-a20f-88e0b910ce0e" providerId="AD" clId="Web-{CD774FA9-F172-D49C-C1F9-C97C092256FD}" dt="2026-09-24T04:41:53.828" v="101"/>
          <ac:spMkLst>
            <pc:docMk/>
            <pc:sldMk cId="2290371381" sldId="2147469471"/>
            <ac:spMk id="79" creationId="{9BE5B899-3074-0F3E-E2C1-D36C4C4CF878}"/>
          </ac:spMkLst>
        </pc:spChg>
        <pc:spChg chg="mod">
          <ac:chgData name="Parashuram V Pawar" userId="S::parashuram.pawar@apexon.com::5741f813-d969-4516-a20f-88e0b910ce0e" providerId="AD" clId="Web-{CD774FA9-F172-D49C-C1F9-C97C092256FD}" dt="2026-09-24T04:41:53.828" v="87"/>
          <ac:spMkLst>
            <pc:docMk/>
            <pc:sldMk cId="2290371381" sldId="2147469471"/>
            <ac:spMk id="85" creationId="{E4320F60-2DAB-EEF3-4272-ADD36C0A7E6F}"/>
          </ac:spMkLst>
        </pc:spChg>
      </pc:sldChg>
      <pc:sldChg chg="modSp">
        <pc:chgData name="Parashuram V Pawar" userId="S::parashuram.pawar@apexon.com::5741f813-d969-4516-a20f-88e0b910ce0e" providerId="AD" clId="Web-{CD774FA9-F172-D49C-C1F9-C97C092256FD}" dt="2026-09-24T04:40:46.341" v="6"/>
        <pc:sldMkLst>
          <pc:docMk/>
          <pc:sldMk cId="1058620212" sldId="2147469473"/>
        </pc:sldMkLst>
        <pc:spChg chg="mod">
          <ac:chgData name="Parashuram V Pawar" userId="S::parashuram.pawar@apexon.com::5741f813-d969-4516-a20f-88e0b910ce0e" providerId="AD" clId="Web-{CD774FA9-F172-D49C-C1F9-C97C092256FD}" dt="2026-09-24T04:40:46.263" v="0"/>
          <ac:spMkLst>
            <pc:docMk/>
            <pc:sldMk cId="1058620212" sldId="2147469473"/>
            <ac:spMk id="2" creationId="{A71ADFC5-F935-C7E2-4AFC-D65ABD03D0B7}"/>
          </ac:spMkLst>
        </pc:spChg>
        <pc:spChg chg="mod">
          <ac:chgData name="Parashuram V Pawar" userId="S::parashuram.pawar@apexon.com::5741f813-d969-4516-a20f-88e0b910ce0e" providerId="AD" clId="Web-{CD774FA9-F172-D49C-C1F9-C97C092256FD}" dt="2026-09-24T04:40:46.263" v="1"/>
          <ac:spMkLst>
            <pc:docMk/>
            <pc:sldMk cId="1058620212" sldId="2147469473"/>
            <ac:spMk id="5" creationId="{5F3578CB-376F-1A77-9E16-DE12F3DF6EFB}"/>
          </ac:spMkLst>
        </pc:spChg>
        <pc:spChg chg="mod">
          <ac:chgData name="Parashuram V Pawar" userId="S::parashuram.pawar@apexon.com::5741f813-d969-4516-a20f-88e0b910ce0e" providerId="AD" clId="Web-{CD774FA9-F172-D49C-C1F9-C97C092256FD}" dt="2026-09-24T04:40:46.263" v="2"/>
          <ac:spMkLst>
            <pc:docMk/>
            <pc:sldMk cId="1058620212" sldId="2147469473"/>
            <ac:spMk id="6" creationId="{8A87EA0A-FA54-F623-B6A1-18BF63C7CC58}"/>
          </ac:spMkLst>
        </pc:spChg>
        <pc:spChg chg="mod">
          <ac:chgData name="Parashuram V Pawar" userId="S::parashuram.pawar@apexon.com::5741f813-d969-4516-a20f-88e0b910ce0e" providerId="AD" clId="Web-{CD774FA9-F172-D49C-C1F9-C97C092256FD}" dt="2026-09-24T04:40:46.263" v="3"/>
          <ac:spMkLst>
            <pc:docMk/>
            <pc:sldMk cId="1058620212" sldId="2147469473"/>
            <ac:spMk id="7" creationId="{78BA044B-A03A-5AB7-C1C7-39BCE319B8BA}"/>
          </ac:spMkLst>
        </pc:spChg>
        <pc:spChg chg="mod">
          <ac:chgData name="Parashuram V Pawar" userId="S::parashuram.pawar@apexon.com::5741f813-d969-4516-a20f-88e0b910ce0e" providerId="AD" clId="Web-{CD774FA9-F172-D49C-C1F9-C97C092256FD}" dt="2026-09-24T04:40:46.263" v="4"/>
          <ac:spMkLst>
            <pc:docMk/>
            <pc:sldMk cId="1058620212" sldId="2147469473"/>
            <ac:spMk id="8" creationId="{9C119A10-5099-AE32-98E8-9D8614073C4C}"/>
          </ac:spMkLst>
        </pc:spChg>
        <pc:spChg chg="mod">
          <ac:chgData name="Parashuram V Pawar" userId="S::parashuram.pawar@apexon.com::5741f813-d969-4516-a20f-88e0b910ce0e" providerId="AD" clId="Web-{CD774FA9-F172-D49C-C1F9-C97C092256FD}" dt="2026-09-24T04:40:46.278" v="5"/>
          <ac:spMkLst>
            <pc:docMk/>
            <pc:sldMk cId="1058620212" sldId="2147469473"/>
            <ac:spMk id="9" creationId="{C7A518DB-2627-75A3-9A50-9B46D1835B60}"/>
          </ac:spMkLst>
        </pc:spChg>
        <pc:spChg chg="mod">
          <ac:chgData name="Parashuram V Pawar" userId="S::parashuram.pawar@apexon.com::5741f813-d969-4516-a20f-88e0b910ce0e" providerId="AD" clId="Web-{CD774FA9-F172-D49C-C1F9-C97C092256FD}" dt="2026-09-24T04:40:46.341" v="6"/>
          <ac:spMkLst>
            <pc:docMk/>
            <pc:sldMk cId="1058620212" sldId="2147469473"/>
            <ac:spMk id="10" creationId="{544C5F03-2AD8-7C94-6168-DDE94B64833F}"/>
          </ac:spMkLst>
        </pc:spChg>
      </pc:sldChg>
      <pc:sldChg chg="modSp">
        <pc:chgData name="Parashuram V Pawar" userId="S::parashuram.pawar@apexon.com::5741f813-d969-4516-a20f-88e0b910ce0e" providerId="AD" clId="Web-{CD774FA9-F172-D49C-C1F9-C97C092256FD}" dt="2026-09-24T04:44:51.835" v="240"/>
        <pc:sldMkLst>
          <pc:docMk/>
          <pc:sldMk cId="3722485986" sldId="2147469474"/>
        </pc:sldMkLst>
        <pc:spChg chg="mod">
          <ac:chgData name="Parashuram V Pawar" userId="S::parashuram.pawar@apexon.com::5741f813-d969-4516-a20f-88e0b910ce0e" providerId="AD" clId="Web-{CD774FA9-F172-D49C-C1F9-C97C092256FD}" dt="2026-09-24T04:44:51.788" v="238"/>
          <ac:spMkLst>
            <pc:docMk/>
            <pc:sldMk cId="3722485986" sldId="2147469474"/>
            <ac:spMk id="2" creationId="{97D1FD30-2261-EAE3-F5B0-5B17B7B51B84}"/>
          </ac:spMkLst>
        </pc:spChg>
        <pc:spChg chg="mod">
          <ac:chgData name="Parashuram V Pawar" userId="S::parashuram.pawar@apexon.com::5741f813-d969-4516-a20f-88e0b910ce0e" providerId="AD" clId="Web-{CD774FA9-F172-D49C-C1F9-C97C092256FD}" dt="2026-09-24T04:44:51.788" v="239"/>
          <ac:spMkLst>
            <pc:docMk/>
            <pc:sldMk cId="3722485986" sldId="2147469474"/>
            <ac:spMk id="5" creationId="{8349BD0C-12E7-6E5A-C004-A0F284C49F67}"/>
          </ac:spMkLst>
        </pc:spChg>
        <pc:spChg chg="mod">
          <ac:chgData name="Parashuram V Pawar" userId="S::parashuram.pawar@apexon.com::5741f813-d969-4516-a20f-88e0b910ce0e" providerId="AD" clId="Web-{CD774FA9-F172-D49C-C1F9-C97C092256FD}" dt="2026-09-24T04:44:51.835" v="240"/>
          <ac:spMkLst>
            <pc:docMk/>
            <pc:sldMk cId="3722485986" sldId="2147469474"/>
            <ac:spMk id="6" creationId="{C1DB6CB8-9CFF-79C1-88DB-977E5DFF4A7C}"/>
          </ac:spMkLst>
        </pc:spChg>
      </pc:sldChg>
      <pc:sldChg chg="modSp">
        <pc:chgData name="Parashuram V Pawar" userId="S::parashuram.pawar@apexon.com::5741f813-d969-4516-a20f-88e0b910ce0e" providerId="AD" clId="Web-{CD774FA9-F172-D49C-C1F9-C97C092256FD}" dt="2026-09-24T04:45:31.898" v="254"/>
        <pc:sldMkLst>
          <pc:docMk/>
          <pc:sldMk cId="2870930848" sldId="2147469475"/>
        </pc:sldMkLst>
        <pc:spChg chg="mod">
          <ac:chgData name="Parashuram V Pawar" userId="S::parashuram.pawar@apexon.com::5741f813-d969-4516-a20f-88e0b910ce0e" providerId="AD" clId="Web-{CD774FA9-F172-D49C-C1F9-C97C092256FD}" dt="2026-09-24T04:45:31.727" v="247"/>
          <ac:spMkLst>
            <pc:docMk/>
            <pc:sldMk cId="2870930848" sldId="2147469475"/>
            <ac:spMk id="2" creationId="{BB8BF613-48F1-3286-026B-4AFBB7C98FBE}"/>
          </ac:spMkLst>
        </pc:spChg>
        <pc:spChg chg="mod">
          <ac:chgData name="Parashuram V Pawar" userId="S::parashuram.pawar@apexon.com::5741f813-d969-4516-a20f-88e0b910ce0e" providerId="AD" clId="Web-{CD774FA9-F172-D49C-C1F9-C97C092256FD}" dt="2026-09-24T04:45:31.727" v="249"/>
          <ac:spMkLst>
            <pc:docMk/>
            <pc:sldMk cId="2870930848" sldId="2147469475"/>
            <ac:spMk id="3" creationId="{B78A315F-6239-EB04-C63C-50A217691B03}"/>
          </ac:spMkLst>
        </pc:spChg>
        <pc:spChg chg="mod">
          <ac:chgData name="Parashuram V Pawar" userId="S::parashuram.pawar@apexon.com::5741f813-d969-4516-a20f-88e0b910ce0e" providerId="AD" clId="Web-{CD774FA9-F172-D49C-C1F9-C97C092256FD}" dt="2026-09-24T04:45:31.727" v="250"/>
          <ac:spMkLst>
            <pc:docMk/>
            <pc:sldMk cId="2870930848" sldId="2147469475"/>
            <ac:spMk id="4" creationId="{B71EBB48-25C9-9D81-7FC2-D15BF1FDE5E2}"/>
          </ac:spMkLst>
        </pc:spChg>
        <pc:spChg chg="mod">
          <ac:chgData name="Parashuram V Pawar" userId="S::parashuram.pawar@apexon.com::5741f813-d969-4516-a20f-88e0b910ce0e" providerId="AD" clId="Web-{CD774FA9-F172-D49C-C1F9-C97C092256FD}" dt="2026-09-24T04:45:31.727" v="251"/>
          <ac:spMkLst>
            <pc:docMk/>
            <pc:sldMk cId="2870930848" sldId="2147469475"/>
            <ac:spMk id="5" creationId="{5564E0B6-3E3D-8419-A206-F5C0D9CEB0EE}"/>
          </ac:spMkLst>
        </pc:spChg>
        <pc:spChg chg="mod">
          <ac:chgData name="Parashuram V Pawar" userId="S::parashuram.pawar@apexon.com::5741f813-d969-4516-a20f-88e0b910ce0e" providerId="AD" clId="Web-{CD774FA9-F172-D49C-C1F9-C97C092256FD}" dt="2026-09-24T04:45:31.727" v="252"/>
          <ac:spMkLst>
            <pc:docMk/>
            <pc:sldMk cId="2870930848" sldId="2147469475"/>
            <ac:spMk id="6" creationId="{495549EF-98A4-A3E0-7FDA-25A8C42200F9}"/>
          </ac:spMkLst>
        </pc:spChg>
        <pc:spChg chg="mod">
          <ac:chgData name="Parashuram V Pawar" userId="S::parashuram.pawar@apexon.com::5741f813-d969-4516-a20f-88e0b910ce0e" providerId="AD" clId="Web-{CD774FA9-F172-D49C-C1F9-C97C092256FD}" dt="2026-09-24T04:45:31.742" v="253"/>
          <ac:spMkLst>
            <pc:docMk/>
            <pc:sldMk cId="2870930848" sldId="2147469475"/>
            <ac:spMk id="7" creationId="{44379E6B-4185-B6F8-CF9F-A92263FA3551}"/>
          </ac:spMkLst>
        </pc:spChg>
        <pc:spChg chg="mod">
          <ac:chgData name="Parashuram V Pawar" userId="S::parashuram.pawar@apexon.com::5741f813-d969-4516-a20f-88e0b910ce0e" providerId="AD" clId="Web-{CD774FA9-F172-D49C-C1F9-C97C092256FD}" dt="2026-09-24T04:45:31.898" v="254"/>
          <ac:spMkLst>
            <pc:docMk/>
            <pc:sldMk cId="2870930848" sldId="2147469475"/>
            <ac:spMk id="8" creationId="{1D43435D-3078-F119-632C-A0CAD0A5E175}"/>
          </ac:spMkLst>
        </pc:spChg>
        <pc:spChg chg="mod">
          <ac:chgData name="Parashuram V Pawar" userId="S::parashuram.pawar@apexon.com::5741f813-d969-4516-a20f-88e0b910ce0e" providerId="AD" clId="Web-{CD774FA9-F172-D49C-C1F9-C97C092256FD}" dt="2026-09-24T04:45:31.727" v="248"/>
          <ac:spMkLst>
            <pc:docMk/>
            <pc:sldMk cId="2870930848" sldId="2147469475"/>
            <ac:spMk id="11" creationId="{E0526AD2-6A1F-4CE0-2F0D-E49788C50EF8}"/>
          </ac:spMkLst>
        </pc:spChg>
      </pc:sldChg>
      <pc:sldChg chg="modSp">
        <pc:chgData name="Parashuram V Pawar" userId="S::parashuram.pawar@apexon.com::5741f813-d969-4516-a20f-88e0b910ce0e" providerId="AD" clId="Web-{CD774FA9-F172-D49C-C1F9-C97C092256FD}" dt="2026-09-24T04:42:08.172" v="106"/>
        <pc:sldMkLst>
          <pc:docMk/>
          <pc:sldMk cId="374570994" sldId="2147469476"/>
        </pc:sldMkLst>
        <pc:spChg chg="mod">
          <ac:chgData name="Parashuram V Pawar" userId="S::parashuram.pawar@apexon.com::5741f813-d969-4516-a20f-88e0b910ce0e" providerId="AD" clId="Web-{CD774FA9-F172-D49C-C1F9-C97C092256FD}" dt="2026-09-24T04:42:08.094" v="104"/>
          <ac:spMkLst>
            <pc:docMk/>
            <pc:sldMk cId="374570994" sldId="2147469476"/>
            <ac:spMk id="2" creationId="{0C6CB358-E88A-D1CD-E6D1-D56F4C8447BA}"/>
          </ac:spMkLst>
        </pc:spChg>
        <pc:spChg chg="mod">
          <ac:chgData name="Parashuram V Pawar" userId="S::parashuram.pawar@apexon.com::5741f813-d969-4516-a20f-88e0b910ce0e" providerId="AD" clId="Web-{CD774FA9-F172-D49C-C1F9-C97C092256FD}" dt="2026-09-24T04:42:08.110" v="105"/>
          <ac:spMkLst>
            <pc:docMk/>
            <pc:sldMk cId="374570994" sldId="2147469476"/>
            <ac:spMk id="10" creationId="{9842EF17-6C9D-78B6-0BA7-9615D3C6554E}"/>
          </ac:spMkLst>
        </pc:spChg>
        <pc:spChg chg="mod">
          <ac:chgData name="Parashuram V Pawar" userId="S::parashuram.pawar@apexon.com::5741f813-d969-4516-a20f-88e0b910ce0e" providerId="AD" clId="Web-{CD774FA9-F172-D49C-C1F9-C97C092256FD}" dt="2026-09-24T04:42:08.172" v="106"/>
          <ac:spMkLst>
            <pc:docMk/>
            <pc:sldMk cId="374570994" sldId="2147469476"/>
            <ac:spMk id="15" creationId="{DAB5867E-622E-D910-4A36-3FBD35F6A00D}"/>
          </ac:spMkLst>
        </pc:spChg>
        <pc:spChg chg="mod">
          <ac:chgData name="Parashuram V Pawar" userId="S::parashuram.pawar@apexon.com::5741f813-d969-4516-a20f-88e0b910ce0e" providerId="AD" clId="Web-{CD774FA9-F172-D49C-C1F9-C97C092256FD}" dt="2026-09-24T04:42:08.094" v="103"/>
          <ac:spMkLst>
            <pc:docMk/>
            <pc:sldMk cId="374570994" sldId="2147469476"/>
            <ac:spMk id="49" creationId="{04424F9B-F6AA-C649-4B88-89C764F4A852}"/>
          </ac:spMkLst>
        </pc:spChg>
      </pc:sldChg>
      <pc:sldChg chg="modSp">
        <pc:chgData name="Parashuram V Pawar" userId="S::parashuram.pawar@apexon.com::5741f813-d969-4516-a20f-88e0b910ce0e" providerId="AD" clId="Web-{CD774FA9-F172-D49C-C1F9-C97C092256FD}" dt="2026-09-24T04:41:41.218" v="82"/>
        <pc:sldMkLst>
          <pc:docMk/>
          <pc:sldMk cId="2685094897" sldId="2147469477"/>
        </pc:sldMkLst>
        <pc:spChg chg="mod">
          <ac:chgData name="Parashuram V Pawar" userId="S::parashuram.pawar@apexon.com::5741f813-d969-4516-a20f-88e0b910ce0e" providerId="AD" clId="Web-{CD774FA9-F172-D49C-C1F9-C97C092256FD}" dt="2026-09-24T04:41:41.171" v="78"/>
          <ac:spMkLst>
            <pc:docMk/>
            <pc:sldMk cId="2685094897" sldId="2147469477"/>
            <ac:spMk id="2" creationId="{127D0D38-61E3-7AB4-D492-340089BF2CD1}"/>
          </ac:spMkLst>
        </pc:spChg>
        <pc:spChg chg="mod">
          <ac:chgData name="Parashuram V Pawar" userId="S::parashuram.pawar@apexon.com::5741f813-d969-4516-a20f-88e0b910ce0e" providerId="AD" clId="Web-{CD774FA9-F172-D49C-C1F9-C97C092256FD}" dt="2026-09-24T04:41:41.171" v="81"/>
          <ac:spMkLst>
            <pc:docMk/>
            <pc:sldMk cId="2685094897" sldId="2147469477"/>
            <ac:spMk id="3" creationId="{277DB1D8-A532-19D9-1D0C-B3EF25210034}"/>
          </ac:spMkLst>
        </pc:spChg>
        <pc:spChg chg="mod">
          <ac:chgData name="Parashuram V Pawar" userId="S::parashuram.pawar@apexon.com::5741f813-d969-4516-a20f-88e0b910ce0e" providerId="AD" clId="Web-{CD774FA9-F172-D49C-C1F9-C97C092256FD}" dt="2026-09-24T04:41:41.218" v="82"/>
          <ac:spMkLst>
            <pc:docMk/>
            <pc:sldMk cId="2685094897" sldId="2147469477"/>
            <ac:spMk id="4" creationId="{1EC93448-A87E-8FE8-77ED-D5FAA6F2137A}"/>
          </ac:spMkLst>
        </pc:spChg>
        <pc:spChg chg="mod">
          <ac:chgData name="Parashuram V Pawar" userId="S::parashuram.pawar@apexon.com::5741f813-d969-4516-a20f-88e0b910ce0e" providerId="AD" clId="Web-{CD774FA9-F172-D49C-C1F9-C97C092256FD}" dt="2026-09-24T04:41:41.171" v="79"/>
          <ac:spMkLst>
            <pc:docMk/>
            <pc:sldMk cId="2685094897" sldId="2147469477"/>
            <ac:spMk id="11" creationId="{7CDC9360-1105-0C85-1528-06185E21BB23}"/>
          </ac:spMkLst>
        </pc:spChg>
        <pc:spChg chg="mod">
          <ac:chgData name="Parashuram V Pawar" userId="S::parashuram.pawar@apexon.com::5741f813-d969-4516-a20f-88e0b910ce0e" providerId="AD" clId="Web-{CD774FA9-F172-D49C-C1F9-C97C092256FD}" dt="2026-09-24T04:41:41.171" v="80"/>
          <ac:spMkLst>
            <pc:docMk/>
            <pc:sldMk cId="2685094897" sldId="2147469477"/>
            <ac:spMk id="13" creationId="{2B46180E-8E5B-3B5C-D490-965BCF6C470C}"/>
          </ac:spMkLst>
        </pc:spChg>
      </pc:sldChg>
      <pc:sldChg chg="modSp">
        <pc:chgData name="Parashuram V Pawar" userId="S::parashuram.pawar@apexon.com::5741f813-d969-4516-a20f-88e0b910ce0e" providerId="AD" clId="Web-{CD774FA9-F172-D49C-C1F9-C97C092256FD}" dt="2026-09-24T04:42:20.188" v="125"/>
        <pc:sldMkLst>
          <pc:docMk/>
          <pc:sldMk cId="573817955" sldId="2147469478"/>
        </pc:sldMkLst>
        <pc:graphicFrameChg chg="mod modGraphic">
          <ac:chgData name="Parashuram V Pawar" userId="S::parashuram.pawar@apexon.com::5741f813-d969-4516-a20f-88e0b910ce0e" providerId="AD" clId="Web-{CD774FA9-F172-D49C-C1F9-C97C092256FD}" dt="2026-09-24T04:42:20.188" v="125"/>
          <ac:graphicFrameMkLst>
            <pc:docMk/>
            <pc:sldMk cId="573817955" sldId="2147469478"/>
            <ac:graphicFrameMk id="6" creationId="{836D7538-AFFC-2547-116E-D78DC0109552}"/>
          </ac:graphicFrameMkLst>
        </pc:graphicFrameChg>
      </pc:sldChg>
      <pc:sldChg chg="modSp">
        <pc:chgData name="Parashuram V Pawar" userId="S::parashuram.pawar@apexon.com::5741f813-d969-4516-a20f-88e0b910ce0e" providerId="AD" clId="Web-{CD774FA9-F172-D49C-C1F9-C97C092256FD}" dt="2026-09-24T04:42:30.814" v="129"/>
        <pc:sldMkLst>
          <pc:docMk/>
          <pc:sldMk cId="1860853762" sldId="2147469479"/>
        </pc:sldMkLst>
        <pc:spChg chg="mod">
          <ac:chgData name="Parashuram V Pawar" userId="S::parashuram.pawar@apexon.com::5741f813-d969-4516-a20f-88e0b910ce0e" providerId="AD" clId="Web-{CD774FA9-F172-D49C-C1F9-C97C092256FD}" dt="2026-09-24T04:42:30.751" v="127"/>
          <ac:spMkLst>
            <pc:docMk/>
            <pc:sldMk cId="1860853762" sldId="2147469479"/>
            <ac:spMk id="2" creationId="{0C6CB358-E88A-D1CD-E6D1-D56F4C8447BA}"/>
          </ac:spMkLst>
        </pc:spChg>
        <pc:spChg chg="mod">
          <ac:chgData name="Parashuram V Pawar" userId="S::parashuram.pawar@apexon.com::5741f813-d969-4516-a20f-88e0b910ce0e" providerId="AD" clId="Web-{CD774FA9-F172-D49C-C1F9-C97C092256FD}" dt="2026-09-24T04:42:30.751" v="128"/>
          <ac:spMkLst>
            <pc:docMk/>
            <pc:sldMk cId="1860853762" sldId="2147469479"/>
            <ac:spMk id="10" creationId="{9842EF17-6C9D-78B6-0BA7-9615D3C6554E}"/>
          </ac:spMkLst>
        </pc:spChg>
        <pc:spChg chg="mod">
          <ac:chgData name="Parashuram V Pawar" userId="S::parashuram.pawar@apexon.com::5741f813-d969-4516-a20f-88e0b910ce0e" providerId="AD" clId="Web-{CD774FA9-F172-D49C-C1F9-C97C092256FD}" dt="2026-09-24T04:42:30.814" v="129"/>
          <ac:spMkLst>
            <pc:docMk/>
            <pc:sldMk cId="1860853762" sldId="2147469479"/>
            <ac:spMk id="15" creationId="{DAB5867E-622E-D910-4A36-3FBD35F6A00D}"/>
          </ac:spMkLst>
        </pc:spChg>
        <pc:spChg chg="mod">
          <ac:chgData name="Parashuram V Pawar" userId="S::parashuram.pawar@apexon.com::5741f813-d969-4516-a20f-88e0b910ce0e" providerId="AD" clId="Web-{CD774FA9-F172-D49C-C1F9-C97C092256FD}" dt="2026-09-24T04:42:30.751" v="126"/>
          <ac:spMkLst>
            <pc:docMk/>
            <pc:sldMk cId="1860853762" sldId="2147469479"/>
            <ac:spMk id="49" creationId="{04424F9B-F6AA-C649-4B88-89C764F4A852}"/>
          </ac:spMkLst>
        </pc:spChg>
      </pc:sldChg>
      <pc:sldChg chg="modSp">
        <pc:chgData name="Parashuram V Pawar" userId="S::parashuram.pawar@apexon.com::5741f813-d969-4516-a20f-88e0b910ce0e" providerId="AD" clId="Web-{CD774FA9-F172-D49C-C1F9-C97C092256FD}" dt="2026-09-24T04:42:43.330" v="152"/>
        <pc:sldMkLst>
          <pc:docMk/>
          <pc:sldMk cId="3093247842" sldId="2147469480"/>
        </pc:sldMkLst>
        <pc:graphicFrameChg chg="mod modGraphic">
          <ac:chgData name="Parashuram V Pawar" userId="S::parashuram.pawar@apexon.com::5741f813-d969-4516-a20f-88e0b910ce0e" providerId="AD" clId="Web-{CD774FA9-F172-D49C-C1F9-C97C092256FD}" dt="2026-09-24T04:42:43.330" v="152"/>
          <ac:graphicFrameMkLst>
            <pc:docMk/>
            <pc:sldMk cId="3093247842" sldId="2147469480"/>
            <ac:graphicFrameMk id="6" creationId="{836D7538-AFFC-2547-116E-D78DC0109552}"/>
          </ac:graphicFrameMkLst>
        </pc:graphicFrameChg>
      </pc:sldChg>
      <pc:sldChg chg="modSp">
        <pc:chgData name="Parashuram V Pawar" userId="S::parashuram.pawar@apexon.com::5741f813-d969-4516-a20f-88e0b910ce0e" providerId="AD" clId="Web-{CD774FA9-F172-D49C-C1F9-C97C092256FD}" dt="2026-09-24T04:43:11.581" v="156"/>
        <pc:sldMkLst>
          <pc:docMk/>
          <pc:sldMk cId="3542365413" sldId="2147469483"/>
        </pc:sldMkLst>
        <pc:spChg chg="mod">
          <ac:chgData name="Parashuram V Pawar" userId="S::parashuram.pawar@apexon.com::5741f813-d969-4516-a20f-88e0b910ce0e" providerId="AD" clId="Web-{CD774FA9-F172-D49C-C1F9-C97C092256FD}" dt="2026-09-24T04:43:11.581" v="156"/>
          <ac:spMkLst>
            <pc:docMk/>
            <pc:sldMk cId="3542365413" sldId="2147469483"/>
            <ac:spMk id="2" creationId="{D7820272-7990-E6B5-3556-3B9BF627C2E8}"/>
          </ac:spMkLst>
        </pc:spChg>
      </pc:sldChg>
      <pc:sldChg chg="modSp">
        <pc:chgData name="Parashuram V Pawar" userId="S::parashuram.pawar@apexon.com::5741f813-d969-4516-a20f-88e0b910ce0e" providerId="AD" clId="Web-{CD774FA9-F172-D49C-C1F9-C97C092256FD}" dt="2026-09-24T04:42:53.799" v="155"/>
        <pc:sldMkLst>
          <pc:docMk/>
          <pc:sldMk cId="1580140889" sldId="2147469484"/>
        </pc:sldMkLst>
        <pc:spChg chg="mod">
          <ac:chgData name="Parashuram V Pawar" userId="S::parashuram.pawar@apexon.com::5741f813-d969-4516-a20f-88e0b910ce0e" providerId="AD" clId="Web-{CD774FA9-F172-D49C-C1F9-C97C092256FD}" dt="2026-09-24T04:42:53.736" v="154"/>
          <ac:spMkLst>
            <pc:docMk/>
            <pc:sldMk cId="1580140889" sldId="2147469484"/>
            <ac:spMk id="2" creationId="{19C14B8F-1315-371E-0F58-A3805711F757}"/>
          </ac:spMkLst>
        </pc:spChg>
        <pc:spChg chg="mod">
          <ac:chgData name="Parashuram V Pawar" userId="S::parashuram.pawar@apexon.com::5741f813-d969-4516-a20f-88e0b910ce0e" providerId="AD" clId="Web-{CD774FA9-F172-D49C-C1F9-C97C092256FD}" dt="2026-09-24T04:42:53.799" v="155"/>
          <ac:spMkLst>
            <pc:docMk/>
            <pc:sldMk cId="1580140889" sldId="2147469484"/>
            <ac:spMk id="10" creationId="{075CB1A1-D7B0-4F39-D9B2-9ADABC1BF490}"/>
          </ac:spMkLst>
        </pc:spChg>
        <pc:spChg chg="mod">
          <ac:chgData name="Parashuram V Pawar" userId="S::parashuram.pawar@apexon.com::5741f813-d969-4516-a20f-88e0b910ce0e" providerId="AD" clId="Web-{CD774FA9-F172-D49C-C1F9-C97C092256FD}" dt="2026-09-24T04:42:53.736" v="153"/>
          <ac:spMkLst>
            <pc:docMk/>
            <pc:sldMk cId="1580140889" sldId="2147469484"/>
            <ac:spMk id="49" creationId="{8FD057ED-7464-66BB-E11D-DC6749F87C1C}"/>
          </ac:spMkLst>
        </pc:spChg>
      </pc:sldChg>
      <pc:sldChg chg="modSp">
        <pc:chgData name="Parashuram V Pawar" userId="S::parashuram.pawar@apexon.com::5741f813-d969-4516-a20f-88e0b910ce0e" providerId="AD" clId="Web-{CD774FA9-F172-D49C-C1F9-C97C092256FD}" dt="2026-09-24T04:43:30.769" v="179"/>
        <pc:sldMkLst>
          <pc:docMk/>
          <pc:sldMk cId="2845532753" sldId="2147469485"/>
        </pc:sldMkLst>
        <pc:graphicFrameChg chg="mod modGraphic">
          <ac:chgData name="Parashuram V Pawar" userId="S::parashuram.pawar@apexon.com::5741f813-d969-4516-a20f-88e0b910ce0e" providerId="AD" clId="Web-{CD774FA9-F172-D49C-C1F9-C97C092256FD}" dt="2026-09-24T04:43:30.769" v="179"/>
          <ac:graphicFrameMkLst>
            <pc:docMk/>
            <pc:sldMk cId="2845532753" sldId="2147469485"/>
            <ac:graphicFrameMk id="6" creationId="{CD4C8D32-E234-623E-92C6-B484D7BEB36A}"/>
          </ac:graphicFrameMkLst>
        </pc:graphicFrameChg>
      </pc:sldChg>
      <pc:sldChg chg="modSp">
        <pc:chgData name="Parashuram V Pawar" userId="S::parashuram.pawar@apexon.com::5741f813-d969-4516-a20f-88e0b910ce0e" providerId="AD" clId="Web-{CD774FA9-F172-D49C-C1F9-C97C092256FD}" dt="2026-09-24T04:44:13.489" v="185"/>
        <pc:sldMkLst>
          <pc:docMk/>
          <pc:sldMk cId="474802987" sldId="2147469486"/>
        </pc:sldMkLst>
        <pc:spChg chg="mod">
          <ac:chgData name="Parashuram V Pawar" userId="S::parashuram.pawar@apexon.com::5741f813-d969-4516-a20f-88e0b910ce0e" providerId="AD" clId="Web-{CD774FA9-F172-D49C-C1F9-C97C092256FD}" dt="2026-09-24T04:44:13.442" v="184"/>
          <ac:spMkLst>
            <pc:docMk/>
            <pc:sldMk cId="474802987" sldId="2147469486"/>
            <ac:spMk id="2" creationId="{5C8D5448-053B-FE93-C524-8DC2650CBAED}"/>
          </ac:spMkLst>
        </pc:spChg>
        <pc:spChg chg="mod">
          <ac:chgData name="Parashuram V Pawar" userId="S::parashuram.pawar@apexon.com::5741f813-d969-4516-a20f-88e0b910ce0e" providerId="AD" clId="Web-{CD774FA9-F172-D49C-C1F9-C97C092256FD}" dt="2026-09-24T04:44:13.489" v="185"/>
          <ac:spMkLst>
            <pc:docMk/>
            <pc:sldMk cId="474802987" sldId="2147469486"/>
            <ac:spMk id="49" creationId="{7B47C494-1D10-88C4-C4E7-E225E25BDCB0}"/>
          </ac:spMkLst>
        </pc:spChg>
      </pc:sldChg>
      <pc:sldChg chg="modSp">
        <pc:chgData name="Parashuram V Pawar" userId="S::parashuram.pawar@apexon.com::5741f813-d969-4516-a20f-88e0b910ce0e" providerId="AD" clId="Web-{CD774FA9-F172-D49C-C1F9-C97C092256FD}" dt="2026-09-24T04:43:42.379" v="182"/>
        <pc:sldMkLst>
          <pc:docMk/>
          <pc:sldMk cId="3190790178" sldId="2147469488"/>
        </pc:sldMkLst>
        <pc:spChg chg="mod">
          <ac:chgData name="Parashuram V Pawar" userId="S::parashuram.pawar@apexon.com::5741f813-d969-4516-a20f-88e0b910ce0e" providerId="AD" clId="Web-{CD774FA9-F172-D49C-C1F9-C97C092256FD}" dt="2026-09-24T04:43:42.270" v="181"/>
          <ac:spMkLst>
            <pc:docMk/>
            <pc:sldMk cId="3190790178" sldId="2147469488"/>
            <ac:spMk id="2" creationId="{92DB9439-26DB-FC72-9B49-12214BAF09A4}"/>
          </ac:spMkLst>
        </pc:spChg>
        <pc:spChg chg="mod">
          <ac:chgData name="Parashuram V Pawar" userId="S::parashuram.pawar@apexon.com::5741f813-d969-4516-a20f-88e0b910ce0e" providerId="AD" clId="Web-{CD774FA9-F172-D49C-C1F9-C97C092256FD}" dt="2026-09-24T04:43:42.379" v="182"/>
          <ac:spMkLst>
            <pc:docMk/>
            <pc:sldMk cId="3190790178" sldId="2147469488"/>
            <ac:spMk id="10" creationId="{367D7C65-1654-3630-BB16-96B229821E94}"/>
          </ac:spMkLst>
        </pc:spChg>
        <pc:spChg chg="mod">
          <ac:chgData name="Parashuram V Pawar" userId="S::parashuram.pawar@apexon.com::5741f813-d969-4516-a20f-88e0b910ce0e" providerId="AD" clId="Web-{CD774FA9-F172-D49C-C1F9-C97C092256FD}" dt="2026-09-24T04:43:42.270" v="180"/>
          <ac:spMkLst>
            <pc:docMk/>
            <pc:sldMk cId="3190790178" sldId="2147469488"/>
            <ac:spMk id="49" creationId="{A041E7E2-9842-D027-5BCE-40543F069979}"/>
          </ac:spMkLst>
        </pc:spChg>
      </pc:sldChg>
      <pc:sldChg chg="modSp">
        <pc:chgData name="Parashuram V Pawar" userId="S::parashuram.pawar@apexon.com::5741f813-d969-4516-a20f-88e0b910ce0e" providerId="AD" clId="Web-{CD774FA9-F172-D49C-C1F9-C97C092256FD}" dt="2026-09-24T04:43:53.723" v="183"/>
        <pc:sldMkLst>
          <pc:docMk/>
          <pc:sldMk cId="2150031526" sldId="2147469489"/>
        </pc:sldMkLst>
        <pc:spChg chg="mod">
          <ac:chgData name="Parashuram V Pawar" userId="S::parashuram.pawar@apexon.com::5741f813-d969-4516-a20f-88e0b910ce0e" providerId="AD" clId="Web-{CD774FA9-F172-D49C-C1F9-C97C092256FD}" dt="2026-09-24T04:43:53.723" v="183"/>
          <ac:spMkLst>
            <pc:docMk/>
            <pc:sldMk cId="2150031526" sldId="2147469489"/>
            <ac:spMk id="2" creationId="{FE8938A1-85A9-F21E-34CA-B69A74AA5932}"/>
          </ac:spMkLst>
        </pc:spChg>
      </pc:sldChg>
      <pc:sldChg chg="modSp">
        <pc:chgData name="Parashuram V Pawar" userId="S::parashuram.pawar@apexon.com::5741f813-d969-4516-a20f-88e0b910ce0e" providerId="AD" clId="Web-{CD774FA9-F172-D49C-C1F9-C97C092256FD}" dt="2026-09-24T04:45:06.960" v="243"/>
        <pc:sldMkLst>
          <pc:docMk/>
          <pc:sldMk cId="2232294137" sldId="2147469490"/>
        </pc:sldMkLst>
        <pc:spChg chg="mod">
          <ac:chgData name="Parashuram V Pawar" userId="S::parashuram.pawar@apexon.com::5741f813-d969-4516-a20f-88e0b910ce0e" providerId="AD" clId="Web-{CD774FA9-F172-D49C-C1F9-C97C092256FD}" dt="2026-09-24T04:45:06.913" v="241"/>
          <ac:spMkLst>
            <pc:docMk/>
            <pc:sldMk cId="2232294137" sldId="2147469490"/>
            <ac:spMk id="2" creationId="{D1ECE1BC-1E71-5FC7-0DD4-FD2705813909}"/>
          </ac:spMkLst>
        </pc:spChg>
        <pc:spChg chg="mod">
          <ac:chgData name="Parashuram V Pawar" userId="S::parashuram.pawar@apexon.com::5741f813-d969-4516-a20f-88e0b910ce0e" providerId="AD" clId="Web-{CD774FA9-F172-D49C-C1F9-C97C092256FD}" dt="2026-09-24T04:45:06.960" v="243"/>
          <ac:spMkLst>
            <pc:docMk/>
            <pc:sldMk cId="2232294137" sldId="2147469490"/>
            <ac:spMk id="4" creationId="{9487961B-AE4B-A53F-2248-FB6BE2F05641}"/>
          </ac:spMkLst>
        </pc:spChg>
        <pc:spChg chg="mod">
          <ac:chgData name="Parashuram V Pawar" userId="S::parashuram.pawar@apexon.com::5741f813-d969-4516-a20f-88e0b910ce0e" providerId="AD" clId="Web-{CD774FA9-F172-D49C-C1F9-C97C092256FD}" dt="2026-09-24T04:45:06.929" v="242"/>
          <ac:spMkLst>
            <pc:docMk/>
            <pc:sldMk cId="2232294137" sldId="2147469490"/>
            <ac:spMk id="5" creationId="{4407A5ED-AEC3-2232-85B0-870C0F9A52D2}"/>
          </ac:spMkLst>
        </pc:spChg>
      </pc:sldChg>
      <pc:sldChg chg="modSp">
        <pc:chgData name="Parashuram V Pawar" userId="S::parashuram.pawar@apexon.com::5741f813-d969-4516-a20f-88e0b910ce0e" providerId="AD" clId="Web-{CD774FA9-F172-D49C-C1F9-C97C092256FD}" dt="2026-09-24T04:45:18.398" v="246"/>
        <pc:sldMkLst>
          <pc:docMk/>
          <pc:sldMk cId="4197934463" sldId="2147469491"/>
        </pc:sldMkLst>
        <pc:spChg chg="mod">
          <ac:chgData name="Parashuram V Pawar" userId="S::parashuram.pawar@apexon.com::5741f813-d969-4516-a20f-88e0b910ce0e" providerId="AD" clId="Web-{CD774FA9-F172-D49C-C1F9-C97C092256FD}" dt="2026-09-24T04:45:18.367" v="244"/>
          <ac:spMkLst>
            <pc:docMk/>
            <pc:sldMk cId="4197934463" sldId="2147469491"/>
            <ac:spMk id="2" creationId="{0AD4C010-A59A-6A3B-190E-EFBEAD1ED310}"/>
          </ac:spMkLst>
        </pc:spChg>
        <pc:spChg chg="mod">
          <ac:chgData name="Parashuram V Pawar" userId="S::parashuram.pawar@apexon.com::5741f813-d969-4516-a20f-88e0b910ce0e" providerId="AD" clId="Web-{CD774FA9-F172-D49C-C1F9-C97C092256FD}" dt="2026-09-24T04:45:18.398" v="246"/>
          <ac:spMkLst>
            <pc:docMk/>
            <pc:sldMk cId="4197934463" sldId="2147469491"/>
            <ac:spMk id="3" creationId="{CFF3EC8C-8333-9C7D-501D-F5E9EB35082F}"/>
          </ac:spMkLst>
        </pc:spChg>
        <pc:spChg chg="mod">
          <ac:chgData name="Parashuram V Pawar" userId="S::parashuram.pawar@apexon.com::5741f813-d969-4516-a20f-88e0b910ce0e" providerId="AD" clId="Web-{CD774FA9-F172-D49C-C1F9-C97C092256FD}" dt="2026-09-24T04:45:18.367" v="245"/>
          <ac:spMkLst>
            <pc:docMk/>
            <pc:sldMk cId="4197934463" sldId="2147469491"/>
            <ac:spMk id="5" creationId="{FD626206-E59E-A872-D157-50D8E3E671E7}"/>
          </ac:spMkLst>
        </pc:spChg>
      </pc:sldChg>
      <pc:sldChg chg="addSp delSp modSp new">
        <pc:chgData name="Parashuram V Pawar" userId="S::parashuram.pawar@apexon.com::5741f813-d969-4516-a20f-88e0b910ce0e" providerId="AD" clId="Web-{CD774FA9-F172-D49C-C1F9-C97C092256FD}" dt="2026-09-24T05:15:21.295" v="364" actId="20577"/>
        <pc:sldMkLst>
          <pc:docMk/>
          <pc:sldMk cId="371820213" sldId="2147469492"/>
        </pc:sldMkLst>
        <pc:spChg chg="mod">
          <ac:chgData name="Parashuram V Pawar" userId="S::parashuram.pawar@apexon.com::5741f813-d969-4516-a20f-88e0b910ce0e" providerId="AD" clId="Web-{CD774FA9-F172-D49C-C1F9-C97C092256FD}" dt="2026-09-24T05:08:43.545" v="315"/>
          <ac:spMkLst>
            <pc:docMk/>
            <pc:sldMk cId="371820213" sldId="2147469492"/>
            <ac:spMk id="2" creationId="{04649EC4-D31D-AB47-EAAB-A97B105CA628}"/>
          </ac:spMkLst>
        </pc:spChg>
        <pc:spChg chg="mod">
          <ac:chgData name="Parashuram V Pawar" userId="S::parashuram.pawar@apexon.com::5741f813-d969-4516-a20f-88e0b910ce0e" providerId="AD" clId="Web-{CD774FA9-F172-D49C-C1F9-C97C092256FD}" dt="2026-09-24T05:15:21.295" v="364" actId="20577"/>
          <ac:spMkLst>
            <pc:docMk/>
            <pc:sldMk cId="371820213" sldId="2147469492"/>
            <ac:spMk id="3" creationId="{9FD32D21-AE6A-4B9C-F024-2823AF27380C}"/>
          </ac:spMkLst>
        </pc:spChg>
        <pc:spChg chg="add del mod">
          <ac:chgData name="Parashuram V Pawar" userId="S::parashuram.pawar@apexon.com::5741f813-d969-4516-a20f-88e0b910ce0e" providerId="AD" clId="Web-{CD774FA9-F172-D49C-C1F9-C97C092256FD}" dt="2026-09-24T04:50:23.098" v="289"/>
          <ac:spMkLst>
            <pc:docMk/>
            <pc:sldMk cId="371820213" sldId="2147469492"/>
            <ac:spMk id="5" creationId="{F77A5575-4824-CEE7-AAEB-AF61DF8771A8}"/>
          </ac:spMkLst>
        </pc:spChg>
      </pc:sldChg>
      <pc:sldChg chg="delSp modSp new">
        <pc:chgData name="Parashuram V Pawar" userId="S::parashuram.pawar@apexon.com::5741f813-d969-4516-a20f-88e0b910ce0e" providerId="AD" clId="Web-{CD774FA9-F172-D49C-C1F9-C97C092256FD}" dt="2026-09-24T05:09:28.656" v="339" actId="14100"/>
        <pc:sldMkLst>
          <pc:docMk/>
          <pc:sldMk cId="3397084930" sldId="2147469493"/>
        </pc:sldMkLst>
        <pc:spChg chg="mod">
          <ac:chgData name="Parashuram V Pawar" userId="S::parashuram.pawar@apexon.com::5741f813-d969-4516-a20f-88e0b910ce0e" providerId="AD" clId="Web-{CD774FA9-F172-D49C-C1F9-C97C092256FD}" dt="2026-09-24T05:09:28.656" v="339" actId="14100"/>
          <ac:spMkLst>
            <pc:docMk/>
            <pc:sldMk cId="3397084930" sldId="2147469493"/>
            <ac:spMk id="2" creationId="{325CFFDC-E7BC-D551-4E6A-C775B92B43E1}"/>
          </ac:spMkLst>
        </pc:spChg>
        <pc:spChg chg="del">
          <ac:chgData name="Parashuram V Pawar" userId="S::parashuram.pawar@apexon.com::5741f813-d969-4516-a20f-88e0b910ce0e" providerId="AD" clId="Web-{CD774FA9-F172-D49C-C1F9-C97C092256FD}" dt="2026-09-24T05:09:00.155" v="320"/>
          <ac:spMkLst>
            <pc:docMk/>
            <pc:sldMk cId="3397084930" sldId="2147469493"/>
            <ac:spMk id="3" creationId="{714D20E1-AB36-57DF-4414-495E98A51A16}"/>
          </ac:spMkLst>
        </pc:spChg>
      </pc:sldChg>
    </pc:docChg>
  </pc:docChgLst>
  <pc:docChgLst>
    <pc:chgData name="Parashuram V Pawar" userId="S::parashuram.pawar@apexon.com::5741f813-d969-4516-a20f-88e0b910ce0e" providerId="AD" clId="Web-{00000000-0000-0000-0000-000000000000}"/>
    <pc:docChg chg="addSld delSld modSld modSection">
      <pc:chgData name="Parashuram V Pawar" userId="S::parashuram.pawar@apexon.com::5741f813-d969-4516-a20f-88e0b910ce0e" providerId="AD" clId="Web-{00000000-0000-0000-0000-000000000000}" dt="2026-09-18T13:26:38.465" v="1052"/>
      <pc:docMkLst>
        <pc:docMk/>
      </pc:docMkLst>
      <pc:sldChg chg="addSp delSp modSp">
        <pc:chgData name="Parashuram V Pawar" userId="S::parashuram.pawar@apexon.com::5741f813-d969-4516-a20f-88e0b910ce0e" providerId="AD" clId="Web-{00000000-0000-0000-0000-000000000000}" dt="2026-09-18T12:23:22.249" v="183" actId="1076"/>
        <pc:sldMkLst>
          <pc:docMk/>
          <pc:sldMk cId="3032710663" sldId="263"/>
        </pc:sldMkLst>
        <pc:spChg chg="mod">
          <ac:chgData name="Parashuram V Pawar" userId="S::parashuram.pawar@apexon.com::5741f813-d969-4516-a20f-88e0b910ce0e" providerId="AD" clId="Web-{00000000-0000-0000-0000-000000000000}" dt="2026-09-18T12:18:06.476" v="87" actId="20577"/>
          <ac:spMkLst>
            <pc:docMk/>
            <pc:sldMk cId="3032710663" sldId="263"/>
            <ac:spMk id="3" creationId="{94815E2C-EFB7-46CB-252E-E3F676F3D034}"/>
          </ac:spMkLst>
        </pc:spChg>
        <pc:spChg chg="del">
          <ac:chgData name="Parashuram V Pawar" userId="S::parashuram.pawar@apexon.com::5741f813-d969-4516-a20f-88e0b910ce0e" providerId="AD" clId="Web-{00000000-0000-0000-0000-000000000000}" dt="2026-09-18T12:22:35.263" v="174"/>
          <ac:spMkLst>
            <pc:docMk/>
            <pc:sldMk cId="3032710663" sldId="263"/>
            <ac:spMk id="39" creationId="{C6CFADE8-4E76-F86A-3969-F224F59037B0}"/>
          </ac:spMkLst>
        </pc:spChg>
        <pc:spChg chg="del">
          <ac:chgData name="Parashuram V Pawar" userId="S::parashuram.pawar@apexon.com::5741f813-d969-4516-a20f-88e0b910ce0e" providerId="AD" clId="Web-{00000000-0000-0000-0000-000000000000}" dt="2026-09-18T12:22:17.576" v="170"/>
          <ac:spMkLst>
            <pc:docMk/>
            <pc:sldMk cId="3032710663" sldId="263"/>
            <ac:spMk id="43" creationId="{EAE1DF09-6283-4CD6-8567-D2E81F4086F2}"/>
          </ac:spMkLst>
        </pc:spChg>
        <pc:spChg chg="mod">
          <ac:chgData name="Parashuram V Pawar" userId="S::parashuram.pawar@apexon.com::5741f813-d969-4516-a20f-88e0b910ce0e" providerId="AD" clId="Web-{00000000-0000-0000-0000-000000000000}" dt="2026-09-18T12:22:40.795" v="175" actId="1076"/>
          <ac:spMkLst>
            <pc:docMk/>
            <pc:sldMk cId="3032710663" sldId="263"/>
            <ac:spMk id="44" creationId="{CC91546A-377B-390E-9C19-2149749DF3E0}"/>
          </ac:spMkLst>
        </pc:spChg>
        <pc:spChg chg="mod">
          <ac:chgData name="Parashuram V Pawar" userId="S::parashuram.pawar@apexon.com::5741f813-d969-4516-a20f-88e0b910ce0e" providerId="AD" clId="Web-{00000000-0000-0000-0000-000000000000}" dt="2026-09-18T12:23:12.608" v="181" actId="1076"/>
          <ac:spMkLst>
            <pc:docMk/>
            <pc:sldMk cId="3032710663" sldId="263"/>
            <ac:spMk id="45" creationId="{CC1F7B11-D336-6EB7-23EB-DAB1A2F965F8}"/>
          </ac:spMkLst>
        </pc:spChg>
        <pc:spChg chg="mod">
          <ac:chgData name="Parashuram V Pawar" userId="S::parashuram.pawar@apexon.com::5741f813-d969-4516-a20f-88e0b910ce0e" providerId="AD" clId="Web-{00000000-0000-0000-0000-000000000000}" dt="2026-09-18T12:23:22.249" v="183" actId="1076"/>
          <ac:spMkLst>
            <pc:docMk/>
            <pc:sldMk cId="3032710663" sldId="263"/>
            <ac:spMk id="46" creationId="{4D74979B-4BC1-70CE-41EE-4E30FA2B70F8}"/>
          </ac:spMkLst>
        </pc:spChg>
        <pc:spChg chg="mod">
          <ac:chgData name="Parashuram V Pawar" userId="S::parashuram.pawar@apexon.com::5741f813-d969-4516-a20f-88e0b910ce0e" providerId="AD" clId="Web-{00000000-0000-0000-0000-000000000000}" dt="2026-09-18T12:22:49.873" v="177" actId="1076"/>
          <ac:spMkLst>
            <pc:docMk/>
            <pc:sldMk cId="3032710663" sldId="263"/>
            <ac:spMk id="47" creationId="{A00A7D47-3DDD-5BE1-3C6A-67D791AD5774}"/>
          </ac:spMkLst>
        </pc:spChg>
        <pc:spChg chg="del mod">
          <ac:chgData name="Parashuram V Pawar" userId="S::parashuram.pawar@apexon.com::5741f813-d969-4516-a20f-88e0b910ce0e" providerId="AD" clId="Web-{00000000-0000-0000-0000-000000000000}" dt="2026-09-18T12:22:26.232" v="172"/>
          <ac:spMkLst>
            <pc:docMk/>
            <pc:sldMk cId="3032710663" sldId="263"/>
            <ac:spMk id="48" creationId="{8620B6DE-042E-9113-34BB-414A5D126BC5}"/>
          </ac:spMkLst>
        </pc:spChg>
        <pc:spChg chg="mod">
          <ac:chgData name="Parashuram V Pawar" userId="S::parashuram.pawar@apexon.com::5741f813-d969-4516-a20f-88e0b910ce0e" providerId="AD" clId="Web-{00000000-0000-0000-0000-000000000000}" dt="2026-09-18T12:22:45.685" v="176" actId="1076"/>
          <ac:spMkLst>
            <pc:docMk/>
            <pc:sldMk cId="3032710663" sldId="263"/>
            <ac:spMk id="49" creationId="{3095151B-C6B7-C870-CD80-72F0A3060F0B}"/>
          </ac:spMkLst>
        </pc:spChg>
        <pc:grpChg chg="add mod">
          <ac:chgData name="Parashuram V Pawar" userId="S::parashuram.pawar@apexon.com::5741f813-d969-4516-a20f-88e0b910ce0e" providerId="AD" clId="Web-{00000000-0000-0000-0000-000000000000}" dt="2026-09-18T12:22:32.982" v="173" actId="1076"/>
          <ac:grpSpMkLst>
            <pc:docMk/>
            <pc:sldMk cId="3032710663" sldId="263"/>
            <ac:grpSpMk id="4" creationId="{FDBFD865-0827-248E-B023-B8E282927281}"/>
          </ac:grpSpMkLst>
        </pc:grpChg>
        <pc:grpChg chg="add mod">
          <ac:chgData name="Parashuram V Pawar" userId="S::parashuram.pawar@apexon.com::5741f813-d969-4516-a20f-88e0b910ce0e" providerId="AD" clId="Web-{00000000-0000-0000-0000-000000000000}" dt="2026-09-18T12:22:55.326" v="178" actId="1076"/>
          <ac:grpSpMkLst>
            <pc:docMk/>
            <pc:sldMk cId="3032710663" sldId="263"/>
            <ac:grpSpMk id="7" creationId="{3808D100-40ED-2D6A-21CE-98428BDB8366}"/>
          </ac:grpSpMkLst>
        </pc:grpChg>
        <pc:grpChg chg="add mod">
          <ac:chgData name="Parashuram V Pawar" userId="S::parashuram.pawar@apexon.com::5741f813-d969-4516-a20f-88e0b910ce0e" providerId="AD" clId="Web-{00000000-0000-0000-0000-000000000000}" dt="2026-09-18T12:20:29.261" v="129" actId="1076"/>
          <ac:grpSpMkLst>
            <pc:docMk/>
            <pc:sldMk cId="3032710663" sldId="263"/>
            <ac:grpSpMk id="10" creationId="{769F46A1-AD31-9368-35F7-C37A740214C9}"/>
          </ac:grpSpMkLst>
        </pc:grpChg>
        <pc:grpChg chg="add mod">
          <ac:chgData name="Parashuram V Pawar" userId="S::parashuram.pawar@apexon.com::5741f813-d969-4516-a20f-88e0b910ce0e" providerId="AD" clId="Web-{00000000-0000-0000-0000-000000000000}" dt="2026-09-18T12:20:54.918" v="145" actId="1076"/>
          <ac:grpSpMkLst>
            <pc:docMk/>
            <pc:sldMk cId="3032710663" sldId="263"/>
            <ac:grpSpMk id="13" creationId="{E0F39D26-9CED-20E1-4ED3-198C9F211DB4}"/>
          </ac:grpSpMkLst>
        </pc:grpChg>
        <pc:grpChg chg="del">
          <ac:chgData name="Parashuram V Pawar" userId="S::parashuram.pawar@apexon.com::5741f813-d969-4516-a20f-88e0b910ce0e" providerId="AD" clId="Web-{00000000-0000-0000-0000-000000000000}" dt="2026-09-18T12:22:57.967" v="179"/>
          <ac:grpSpMkLst>
            <pc:docMk/>
            <pc:sldMk cId="3032710663" sldId="263"/>
            <ac:grpSpMk id="56" creationId="{D3A40BA8-BBA5-1025-7DA0-B194095AD867}"/>
          </ac:grpSpMkLst>
        </pc:grpChg>
        <pc:grpChg chg="mod">
          <ac:chgData name="Parashuram V Pawar" userId="S::parashuram.pawar@apexon.com::5741f813-d969-4516-a20f-88e0b910ce0e" providerId="AD" clId="Web-{00000000-0000-0000-0000-000000000000}" dt="2026-09-18T12:23:16.858" v="182" actId="1076"/>
          <ac:grpSpMkLst>
            <pc:docMk/>
            <pc:sldMk cId="3032710663" sldId="263"/>
            <ac:grpSpMk id="102" creationId="{E75C7358-38E6-45CA-3ACF-DC2A2184464E}"/>
          </ac:grpSpMkLst>
        </pc:grpChg>
        <pc:picChg chg="del">
          <ac:chgData name="Parashuram V Pawar" userId="S::parashuram.pawar@apexon.com::5741f813-d969-4516-a20f-88e0b910ce0e" providerId="AD" clId="Web-{00000000-0000-0000-0000-000000000000}" dt="2026-09-18T12:22:12.591" v="169"/>
          <ac:picMkLst>
            <pc:docMk/>
            <pc:sldMk cId="3032710663" sldId="263"/>
            <ac:picMk id="54" creationId="{790CB4FA-E1E6-1603-1BED-390381701E2C}"/>
          </ac:picMkLst>
        </pc:picChg>
        <pc:picChg chg="del">
          <ac:chgData name="Parashuram V Pawar" userId="S::parashuram.pawar@apexon.com::5741f813-d969-4516-a20f-88e0b910ce0e" providerId="AD" clId="Web-{00000000-0000-0000-0000-000000000000}" dt="2026-09-18T12:18:47.399" v="88"/>
          <ac:picMkLst>
            <pc:docMk/>
            <pc:sldMk cId="3032710663" sldId="263"/>
            <ac:picMk id="55" creationId="{1695E9C9-C52E-08C8-0A80-312646166E99}"/>
          </ac:picMkLst>
        </pc:picChg>
      </pc:sldChg>
      <pc:sldChg chg="addSp delSp modSp">
        <pc:chgData name="Parashuram V Pawar" userId="S::parashuram.pawar@apexon.com::5741f813-d969-4516-a20f-88e0b910ce0e" providerId="AD" clId="Web-{00000000-0000-0000-0000-000000000000}" dt="2026-09-18T13:21:04.491" v="1051" actId="1076"/>
        <pc:sldMkLst>
          <pc:docMk/>
          <pc:sldMk cId="781776576" sldId="2147469455"/>
        </pc:sldMkLst>
        <pc:spChg chg="add del mod">
          <ac:chgData name="Parashuram V Pawar" userId="S::parashuram.pawar@apexon.com::5741f813-d969-4516-a20f-88e0b910ce0e" providerId="AD" clId="Web-{00000000-0000-0000-0000-000000000000}" dt="2026-09-18T13:17:31.004" v="986" actId="20577"/>
          <ac:spMkLst>
            <pc:docMk/>
            <pc:sldMk cId="781776576" sldId="2147469455"/>
            <ac:spMk id="3" creationId="{95E2C120-661E-1B19-2E54-98AEB00BEE08}"/>
          </ac:spMkLst>
        </pc:spChg>
        <pc:spChg chg="mod">
          <ac:chgData name="Parashuram V Pawar" userId="S::parashuram.pawar@apexon.com::5741f813-d969-4516-a20f-88e0b910ce0e" providerId="AD" clId="Web-{00000000-0000-0000-0000-000000000000}" dt="2026-09-18T13:19:55.491" v="1017" actId="1076"/>
          <ac:spMkLst>
            <pc:docMk/>
            <pc:sldMk cId="781776576" sldId="2147469455"/>
            <ac:spMk id="4" creationId="{352158AF-1B7B-7058-B0BD-A35C3EE47D7B}"/>
          </ac:spMkLst>
        </pc:spChg>
        <pc:spChg chg="mod">
          <ac:chgData name="Parashuram V Pawar" userId="S::parashuram.pawar@apexon.com::5741f813-d969-4516-a20f-88e0b910ce0e" providerId="AD" clId="Web-{00000000-0000-0000-0000-000000000000}" dt="2026-09-18T13:21:04.491" v="1051" actId="1076"/>
          <ac:spMkLst>
            <pc:docMk/>
            <pc:sldMk cId="781776576" sldId="2147469455"/>
            <ac:spMk id="5" creationId="{B89EF2A0-7627-1474-A50D-0DAE911473AD}"/>
          </ac:spMkLst>
        </pc:spChg>
      </pc:sldChg>
      <pc:sldChg chg="addSp delSp modSp">
        <pc:chgData name="Parashuram V Pawar" userId="S::parashuram.pawar@apexon.com::5741f813-d969-4516-a20f-88e0b910ce0e" providerId="AD" clId="Web-{00000000-0000-0000-0000-000000000000}" dt="2026-09-18T13:14:11.048" v="961" actId="1076"/>
        <pc:sldMkLst>
          <pc:docMk/>
          <pc:sldMk cId="397101827" sldId="2147469457"/>
        </pc:sldMkLst>
        <pc:spChg chg="del">
          <ac:chgData name="Parashuram V Pawar" userId="S::parashuram.pawar@apexon.com::5741f813-d969-4516-a20f-88e0b910ce0e" providerId="AD" clId="Web-{00000000-0000-0000-0000-000000000000}" dt="2026-09-18T13:06:43.992" v="903"/>
          <ac:spMkLst>
            <pc:docMk/>
            <pc:sldMk cId="397101827" sldId="2147469457"/>
            <ac:spMk id="3" creationId="{A241D14C-559C-6B40-235C-BEDC56CDB289}"/>
          </ac:spMkLst>
        </pc:spChg>
        <pc:spChg chg="add mod">
          <ac:chgData name="Parashuram V Pawar" userId="S::parashuram.pawar@apexon.com::5741f813-d969-4516-a20f-88e0b910ce0e" providerId="AD" clId="Web-{00000000-0000-0000-0000-000000000000}" dt="2026-09-18T13:07:21.884" v="911" actId="1076"/>
          <ac:spMkLst>
            <pc:docMk/>
            <pc:sldMk cId="397101827" sldId="2147469457"/>
            <ac:spMk id="6" creationId="{1E7C5920-BB7D-EA53-8E9F-665A4198ECC1}"/>
          </ac:spMkLst>
        </pc:spChg>
        <pc:spChg chg="add mod">
          <ac:chgData name="Parashuram V Pawar" userId="S::parashuram.pawar@apexon.com::5741f813-d969-4516-a20f-88e0b910ce0e" providerId="AD" clId="Web-{00000000-0000-0000-0000-000000000000}" dt="2026-09-18T13:14:11.048" v="961" actId="1076"/>
          <ac:spMkLst>
            <pc:docMk/>
            <pc:sldMk cId="397101827" sldId="2147469457"/>
            <ac:spMk id="15" creationId="{62C059B4-2F80-596B-5785-5FEB7574696A}"/>
          </ac:spMkLst>
        </pc:spChg>
        <pc:spChg chg="mod">
          <ac:chgData name="Parashuram V Pawar" userId="S::parashuram.pawar@apexon.com::5741f813-d969-4516-a20f-88e0b910ce0e" providerId="AD" clId="Web-{00000000-0000-0000-0000-000000000000}" dt="2026-09-18T13:07:05.415" v="908" actId="20577"/>
          <ac:spMkLst>
            <pc:docMk/>
            <pc:sldMk cId="397101827" sldId="2147469457"/>
            <ac:spMk id="118" creationId="{BD9C8C58-0C92-058C-FE16-53D8999D738F}"/>
          </ac:spMkLst>
        </pc:spChg>
        <pc:spChg chg="mod">
          <ac:chgData name="Parashuram V Pawar" userId="S::parashuram.pawar@apexon.com::5741f813-d969-4516-a20f-88e0b910ce0e" providerId="AD" clId="Web-{00000000-0000-0000-0000-000000000000}" dt="2026-09-18T13:08:14.572" v="926" actId="20577"/>
          <ac:spMkLst>
            <pc:docMk/>
            <pc:sldMk cId="397101827" sldId="2147469457"/>
            <ac:spMk id="121" creationId="{1648E84B-F501-2996-F795-B404D29F2B7E}"/>
          </ac:spMkLst>
        </pc:spChg>
        <pc:spChg chg="mod">
          <ac:chgData name="Parashuram V Pawar" userId="S::parashuram.pawar@apexon.com::5741f813-d969-4516-a20f-88e0b910ce0e" providerId="AD" clId="Web-{00000000-0000-0000-0000-000000000000}" dt="2026-09-18T13:08:56.775" v="936" actId="20577"/>
          <ac:spMkLst>
            <pc:docMk/>
            <pc:sldMk cId="397101827" sldId="2147469457"/>
            <ac:spMk id="124" creationId="{55FE08BE-D746-C16F-9B0F-17B5D730DF35}"/>
          </ac:spMkLst>
        </pc:spChg>
        <pc:spChg chg="mod">
          <ac:chgData name="Parashuram V Pawar" userId="S::parashuram.pawar@apexon.com::5741f813-d969-4516-a20f-88e0b910ce0e" providerId="AD" clId="Web-{00000000-0000-0000-0000-000000000000}" dt="2026-09-18T13:09:29.651" v="943" actId="20577"/>
          <ac:spMkLst>
            <pc:docMk/>
            <pc:sldMk cId="397101827" sldId="2147469457"/>
            <ac:spMk id="126" creationId="{C95ABB38-6550-1D4A-3821-1BB4A9402006}"/>
          </ac:spMkLst>
        </pc:spChg>
        <pc:spChg chg="mod">
          <ac:chgData name="Parashuram V Pawar" userId="S::parashuram.pawar@apexon.com::5741f813-d969-4516-a20f-88e0b910ce0e" providerId="AD" clId="Web-{00000000-0000-0000-0000-000000000000}" dt="2026-09-18T13:09:44.714" v="946" actId="20577"/>
          <ac:spMkLst>
            <pc:docMk/>
            <pc:sldMk cId="397101827" sldId="2147469457"/>
            <ac:spMk id="127" creationId="{4FC74FEE-7E9E-BB63-E8D6-0D2C90F92535}"/>
          </ac:spMkLst>
        </pc:spChg>
        <pc:spChg chg="mod">
          <ac:chgData name="Parashuram V Pawar" userId="S::parashuram.pawar@apexon.com::5741f813-d969-4516-a20f-88e0b910ce0e" providerId="AD" clId="Web-{00000000-0000-0000-0000-000000000000}" dt="2026-09-18T13:10:14.199" v="952" actId="20577"/>
          <ac:spMkLst>
            <pc:docMk/>
            <pc:sldMk cId="397101827" sldId="2147469457"/>
            <ac:spMk id="130" creationId="{665A734B-C426-69FA-788A-A56E7C9FEF9B}"/>
          </ac:spMkLst>
        </pc:spChg>
        <pc:spChg chg="mod">
          <ac:chgData name="Parashuram V Pawar" userId="S::parashuram.pawar@apexon.com::5741f813-d969-4516-a20f-88e0b910ce0e" providerId="AD" clId="Web-{00000000-0000-0000-0000-000000000000}" dt="2026-09-18T13:06:06.570" v="897" actId="20577"/>
          <ac:spMkLst>
            <pc:docMk/>
            <pc:sldMk cId="397101827" sldId="2147469457"/>
            <ac:spMk id="133" creationId="{7B0CD96A-9C21-EB36-0938-A1BAD96B2C5D}"/>
          </ac:spMkLst>
        </pc:spChg>
        <pc:spChg chg="mod">
          <ac:chgData name="Parashuram V Pawar" userId="S::parashuram.pawar@apexon.com::5741f813-d969-4516-a20f-88e0b910ce0e" providerId="AD" clId="Web-{00000000-0000-0000-0000-000000000000}" dt="2026-09-18T13:06:31.305" v="902" actId="20577"/>
          <ac:spMkLst>
            <pc:docMk/>
            <pc:sldMk cId="397101827" sldId="2147469457"/>
            <ac:spMk id="137" creationId="{603D51C0-62A4-488D-D834-3BF2EFFD2C21}"/>
          </ac:spMkLst>
        </pc:spChg>
        <pc:spChg chg="mod">
          <ac:chgData name="Parashuram V Pawar" userId="S::parashuram.pawar@apexon.com::5741f813-d969-4516-a20f-88e0b910ce0e" providerId="AD" clId="Web-{00000000-0000-0000-0000-000000000000}" dt="2026-09-18T13:07:48.071" v="920"/>
          <ac:spMkLst>
            <pc:docMk/>
            <pc:sldMk cId="397101827" sldId="2147469457"/>
            <ac:spMk id="138" creationId="{1E132EE7-0F0C-539C-4795-8A363A1552EF}"/>
          </ac:spMkLst>
        </pc:spChg>
        <pc:spChg chg="mod">
          <ac:chgData name="Parashuram V Pawar" userId="S::parashuram.pawar@apexon.com::5741f813-d969-4516-a20f-88e0b910ce0e" providerId="AD" clId="Web-{00000000-0000-0000-0000-000000000000}" dt="2026-09-18T13:08:37.635" v="931" actId="20577"/>
          <ac:spMkLst>
            <pc:docMk/>
            <pc:sldMk cId="397101827" sldId="2147469457"/>
            <ac:spMk id="139" creationId="{F99FA94A-2659-6291-CCA9-D649BEA699ED}"/>
          </ac:spMkLst>
        </pc:spChg>
        <pc:spChg chg="mod">
          <ac:chgData name="Parashuram V Pawar" userId="S::parashuram.pawar@apexon.com::5741f813-d969-4516-a20f-88e0b910ce0e" providerId="AD" clId="Web-{00000000-0000-0000-0000-000000000000}" dt="2026-09-18T13:09:13.963" v="940" actId="20577"/>
          <ac:spMkLst>
            <pc:docMk/>
            <pc:sldMk cId="397101827" sldId="2147469457"/>
            <ac:spMk id="140" creationId="{820DEDAE-FB41-682A-1243-4DBD2C88E5E1}"/>
          </ac:spMkLst>
        </pc:spChg>
        <pc:spChg chg="mod">
          <ac:chgData name="Parashuram V Pawar" userId="S::parashuram.pawar@apexon.com::5741f813-d969-4516-a20f-88e0b910ce0e" providerId="AD" clId="Web-{00000000-0000-0000-0000-000000000000}" dt="2026-09-18T13:10:01.199" v="949" actId="20577"/>
          <ac:spMkLst>
            <pc:docMk/>
            <pc:sldMk cId="397101827" sldId="2147469457"/>
            <ac:spMk id="141" creationId="{CAB02772-DB0C-41B9-B808-EA6FBC549504}"/>
          </ac:spMkLst>
        </pc:spChg>
        <pc:spChg chg="mod">
          <ac:chgData name="Parashuram V Pawar" userId="S::parashuram.pawar@apexon.com::5741f813-d969-4516-a20f-88e0b910ce0e" providerId="AD" clId="Web-{00000000-0000-0000-0000-000000000000}" dt="2026-09-18T13:10:28.856" v="954" actId="20577"/>
          <ac:spMkLst>
            <pc:docMk/>
            <pc:sldMk cId="397101827" sldId="2147469457"/>
            <ac:spMk id="142" creationId="{1366E12D-6D8D-B145-4168-D1BA2E94BA0A}"/>
          </ac:spMkLst>
        </pc:spChg>
        <pc:graphicFrameChg chg="add del mod">
          <ac:chgData name="Parashuram V Pawar" userId="S::parashuram.pawar@apexon.com::5741f813-d969-4516-a20f-88e0b910ce0e" providerId="AD" clId="Web-{00000000-0000-0000-0000-000000000000}" dt="2026-09-18T13:07:34.821" v="915"/>
          <ac:graphicFrameMkLst>
            <pc:docMk/>
            <pc:sldMk cId="397101827" sldId="2147469457"/>
            <ac:graphicFrameMk id="10" creationId="{247EF839-605B-1BDE-DACF-86051F666EA7}"/>
          </ac:graphicFrameMkLst>
        </pc:graphicFrameChg>
        <pc:graphicFrameChg chg="add del mod">
          <ac:chgData name="Parashuram V Pawar" userId="S::parashuram.pawar@apexon.com::5741f813-d969-4516-a20f-88e0b910ce0e" providerId="AD" clId="Web-{00000000-0000-0000-0000-000000000000}" dt="2026-09-18T13:07:34.821" v="914"/>
          <ac:graphicFrameMkLst>
            <pc:docMk/>
            <pc:sldMk cId="397101827" sldId="2147469457"/>
            <ac:graphicFrameMk id="13" creationId="{A5FC49D8-77DA-9417-EE13-421CBA3C609A}"/>
          </ac:graphicFrameMkLst>
        </pc:graphicFrameChg>
        <pc:cxnChg chg="add del mod">
          <ac:chgData name="Parashuram V Pawar" userId="S::parashuram.pawar@apexon.com::5741f813-d969-4516-a20f-88e0b910ce0e" providerId="AD" clId="Web-{00000000-0000-0000-0000-000000000000}" dt="2026-09-18T13:12:56.937" v="958"/>
          <ac:cxnSpMkLst>
            <pc:docMk/>
            <pc:sldMk cId="397101827" sldId="2147469457"/>
            <ac:cxnSpMk id="14" creationId="{A0CEBBAF-D221-4EAF-C1A5-F083298F9C88}"/>
          </ac:cxnSpMkLst>
        </pc:cxnChg>
      </pc:sldChg>
      <pc:sldChg chg="del">
        <pc:chgData name="Parashuram V Pawar" userId="S::parashuram.pawar@apexon.com::5741f813-d969-4516-a20f-88e0b910ce0e" providerId="AD" clId="Web-{00000000-0000-0000-0000-000000000000}" dt="2026-09-18T12:28:59.769" v="209"/>
        <pc:sldMkLst>
          <pc:docMk/>
          <pc:sldMk cId="3929350655" sldId="2147469464"/>
        </pc:sldMkLst>
      </pc:sldChg>
      <pc:sldChg chg="addSp delSp modSp">
        <pc:chgData name="Parashuram V Pawar" userId="S::parashuram.pawar@apexon.com::5741f813-d969-4516-a20f-88e0b910ce0e" providerId="AD" clId="Web-{00000000-0000-0000-0000-000000000000}" dt="2026-09-18T12:26:55.299" v="208"/>
        <pc:sldMkLst>
          <pc:docMk/>
          <pc:sldMk cId="2290371381" sldId="2147469471"/>
        </pc:sldMkLst>
        <pc:spChg chg="add mod">
          <ac:chgData name="Parashuram V Pawar" userId="S::parashuram.pawar@apexon.com::5741f813-d969-4516-a20f-88e0b910ce0e" providerId="AD" clId="Web-{00000000-0000-0000-0000-000000000000}" dt="2026-09-18T12:26:40.220" v="205" actId="20577"/>
          <ac:spMkLst>
            <pc:docMk/>
            <pc:sldMk cId="2290371381" sldId="2147469471"/>
            <ac:spMk id="5" creationId="{9883F6EB-1B99-8296-33AA-0B970795459A}"/>
          </ac:spMkLst>
        </pc:spChg>
        <pc:spChg chg="mod">
          <ac:chgData name="Parashuram V Pawar" userId="S::parashuram.pawar@apexon.com::5741f813-d969-4516-a20f-88e0b910ce0e" providerId="AD" clId="Web-{00000000-0000-0000-0000-000000000000}" dt="2026-09-18T12:26:53.924" v="207" actId="20577"/>
          <ac:spMkLst>
            <pc:docMk/>
            <pc:sldMk cId="2290371381" sldId="2147469471"/>
            <ac:spMk id="25" creationId="{59106854-6F7F-37D8-9E52-21FBDED9065D}"/>
          </ac:spMkLst>
        </pc:spChg>
        <pc:spChg chg="del">
          <ac:chgData name="Parashuram V Pawar" userId="S::parashuram.pawar@apexon.com::5741f813-d969-4516-a20f-88e0b910ce0e" providerId="AD" clId="Web-{00000000-0000-0000-0000-000000000000}" dt="2026-09-18T12:26:55.299" v="208"/>
          <ac:spMkLst>
            <pc:docMk/>
            <pc:sldMk cId="2290371381" sldId="2147469471"/>
            <ac:spMk id="26" creationId="{0C8285E9-DF4A-AE20-08A3-20C76F4A7290}"/>
          </ac:spMkLst>
        </pc:spChg>
        <pc:spChg chg="mod">
          <ac:chgData name="Parashuram V Pawar" userId="S::parashuram.pawar@apexon.com::5741f813-d969-4516-a20f-88e0b910ce0e" providerId="AD" clId="Web-{00000000-0000-0000-0000-000000000000}" dt="2026-09-18T12:26:12.532" v="198" actId="20577"/>
          <ac:spMkLst>
            <pc:docMk/>
            <pc:sldMk cId="2290371381" sldId="2147469471"/>
            <ac:spMk id="36" creationId="{183DAB28-42F8-BA3E-162F-7AFF92905CCB}"/>
          </ac:spMkLst>
        </pc:spChg>
        <pc:spChg chg="mod">
          <ac:chgData name="Parashuram V Pawar" userId="S::parashuram.pawar@apexon.com::5741f813-d969-4516-a20f-88e0b910ce0e" providerId="AD" clId="Web-{00000000-0000-0000-0000-000000000000}" dt="2026-09-18T12:25:35.985" v="188" actId="20577"/>
          <ac:spMkLst>
            <pc:docMk/>
            <pc:sldMk cId="2290371381" sldId="2147469471"/>
            <ac:spMk id="42" creationId="{4C25A7E2-31F5-C1A5-82D1-734E2A72E9B8}"/>
          </ac:spMkLst>
        </pc:spChg>
        <pc:spChg chg="mod">
          <ac:chgData name="Parashuram V Pawar" userId="S::parashuram.pawar@apexon.com::5741f813-d969-4516-a20f-88e0b910ce0e" providerId="AD" clId="Web-{00000000-0000-0000-0000-000000000000}" dt="2026-09-18T12:25:21.844" v="185" actId="20577"/>
          <ac:spMkLst>
            <pc:docMk/>
            <pc:sldMk cId="2290371381" sldId="2147469471"/>
            <ac:spMk id="58" creationId="{69CDA230-7772-C015-5A6E-238A8EF8EF73}"/>
          </ac:spMkLst>
        </pc:spChg>
        <pc:spChg chg="mod">
          <ac:chgData name="Parashuram V Pawar" userId="S::parashuram.pawar@apexon.com::5741f813-d969-4516-a20f-88e0b910ce0e" providerId="AD" clId="Web-{00000000-0000-0000-0000-000000000000}" dt="2026-09-18T12:25:26.391" v="187" actId="20577"/>
          <ac:spMkLst>
            <pc:docMk/>
            <pc:sldMk cId="2290371381" sldId="2147469471"/>
            <ac:spMk id="61" creationId="{18DA07BD-1EED-24FE-6864-370248AB6259}"/>
          </ac:spMkLst>
        </pc:spChg>
      </pc:sldChg>
      <pc:sldChg chg="del">
        <pc:chgData name="Parashuram V Pawar" userId="S::parashuram.pawar@apexon.com::5741f813-d969-4516-a20f-88e0b910ce0e" providerId="AD" clId="Web-{00000000-0000-0000-0000-000000000000}" dt="2026-09-18T13:02:13.395" v="859"/>
        <pc:sldMkLst>
          <pc:docMk/>
          <pc:sldMk cId="240956326" sldId="2147469472"/>
        </pc:sldMkLst>
      </pc:sldChg>
      <pc:sldChg chg="modSp">
        <pc:chgData name="Parashuram V Pawar" userId="S::parashuram.pawar@apexon.com::5741f813-d969-4516-a20f-88e0b910ce0e" providerId="AD" clId="Web-{00000000-0000-0000-0000-000000000000}" dt="2026-09-18T12:15:46.349" v="30" actId="20577"/>
        <pc:sldMkLst>
          <pc:docMk/>
          <pc:sldMk cId="1058620212" sldId="2147469473"/>
        </pc:sldMkLst>
        <pc:spChg chg="mod">
          <ac:chgData name="Parashuram V Pawar" userId="S::parashuram.pawar@apexon.com::5741f813-d969-4516-a20f-88e0b910ce0e" providerId="AD" clId="Web-{00000000-0000-0000-0000-000000000000}" dt="2026-09-18T12:15:14.818" v="10" actId="20577"/>
          <ac:spMkLst>
            <pc:docMk/>
            <pc:sldMk cId="1058620212" sldId="2147469473"/>
            <ac:spMk id="8" creationId="{9C119A10-5099-AE32-98E8-9D8614073C4C}"/>
          </ac:spMkLst>
        </pc:spChg>
        <pc:spChg chg="mod">
          <ac:chgData name="Parashuram V Pawar" userId="S::parashuram.pawar@apexon.com::5741f813-d969-4516-a20f-88e0b910ce0e" providerId="AD" clId="Web-{00000000-0000-0000-0000-000000000000}" dt="2026-09-18T12:15:22.802" v="24" actId="20577"/>
          <ac:spMkLst>
            <pc:docMk/>
            <pc:sldMk cId="1058620212" sldId="2147469473"/>
            <ac:spMk id="9" creationId="{C7A518DB-2627-75A3-9A50-9B46D1835B60}"/>
          </ac:spMkLst>
        </pc:spChg>
        <pc:spChg chg="mod">
          <ac:chgData name="Parashuram V Pawar" userId="S::parashuram.pawar@apexon.com::5741f813-d969-4516-a20f-88e0b910ce0e" providerId="AD" clId="Web-{00000000-0000-0000-0000-000000000000}" dt="2026-09-18T12:15:46.349" v="30" actId="20577"/>
          <ac:spMkLst>
            <pc:docMk/>
            <pc:sldMk cId="1058620212" sldId="2147469473"/>
            <ac:spMk id="10" creationId="{544C5F03-2AD8-7C94-6168-DDE94B64833F}"/>
          </ac:spMkLst>
        </pc:spChg>
      </pc:sldChg>
      <pc:sldChg chg="addSp delSp modSp">
        <pc:chgData name="Parashuram V Pawar" userId="S::parashuram.pawar@apexon.com::5741f813-d969-4516-a20f-88e0b910ce0e" providerId="AD" clId="Web-{00000000-0000-0000-0000-000000000000}" dt="2026-09-18T12:37:56.215" v="420" actId="20577"/>
        <pc:sldMkLst>
          <pc:docMk/>
          <pc:sldMk cId="374570994" sldId="2147469476"/>
        </pc:sldMkLst>
        <pc:spChg chg="mod">
          <ac:chgData name="Parashuram V Pawar" userId="S::parashuram.pawar@apexon.com::5741f813-d969-4516-a20f-88e0b910ce0e" providerId="AD" clId="Web-{00000000-0000-0000-0000-000000000000}" dt="2026-09-18T12:30:32.067" v="217" actId="20577"/>
          <ac:spMkLst>
            <pc:docMk/>
            <pc:sldMk cId="374570994" sldId="2147469476"/>
            <ac:spMk id="2" creationId="{0C6CB358-E88A-D1CD-E6D1-D56F4C8447BA}"/>
          </ac:spMkLst>
        </pc:spChg>
        <pc:spChg chg="mod">
          <ac:chgData name="Parashuram V Pawar" userId="S::parashuram.pawar@apexon.com::5741f813-d969-4516-a20f-88e0b910ce0e" providerId="AD" clId="Web-{00000000-0000-0000-0000-000000000000}" dt="2026-09-18T12:30:43.067" v="218" actId="20577"/>
          <ac:spMkLst>
            <pc:docMk/>
            <pc:sldMk cId="374570994" sldId="2147469476"/>
            <ac:spMk id="10" creationId="{9842EF17-6C9D-78B6-0BA7-9615D3C6554E}"/>
          </ac:spMkLst>
        </pc:spChg>
        <pc:spChg chg="mod">
          <ac:chgData name="Parashuram V Pawar" userId="S::parashuram.pawar@apexon.com::5741f813-d969-4516-a20f-88e0b910ce0e" providerId="AD" clId="Web-{00000000-0000-0000-0000-000000000000}" dt="2026-09-18T12:37:56.215" v="420" actId="20577"/>
          <ac:spMkLst>
            <pc:docMk/>
            <pc:sldMk cId="374570994" sldId="2147469476"/>
            <ac:spMk id="15" creationId="{DAB5867E-622E-D910-4A36-3FBD35F6A00D}"/>
          </ac:spMkLst>
        </pc:spChg>
        <pc:spChg chg="mod">
          <ac:chgData name="Parashuram V Pawar" userId="S::parashuram.pawar@apexon.com::5741f813-d969-4516-a20f-88e0b910ce0e" providerId="AD" clId="Web-{00000000-0000-0000-0000-000000000000}" dt="2026-09-18T12:31:56.584" v="229" actId="20577"/>
          <ac:spMkLst>
            <pc:docMk/>
            <pc:sldMk cId="374570994" sldId="2147469476"/>
            <ac:spMk id="49" creationId="{04424F9B-F6AA-C649-4B88-89C764F4A852}"/>
          </ac:spMkLst>
        </pc:spChg>
        <pc:graphicFrameChg chg="mod modGraphic">
          <ac:chgData name="Parashuram V Pawar" userId="S::parashuram.pawar@apexon.com::5741f813-d969-4516-a20f-88e0b910ce0e" providerId="AD" clId="Web-{00000000-0000-0000-0000-000000000000}" dt="2026-09-18T12:34:24.929" v="282"/>
          <ac:graphicFrameMkLst>
            <pc:docMk/>
            <pc:sldMk cId="374570994" sldId="2147469476"/>
            <ac:graphicFrameMk id="4" creationId="{B92BE090-E0B8-9E26-628A-C6B8FFEB1642}"/>
          </ac:graphicFrameMkLst>
        </pc:graphicFrameChg>
        <pc:graphicFrameChg chg="del mod modGraphic">
          <ac:chgData name="Parashuram V Pawar" userId="S::parashuram.pawar@apexon.com::5741f813-d969-4516-a20f-88e0b910ce0e" providerId="AD" clId="Web-{00000000-0000-0000-0000-000000000000}" dt="2026-09-18T12:33:36.929" v="276"/>
          <ac:graphicFrameMkLst>
            <pc:docMk/>
            <pc:sldMk cId="374570994" sldId="2147469476"/>
            <ac:graphicFrameMk id="14" creationId="{B92BE090-E0B8-9E26-628A-C6B8FFEB1642}"/>
          </ac:graphicFrameMkLst>
        </pc:graphicFrameChg>
        <pc:graphicFrameChg chg="del mod">
          <ac:chgData name="Parashuram V Pawar" userId="S::parashuram.pawar@apexon.com::5741f813-d969-4516-a20f-88e0b910ce0e" providerId="AD" clId="Web-{00000000-0000-0000-0000-000000000000}" dt="2026-09-18T12:34:16.523" v="280"/>
          <ac:graphicFrameMkLst>
            <pc:docMk/>
            <pc:sldMk cId="374570994" sldId="2147469476"/>
            <ac:graphicFrameMk id="19" creationId="{836D7538-AFFC-2547-116E-D78DC0109552}"/>
          </ac:graphicFrameMkLst>
        </pc:graphicFrameChg>
      </pc:sldChg>
      <pc:sldChg chg="modSp">
        <pc:chgData name="Parashuram V Pawar" userId="S::parashuram.pawar@apexon.com::5741f813-d969-4516-a20f-88e0b910ce0e" providerId="AD" clId="Web-{00000000-0000-0000-0000-000000000000}" dt="2026-09-18T12:17:34.757" v="75" actId="20577"/>
        <pc:sldMkLst>
          <pc:docMk/>
          <pc:sldMk cId="2685094897" sldId="2147469477"/>
        </pc:sldMkLst>
        <pc:spChg chg="mod">
          <ac:chgData name="Parashuram V Pawar" userId="S::parashuram.pawar@apexon.com::5741f813-d969-4516-a20f-88e0b910ce0e" providerId="AD" clId="Web-{00000000-0000-0000-0000-000000000000}" dt="2026-09-18T12:16:32.678" v="45" actId="20577"/>
          <ac:spMkLst>
            <pc:docMk/>
            <pc:sldMk cId="2685094897" sldId="2147469477"/>
            <ac:spMk id="3" creationId="{277DB1D8-A532-19D9-1D0C-B3EF25210034}"/>
          </ac:spMkLst>
        </pc:spChg>
        <pc:spChg chg="mod">
          <ac:chgData name="Parashuram V Pawar" userId="S::parashuram.pawar@apexon.com::5741f813-d969-4516-a20f-88e0b910ce0e" providerId="AD" clId="Web-{00000000-0000-0000-0000-000000000000}" dt="2026-09-18T12:17:34.757" v="75" actId="20577"/>
          <ac:spMkLst>
            <pc:docMk/>
            <pc:sldMk cId="2685094897" sldId="2147469477"/>
            <ac:spMk id="4" creationId="{1EC93448-A87E-8FE8-77ED-D5FAA6F2137A}"/>
          </ac:spMkLst>
        </pc:spChg>
      </pc:sldChg>
      <pc:sldChg chg="addSp delSp modSp new">
        <pc:chgData name="Parashuram V Pawar" userId="S::parashuram.pawar@apexon.com::5741f813-d969-4516-a20f-88e0b910ce0e" providerId="AD" clId="Web-{00000000-0000-0000-0000-000000000000}" dt="2026-09-18T12:37:19.996" v="411"/>
        <pc:sldMkLst>
          <pc:docMk/>
          <pc:sldMk cId="573817955" sldId="2147469478"/>
        </pc:sldMkLst>
        <pc:spChg chg="del">
          <ac:chgData name="Parashuram V Pawar" userId="S::parashuram.pawar@apexon.com::5741f813-d969-4516-a20f-88e0b910ce0e" providerId="AD" clId="Web-{00000000-0000-0000-0000-000000000000}" dt="2026-09-18T12:34:48.289" v="287"/>
          <ac:spMkLst>
            <pc:docMk/>
            <pc:sldMk cId="573817955" sldId="2147469478"/>
            <ac:spMk id="2" creationId="{A593DFF8-1D50-63D6-2976-93D2916CB948}"/>
          </ac:spMkLst>
        </pc:spChg>
        <pc:spChg chg="del">
          <ac:chgData name="Parashuram V Pawar" userId="S::parashuram.pawar@apexon.com::5741f813-d969-4516-a20f-88e0b910ce0e" providerId="AD" clId="Web-{00000000-0000-0000-0000-000000000000}" dt="2026-09-18T12:34:39.695" v="285"/>
          <ac:spMkLst>
            <pc:docMk/>
            <pc:sldMk cId="573817955" sldId="2147469478"/>
            <ac:spMk id="3" creationId="{6D7B900F-A162-E911-05F1-F075C50FF5C8}"/>
          </ac:spMkLst>
        </pc:spChg>
        <pc:spChg chg="del">
          <ac:chgData name="Parashuram V Pawar" userId="S::parashuram.pawar@apexon.com::5741f813-d969-4516-a20f-88e0b910ce0e" providerId="AD" clId="Web-{00000000-0000-0000-0000-000000000000}" dt="2026-09-18T12:34:42.351" v="286"/>
          <ac:spMkLst>
            <pc:docMk/>
            <pc:sldMk cId="573817955" sldId="2147469478"/>
            <ac:spMk id="4" creationId="{DDF1CB66-69B4-EC33-87A9-9578C68F34C9}"/>
          </ac:spMkLst>
        </pc:spChg>
        <pc:graphicFrameChg chg="mod modGraphic">
          <ac:chgData name="Parashuram V Pawar" userId="S::parashuram.pawar@apexon.com::5741f813-d969-4516-a20f-88e0b910ce0e" providerId="AD" clId="Web-{00000000-0000-0000-0000-000000000000}" dt="2026-09-18T12:37:19.996" v="411"/>
          <ac:graphicFrameMkLst>
            <pc:docMk/>
            <pc:sldMk cId="573817955" sldId="2147469478"/>
            <ac:graphicFrameMk id="6" creationId="{836D7538-AFFC-2547-116E-D78DC0109552}"/>
          </ac:graphicFrameMkLst>
        </pc:graphicFrameChg>
      </pc:sldChg>
      <pc:sldChg chg="modSp add">
        <pc:chgData name="Parashuram V Pawar" userId="S::parashuram.pawar@apexon.com::5741f813-d969-4516-a20f-88e0b910ce0e" providerId="AD" clId="Web-{00000000-0000-0000-0000-000000000000}" dt="2026-09-18T12:40:29.984" v="447" actId="20577"/>
        <pc:sldMkLst>
          <pc:docMk/>
          <pc:sldMk cId="1860853762" sldId="2147469479"/>
        </pc:sldMkLst>
        <pc:spChg chg="mod">
          <ac:chgData name="Parashuram V Pawar" userId="S::parashuram.pawar@apexon.com::5741f813-d969-4516-a20f-88e0b910ce0e" providerId="AD" clId="Web-{00000000-0000-0000-0000-000000000000}" dt="2026-09-18T12:38:45.701" v="425" actId="20577"/>
          <ac:spMkLst>
            <pc:docMk/>
            <pc:sldMk cId="1860853762" sldId="2147469479"/>
            <ac:spMk id="2" creationId="{0C6CB358-E88A-D1CD-E6D1-D56F4C8447BA}"/>
          </ac:spMkLst>
        </pc:spChg>
        <pc:spChg chg="mod">
          <ac:chgData name="Parashuram V Pawar" userId="S::parashuram.pawar@apexon.com::5741f813-d969-4516-a20f-88e0b910ce0e" providerId="AD" clId="Web-{00000000-0000-0000-0000-000000000000}" dt="2026-09-18T12:38:56.279" v="426" actId="20577"/>
          <ac:spMkLst>
            <pc:docMk/>
            <pc:sldMk cId="1860853762" sldId="2147469479"/>
            <ac:spMk id="10" creationId="{9842EF17-6C9D-78B6-0BA7-9615D3C6554E}"/>
          </ac:spMkLst>
        </pc:spChg>
        <pc:spChg chg="mod">
          <ac:chgData name="Parashuram V Pawar" userId="S::parashuram.pawar@apexon.com::5741f813-d969-4516-a20f-88e0b910ce0e" providerId="AD" clId="Web-{00000000-0000-0000-0000-000000000000}" dt="2026-09-18T12:40:29.984" v="447" actId="20577"/>
          <ac:spMkLst>
            <pc:docMk/>
            <pc:sldMk cId="1860853762" sldId="2147469479"/>
            <ac:spMk id="15" creationId="{DAB5867E-622E-D910-4A36-3FBD35F6A00D}"/>
          </ac:spMkLst>
        </pc:spChg>
        <pc:spChg chg="mod">
          <ac:chgData name="Parashuram V Pawar" userId="S::parashuram.pawar@apexon.com::5741f813-d969-4516-a20f-88e0b910ce0e" providerId="AD" clId="Web-{00000000-0000-0000-0000-000000000000}" dt="2026-09-18T12:39:26.108" v="433" actId="20577"/>
          <ac:spMkLst>
            <pc:docMk/>
            <pc:sldMk cId="1860853762" sldId="2147469479"/>
            <ac:spMk id="49" creationId="{04424F9B-F6AA-C649-4B88-89C764F4A852}"/>
          </ac:spMkLst>
        </pc:spChg>
        <pc:graphicFrameChg chg="mod modGraphic">
          <ac:chgData name="Parashuram V Pawar" userId="S::parashuram.pawar@apexon.com::5741f813-d969-4516-a20f-88e0b910ce0e" providerId="AD" clId="Web-{00000000-0000-0000-0000-000000000000}" dt="2026-09-18T12:40:09.218" v="441"/>
          <ac:graphicFrameMkLst>
            <pc:docMk/>
            <pc:sldMk cId="1860853762" sldId="2147469479"/>
            <ac:graphicFrameMk id="4" creationId="{B92BE090-E0B8-9E26-628A-C6B8FFEB1642}"/>
          </ac:graphicFrameMkLst>
        </pc:graphicFrameChg>
      </pc:sldChg>
      <pc:sldChg chg="modSp add">
        <pc:chgData name="Parashuram V Pawar" userId="S::parashuram.pawar@apexon.com::5741f813-d969-4516-a20f-88e0b910ce0e" providerId="AD" clId="Web-{00000000-0000-0000-0000-000000000000}" dt="2026-09-18T12:43:21.189" v="517"/>
        <pc:sldMkLst>
          <pc:docMk/>
          <pc:sldMk cId="3093247842" sldId="2147469480"/>
        </pc:sldMkLst>
        <pc:graphicFrameChg chg="mod modGraphic">
          <ac:chgData name="Parashuram V Pawar" userId="S::parashuram.pawar@apexon.com::5741f813-d969-4516-a20f-88e0b910ce0e" providerId="AD" clId="Web-{00000000-0000-0000-0000-000000000000}" dt="2026-09-18T12:43:21.189" v="517"/>
          <ac:graphicFrameMkLst>
            <pc:docMk/>
            <pc:sldMk cId="3093247842" sldId="2147469480"/>
            <ac:graphicFrameMk id="6" creationId="{836D7538-AFFC-2547-116E-D78DC0109552}"/>
          </ac:graphicFrameMkLst>
        </pc:graphicFrameChg>
      </pc:sldChg>
      <pc:sldChg chg="add del">
        <pc:chgData name="Parashuram V Pawar" userId="S::parashuram.pawar@apexon.com::5741f813-d969-4516-a20f-88e0b910ce0e" providerId="AD" clId="Web-{00000000-0000-0000-0000-000000000000}" dt="2026-09-18T13:02:20.348" v="860"/>
        <pc:sldMkLst>
          <pc:docMk/>
          <pc:sldMk cId="1064980317" sldId="2147469481"/>
        </pc:sldMkLst>
      </pc:sldChg>
      <pc:sldChg chg="add del replId">
        <pc:chgData name="Parashuram V Pawar" userId="S::parashuram.pawar@apexon.com::5741f813-d969-4516-a20f-88e0b910ce0e" providerId="AD" clId="Web-{00000000-0000-0000-0000-000000000000}" dt="2026-09-18T13:02:25.520" v="861"/>
        <pc:sldMkLst>
          <pc:docMk/>
          <pc:sldMk cId="1726247509" sldId="2147469482"/>
        </pc:sldMkLst>
      </pc:sldChg>
      <pc:sldChg chg="addSp modSp add replId">
        <pc:chgData name="Parashuram V Pawar" userId="S::parashuram.pawar@apexon.com::5741f813-d969-4516-a20f-88e0b910ce0e" providerId="AD" clId="Web-{00000000-0000-0000-0000-000000000000}" dt="2026-09-18T12:51:49.430" v="656" actId="20577"/>
        <pc:sldMkLst>
          <pc:docMk/>
          <pc:sldMk cId="3542365413" sldId="2147469483"/>
        </pc:sldMkLst>
        <pc:spChg chg="add mod">
          <ac:chgData name="Parashuram V Pawar" userId="S::parashuram.pawar@apexon.com::5741f813-d969-4516-a20f-88e0b910ce0e" providerId="AD" clId="Web-{00000000-0000-0000-0000-000000000000}" dt="2026-09-18T12:51:49.430" v="656" actId="20577"/>
          <ac:spMkLst>
            <pc:docMk/>
            <pc:sldMk cId="3542365413" sldId="2147469483"/>
            <ac:spMk id="2" creationId="{D7820272-7990-E6B5-3556-3B9BF627C2E8}"/>
          </ac:spMkLst>
        </pc:spChg>
        <pc:graphicFrameChg chg="add mod modGraphic">
          <ac:chgData name="Parashuram V Pawar" userId="S::parashuram.pawar@apexon.com::5741f813-d969-4516-a20f-88e0b910ce0e" providerId="AD" clId="Web-{00000000-0000-0000-0000-000000000000}" dt="2026-09-18T12:48:50.194" v="623"/>
          <ac:graphicFrameMkLst>
            <pc:docMk/>
            <pc:sldMk cId="3542365413" sldId="2147469483"/>
            <ac:graphicFrameMk id="4" creationId="{3BCEB5A0-C9F8-55DB-3B25-E9581440BC1B}"/>
          </ac:graphicFrameMkLst>
        </pc:graphicFrameChg>
        <pc:graphicFrameChg chg="mod modGraphic">
          <ac:chgData name="Parashuram V Pawar" userId="S::parashuram.pawar@apexon.com::5741f813-d969-4516-a20f-88e0b910ce0e" providerId="AD" clId="Web-{00000000-0000-0000-0000-000000000000}" dt="2026-09-18T12:50:56.070" v="647"/>
          <ac:graphicFrameMkLst>
            <pc:docMk/>
            <pc:sldMk cId="3542365413" sldId="2147469483"/>
            <ac:graphicFrameMk id="6" creationId="{06E92BE4-4AA3-970F-3D23-A495330BDE00}"/>
          </ac:graphicFrameMkLst>
        </pc:graphicFrameChg>
      </pc:sldChg>
      <pc:sldChg chg="delSp modSp add replId">
        <pc:chgData name="Parashuram V Pawar" userId="S::parashuram.pawar@apexon.com::5741f813-d969-4516-a20f-88e0b910ce0e" providerId="AD" clId="Web-{00000000-0000-0000-0000-000000000000}" dt="2026-09-18T12:46:52.286" v="597"/>
        <pc:sldMkLst>
          <pc:docMk/>
          <pc:sldMk cId="1580140889" sldId="2147469484"/>
        </pc:sldMkLst>
        <pc:spChg chg="mod">
          <ac:chgData name="Parashuram V Pawar" userId="S::parashuram.pawar@apexon.com::5741f813-d969-4516-a20f-88e0b910ce0e" providerId="AD" clId="Web-{00000000-0000-0000-0000-000000000000}" dt="2026-09-18T12:43:55.252" v="524" actId="20577"/>
          <ac:spMkLst>
            <pc:docMk/>
            <pc:sldMk cId="1580140889" sldId="2147469484"/>
            <ac:spMk id="2" creationId="{19C14B8F-1315-371E-0F58-A3805711F757}"/>
          </ac:spMkLst>
        </pc:spChg>
        <pc:spChg chg="mod">
          <ac:chgData name="Parashuram V Pawar" userId="S::parashuram.pawar@apexon.com::5741f813-d969-4516-a20f-88e0b910ce0e" providerId="AD" clId="Web-{00000000-0000-0000-0000-000000000000}" dt="2026-09-18T12:44:17.143" v="531" actId="1076"/>
          <ac:spMkLst>
            <pc:docMk/>
            <pc:sldMk cId="1580140889" sldId="2147469484"/>
            <ac:spMk id="10" creationId="{075CB1A1-D7B0-4F39-D9B2-9ADABC1BF490}"/>
          </ac:spMkLst>
        </pc:spChg>
        <pc:spChg chg="del mod">
          <ac:chgData name="Parashuram V Pawar" userId="S::parashuram.pawar@apexon.com::5741f813-d969-4516-a20f-88e0b910ce0e" providerId="AD" clId="Web-{00000000-0000-0000-0000-000000000000}" dt="2026-09-18T12:45:39.535" v="556"/>
          <ac:spMkLst>
            <pc:docMk/>
            <pc:sldMk cId="1580140889" sldId="2147469484"/>
            <ac:spMk id="15" creationId="{D7820272-7990-E6B5-3556-3B9BF627C2E8}"/>
          </ac:spMkLst>
        </pc:spChg>
        <pc:spChg chg="mod">
          <ac:chgData name="Parashuram V Pawar" userId="S::parashuram.pawar@apexon.com::5741f813-d969-4516-a20f-88e0b910ce0e" providerId="AD" clId="Web-{00000000-0000-0000-0000-000000000000}" dt="2026-09-18T12:44:42.222" v="536" actId="20577"/>
          <ac:spMkLst>
            <pc:docMk/>
            <pc:sldMk cId="1580140889" sldId="2147469484"/>
            <ac:spMk id="49" creationId="{8FD057ED-7464-66BB-E11D-DC6749F87C1C}"/>
          </ac:spMkLst>
        </pc:spChg>
        <pc:graphicFrameChg chg="mod modGraphic">
          <ac:chgData name="Parashuram V Pawar" userId="S::parashuram.pawar@apexon.com::5741f813-d969-4516-a20f-88e0b910ce0e" providerId="AD" clId="Web-{00000000-0000-0000-0000-000000000000}" dt="2026-09-18T12:46:52.286" v="597"/>
          <ac:graphicFrameMkLst>
            <pc:docMk/>
            <pc:sldMk cId="1580140889" sldId="2147469484"/>
            <ac:graphicFrameMk id="4" creationId="{6D49B8CA-B542-296F-7979-55E909A44AFA}"/>
          </ac:graphicFrameMkLst>
        </pc:graphicFrameChg>
      </pc:sldChg>
      <pc:sldChg chg="addSp delSp modSp new">
        <pc:chgData name="Parashuram V Pawar" userId="S::parashuram.pawar@apexon.com::5741f813-d969-4516-a20f-88e0b910ce0e" providerId="AD" clId="Web-{00000000-0000-0000-0000-000000000000}" dt="2026-09-18T12:54:39.216" v="746"/>
        <pc:sldMkLst>
          <pc:docMk/>
          <pc:sldMk cId="2845532753" sldId="2147469485"/>
        </pc:sldMkLst>
        <pc:spChg chg="del">
          <ac:chgData name="Parashuram V Pawar" userId="S::parashuram.pawar@apexon.com::5741f813-d969-4516-a20f-88e0b910ce0e" providerId="AD" clId="Web-{00000000-0000-0000-0000-000000000000}" dt="2026-09-18T12:51:13.039" v="651"/>
          <ac:spMkLst>
            <pc:docMk/>
            <pc:sldMk cId="2845532753" sldId="2147469485"/>
            <ac:spMk id="2" creationId="{318D6F16-8BF3-F5DD-808C-305FDE80CAEF}"/>
          </ac:spMkLst>
        </pc:spChg>
        <pc:spChg chg="del">
          <ac:chgData name="Parashuram V Pawar" userId="S::parashuram.pawar@apexon.com::5741f813-d969-4516-a20f-88e0b910ce0e" providerId="AD" clId="Web-{00000000-0000-0000-0000-000000000000}" dt="2026-09-18T12:51:13.024" v="650"/>
          <ac:spMkLst>
            <pc:docMk/>
            <pc:sldMk cId="2845532753" sldId="2147469485"/>
            <ac:spMk id="3" creationId="{F28760D6-EE07-079B-3711-9ADD2A61BF4E}"/>
          </ac:spMkLst>
        </pc:spChg>
        <pc:spChg chg="del">
          <ac:chgData name="Parashuram V Pawar" userId="S::parashuram.pawar@apexon.com::5741f813-d969-4516-a20f-88e0b910ce0e" providerId="AD" clId="Web-{00000000-0000-0000-0000-000000000000}" dt="2026-09-18T12:51:13.024" v="649"/>
          <ac:spMkLst>
            <pc:docMk/>
            <pc:sldMk cId="2845532753" sldId="2147469485"/>
            <ac:spMk id="4" creationId="{A3D8CFAA-7F6E-3B5E-E391-B4576C35BB64}"/>
          </ac:spMkLst>
        </pc:spChg>
        <pc:graphicFrameChg chg="add mod modGraphic">
          <ac:chgData name="Parashuram V Pawar" userId="S::parashuram.pawar@apexon.com::5741f813-d969-4516-a20f-88e0b910ce0e" providerId="AD" clId="Web-{00000000-0000-0000-0000-000000000000}" dt="2026-09-18T12:54:39.216" v="746"/>
          <ac:graphicFrameMkLst>
            <pc:docMk/>
            <pc:sldMk cId="2845532753" sldId="2147469485"/>
            <ac:graphicFrameMk id="6" creationId="{CD4C8D32-E234-623E-92C6-B484D7BEB36A}"/>
          </ac:graphicFrameMkLst>
        </pc:graphicFrameChg>
      </pc:sldChg>
      <pc:sldChg chg="modSp add replId">
        <pc:chgData name="Parashuram V Pawar" userId="S::parashuram.pawar@apexon.com::5741f813-d969-4516-a20f-88e0b910ce0e" providerId="AD" clId="Web-{00000000-0000-0000-0000-000000000000}" dt="2026-09-18T13:04:31.085" v="892"/>
        <pc:sldMkLst>
          <pc:docMk/>
          <pc:sldMk cId="474802987" sldId="2147469486"/>
        </pc:sldMkLst>
        <pc:spChg chg="mod">
          <ac:chgData name="Parashuram V Pawar" userId="S::parashuram.pawar@apexon.com::5741f813-d969-4516-a20f-88e0b910ce0e" providerId="AD" clId="Web-{00000000-0000-0000-0000-000000000000}" dt="2026-09-18T13:02:46.005" v="862" actId="20577"/>
          <ac:spMkLst>
            <pc:docMk/>
            <pc:sldMk cId="474802987" sldId="2147469486"/>
            <ac:spMk id="49" creationId="{7B47C494-1D10-88C4-C4E7-E225E25BDCB0}"/>
          </ac:spMkLst>
        </pc:spChg>
        <pc:graphicFrameChg chg="mod modGraphic">
          <ac:chgData name="Parashuram V Pawar" userId="S::parashuram.pawar@apexon.com::5741f813-d969-4516-a20f-88e0b910ce0e" providerId="AD" clId="Web-{00000000-0000-0000-0000-000000000000}" dt="2026-09-18T13:04:31.085" v="892"/>
          <ac:graphicFrameMkLst>
            <pc:docMk/>
            <pc:sldMk cId="474802987" sldId="2147469486"/>
            <ac:graphicFrameMk id="47" creationId="{0C517697-A9CD-9354-9586-1BB85D80D146}"/>
          </ac:graphicFrameMkLst>
        </pc:graphicFrameChg>
      </pc:sldChg>
      <pc:sldChg chg="addSp modSp add del replId">
        <pc:chgData name="Parashuram V Pawar" userId="S::parashuram.pawar@apexon.com::5741f813-d969-4516-a20f-88e0b910ce0e" providerId="AD" clId="Web-{00000000-0000-0000-0000-000000000000}" dt="2026-09-18T12:59:08.189" v="848"/>
        <pc:sldMkLst>
          <pc:docMk/>
          <pc:sldMk cId="3523830746" sldId="2147469487"/>
        </pc:sldMkLst>
        <pc:spChg chg="add mod">
          <ac:chgData name="Parashuram V Pawar" userId="S::parashuram.pawar@apexon.com::5741f813-d969-4516-a20f-88e0b910ce0e" providerId="AD" clId="Web-{00000000-0000-0000-0000-000000000000}" dt="2026-09-18T12:56:53.218" v="793" actId="1076"/>
          <ac:spMkLst>
            <pc:docMk/>
            <pc:sldMk cId="3523830746" sldId="2147469487"/>
            <ac:spMk id="2" creationId="{C1B2349D-4C19-E394-62DE-97DBC78A3C83}"/>
          </ac:spMkLst>
        </pc:spChg>
      </pc:sldChg>
      <pc:sldChg chg="delSp modSp add replId">
        <pc:chgData name="Parashuram V Pawar" userId="S::parashuram.pawar@apexon.com::5741f813-d969-4516-a20f-88e0b910ce0e" providerId="AD" clId="Web-{00000000-0000-0000-0000-000000000000}" dt="2026-09-18T12:57:32.875" v="829"/>
        <pc:sldMkLst>
          <pc:docMk/>
          <pc:sldMk cId="3190790178" sldId="2147469488"/>
        </pc:sldMkLst>
        <pc:spChg chg="mod">
          <ac:chgData name="Parashuram V Pawar" userId="S::parashuram.pawar@apexon.com::5741f813-d969-4516-a20f-88e0b910ce0e" providerId="AD" clId="Web-{00000000-0000-0000-0000-000000000000}" dt="2026-09-18T12:55:11.560" v="752" actId="20577"/>
          <ac:spMkLst>
            <pc:docMk/>
            <pc:sldMk cId="3190790178" sldId="2147469488"/>
            <ac:spMk id="2" creationId="{92DB9439-26DB-FC72-9B49-12214BAF09A4}"/>
          </ac:spMkLst>
        </pc:spChg>
        <pc:spChg chg="mod">
          <ac:chgData name="Parashuram V Pawar" userId="S::parashuram.pawar@apexon.com::5741f813-d969-4516-a20f-88e0b910ce0e" providerId="AD" clId="Web-{00000000-0000-0000-0000-000000000000}" dt="2026-09-18T12:55:15.435" v="753" actId="20577"/>
          <ac:spMkLst>
            <pc:docMk/>
            <pc:sldMk cId="3190790178" sldId="2147469488"/>
            <ac:spMk id="10" creationId="{367D7C65-1654-3630-BB16-96B229821E94}"/>
          </ac:spMkLst>
        </pc:spChg>
        <pc:spChg chg="del mod">
          <ac:chgData name="Parashuram V Pawar" userId="S::parashuram.pawar@apexon.com::5741f813-d969-4516-a20f-88e0b910ce0e" providerId="AD" clId="Web-{00000000-0000-0000-0000-000000000000}" dt="2026-09-18T12:56:45.296" v="791"/>
          <ac:spMkLst>
            <pc:docMk/>
            <pc:sldMk cId="3190790178" sldId="2147469488"/>
            <ac:spMk id="15" creationId="{C1B2349D-4C19-E394-62DE-97DBC78A3C83}"/>
          </ac:spMkLst>
        </pc:spChg>
        <pc:spChg chg="mod">
          <ac:chgData name="Parashuram V Pawar" userId="S::parashuram.pawar@apexon.com::5741f813-d969-4516-a20f-88e0b910ce0e" providerId="AD" clId="Web-{00000000-0000-0000-0000-000000000000}" dt="2026-09-18T12:56:10.546" v="761" actId="20577"/>
          <ac:spMkLst>
            <pc:docMk/>
            <pc:sldMk cId="3190790178" sldId="2147469488"/>
            <ac:spMk id="49" creationId="{A041E7E2-9842-D027-5BCE-40543F069979}"/>
          </ac:spMkLst>
        </pc:spChg>
        <pc:graphicFrameChg chg="mod modGraphic">
          <ac:chgData name="Parashuram V Pawar" userId="S::parashuram.pawar@apexon.com::5741f813-d969-4516-a20f-88e0b910ce0e" providerId="AD" clId="Web-{00000000-0000-0000-0000-000000000000}" dt="2026-09-18T12:57:32.875" v="829"/>
          <ac:graphicFrameMkLst>
            <pc:docMk/>
            <pc:sldMk cId="3190790178" sldId="2147469488"/>
            <ac:graphicFrameMk id="4" creationId="{8A262FA4-5D89-9FF0-4EC7-6632EC251232}"/>
          </ac:graphicFrameMkLst>
        </pc:graphicFrameChg>
      </pc:sldChg>
      <pc:sldChg chg="modSp add replId">
        <pc:chgData name="Parashuram V Pawar" userId="S::parashuram.pawar@apexon.com::5741f813-d969-4516-a20f-88e0b910ce0e" providerId="AD" clId="Web-{00000000-0000-0000-0000-000000000000}" dt="2026-09-18T12:59:59.425" v="858"/>
        <pc:sldMkLst>
          <pc:docMk/>
          <pc:sldMk cId="2150031526" sldId="2147469489"/>
        </pc:sldMkLst>
        <pc:spChg chg="mod">
          <ac:chgData name="Parashuram V Pawar" userId="S::parashuram.pawar@apexon.com::5741f813-d969-4516-a20f-88e0b910ce0e" providerId="AD" clId="Web-{00000000-0000-0000-0000-000000000000}" dt="2026-09-18T12:59:14.783" v="849" actId="1076"/>
          <ac:spMkLst>
            <pc:docMk/>
            <pc:sldMk cId="2150031526" sldId="2147469489"/>
            <ac:spMk id="2" creationId="{FE8938A1-85A9-F21E-34CA-B69A74AA5932}"/>
          </ac:spMkLst>
        </pc:spChg>
        <pc:graphicFrameChg chg="mod modGraphic">
          <ac:chgData name="Parashuram V Pawar" userId="S::parashuram.pawar@apexon.com::5741f813-d969-4516-a20f-88e0b910ce0e" providerId="AD" clId="Web-{00000000-0000-0000-0000-000000000000}" dt="2026-09-18T12:58:42.955" v="845"/>
          <ac:graphicFrameMkLst>
            <pc:docMk/>
            <pc:sldMk cId="2150031526" sldId="2147469489"/>
            <ac:graphicFrameMk id="4" creationId="{AD7D567C-896E-6644-68CA-D9C0EDCCE299}"/>
          </ac:graphicFrameMkLst>
        </pc:graphicFrameChg>
        <pc:graphicFrameChg chg="mod modGraphic">
          <ac:chgData name="Parashuram V Pawar" userId="S::parashuram.pawar@apexon.com::5741f813-d969-4516-a20f-88e0b910ce0e" providerId="AD" clId="Web-{00000000-0000-0000-0000-000000000000}" dt="2026-09-18T12:59:59.425" v="858"/>
          <ac:graphicFrameMkLst>
            <pc:docMk/>
            <pc:sldMk cId="2150031526" sldId="2147469489"/>
            <ac:graphicFrameMk id="6" creationId="{88F5A880-EA9B-ACA7-E60C-46A714A095E0}"/>
          </ac:graphicFrameMkLst>
        </pc:graphicFrameChg>
      </pc:sldChg>
      <pc:sldChg chg="add replId">
        <pc:chgData name="Parashuram V Pawar" userId="S::parashuram.pawar@apexon.com::5741f813-d969-4516-a20f-88e0b910ce0e" providerId="AD" clId="Web-{00000000-0000-0000-0000-000000000000}" dt="2026-09-18T13:26:38.465" v="1052"/>
        <pc:sldMkLst>
          <pc:docMk/>
          <pc:sldMk cId="2232294137" sldId="2147469490"/>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80000147_E1D219DF.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_80000148_AD46670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_80000149_FBB6B9EC.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_80000149_FBB6B9EC1.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_80000115_E1D219DF.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_80000116_AD466702.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_80000117_FBB6B9EC.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_80000117_FBB6B9EC2.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_80000135_ABDAC2B2.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_80000136_E09C2590.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_80000137_EFD8904.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_80000137_EFD89043.xlsx"/><Relationship Id="rId2" Type="http://schemas.microsoft.com/office/2011/relationships/chartColorStyle" Target="colors12.xml"/><Relationship Id="rId1" Type="http://schemas.microsoft.com/office/2011/relationships/chartStyle" Target="style1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000" b="1" i="0">
                <a:solidFill>
                  <a:srgbClr val="333333"/>
                </a:solidFill>
                <a:latin typeface="Museo Sans 900" panose="02000000000000000000" pitchFamily="2" charset="77"/>
              </a:rPr>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2</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0-FE1B-3049-AE49-8E4C483DE4EE}"/>
            </c:ext>
          </c:extLst>
        </c:ser>
        <c:ser>
          <c:idx val="1"/>
          <c:order val="1"/>
          <c:tx>
            <c:strRef>
              <c:f>Sheet1!$C$1</c:f>
              <c:strCache>
                <c:ptCount val="1"/>
                <c:pt idx="0">
                  <c:v>Series 3</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1-FE1B-3049-AE49-8E4C483DE4EE}"/>
            </c:ext>
          </c:extLst>
        </c:ser>
        <c:dLbls>
          <c:showLegendKey val="0"/>
          <c:showVal val="0"/>
          <c:showCatName val="0"/>
          <c:showSerName val="0"/>
          <c:showPercent val="0"/>
          <c:showBubbleSize val="0"/>
        </c:dLbls>
        <c:gapWidth val="219"/>
        <c:overlap val="-27"/>
        <c:axId val="1775029952"/>
        <c:axId val="1775031664"/>
      </c:barChart>
      <c:catAx>
        <c:axId val="17750299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rgbClr val="333333"/>
                </a:solidFill>
                <a:latin typeface="Museo Sans 500" panose="02000000000000000000" pitchFamily="2" charset="77"/>
                <a:ea typeface="+mn-ea"/>
                <a:cs typeface="+mn-cs"/>
              </a:defRPr>
            </a:pPr>
            <a:endParaRPr lang="en-US"/>
          </a:p>
        </c:txPr>
        <c:crossAx val="1775031664"/>
        <c:crosses val="autoZero"/>
        <c:auto val="1"/>
        <c:lblAlgn val="ctr"/>
        <c:lblOffset val="100"/>
        <c:noMultiLvlLbl val="0"/>
      </c:catAx>
      <c:valAx>
        <c:axId val="17750316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750299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rgbClr val="333333"/>
              </a:solidFill>
              <a:latin typeface="Museo Sans 500" panose="02000000000000000000"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baseline="0">
                <a:solidFill>
                  <a:schemeClr val="dk1">
                    <a:lumMod val="65000"/>
                    <a:lumOff val="35000"/>
                  </a:schemeClr>
                </a:solidFill>
                <a:latin typeface="Museo Sans 900" panose="02000000000000000000" pitchFamily="2" charset="77"/>
                <a:ea typeface="+mn-ea"/>
                <a:cs typeface="+mn-cs"/>
              </a:defRPr>
            </a:pPr>
            <a:r>
              <a:rPr lang="en-US" sz="1000" b="1" i="0">
                <a:latin typeface="Museo Sans 900" panose="02000000000000000000" pitchFamily="2" charset="77"/>
              </a:rPr>
              <a:t>Sales</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dk1">
                  <a:lumMod val="65000"/>
                  <a:lumOff val="35000"/>
                </a:schemeClr>
              </a:solidFill>
              <a:latin typeface="Museo Sans 900" panose="02000000000000000000" pitchFamily="2" charset="77"/>
              <a:ea typeface="+mn-ea"/>
              <a:cs typeface="+mn-cs"/>
            </a:defRPr>
          </a:pPr>
          <a:endParaRPr lang="en-US"/>
        </a:p>
      </c:txPr>
    </c:title>
    <c:autoTitleDeleted val="0"/>
    <c:plotArea>
      <c:layout/>
      <c:pieChart>
        <c:varyColors val="1"/>
        <c:ser>
          <c:idx val="0"/>
          <c:order val="0"/>
          <c:tx>
            <c:strRef>
              <c:f>Sheet1!$B$1</c:f>
              <c:strCache>
                <c:ptCount val="1"/>
                <c:pt idx="0">
                  <c:v>Sales</c:v>
                </c:pt>
              </c:strCache>
            </c:strRef>
          </c:tx>
          <c:spPr>
            <a:effectLst/>
          </c:spPr>
          <c:dPt>
            <c:idx val="0"/>
            <c:bubble3D val="0"/>
            <c:spPr>
              <a:solidFill>
                <a:schemeClr val="accent1"/>
              </a:solidFill>
              <a:ln>
                <a:noFill/>
              </a:ln>
              <a:effectLst/>
            </c:spPr>
            <c:extLst>
              <c:ext xmlns:c16="http://schemas.microsoft.com/office/drawing/2014/chart" uri="{C3380CC4-5D6E-409C-BE32-E72D297353CC}">
                <c16:uniqueId val="{00000001-9161-0948-A60C-E1AE79B7A515}"/>
              </c:ext>
            </c:extLst>
          </c:dPt>
          <c:dPt>
            <c:idx val="1"/>
            <c:bubble3D val="0"/>
            <c:spPr>
              <a:solidFill>
                <a:schemeClr val="accent2"/>
              </a:solidFill>
              <a:ln>
                <a:noFill/>
              </a:ln>
              <a:effectLst/>
            </c:spPr>
            <c:extLst>
              <c:ext xmlns:c16="http://schemas.microsoft.com/office/drawing/2014/chart" uri="{C3380CC4-5D6E-409C-BE32-E72D297353CC}">
                <c16:uniqueId val="{00000003-9161-0948-A60C-E1AE79B7A515}"/>
              </c:ext>
            </c:extLst>
          </c:dPt>
          <c:dPt>
            <c:idx val="2"/>
            <c:bubble3D val="0"/>
            <c:spPr>
              <a:solidFill>
                <a:schemeClr val="accent3"/>
              </a:solidFill>
              <a:ln>
                <a:noFill/>
              </a:ln>
              <a:effectLst/>
            </c:spPr>
            <c:extLst>
              <c:ext xmlns:c16="http://schemas.microsoft.com/office/drawing/2014/chart" uri="{C3380CC4-5D6E-409C-BE32-E72D297353CC}">
                <c16:uniqueId val="{00000005-9161-0948-A60C-E1AE79B7A515}"/>
              </c:ext>
            </c:extLst>
          </c:dPt>
          <c:dPt>
            <c:idx val="3"/>
            <c:bubble3D val="0"/>
            <c:spPr>
              <a:solidFill>
                <a:schemeClr val="accent4"/>
              </a:solidFill>
              <a:ln>
                <a:noFill/>
              </a:ln>
              <a:effectLst/>
            </c:spPr>
            <c:extLst>
              <c:ext xmlns:c16="http://schemas.microsoft.com/office/drawing/2014/chart" uri="{C3380CC4-5D6E-409C-BE32-E72D297353CC}">
                <c16:uniqueId val="{00000007-9161-0948-A60C-E1AE79B7A515}"/>
              </c:ext>
            </c:extLst>
          </c:dPt>
          <c:dPt>
            <c:idx val="4"/>
            <c:bubble3D val="0"/>
            <c:spPr>
              <a:solidFill>
                <a:schemeClr val="accent5"/>
              </a:solidFill>
              <a:ln>
                <a:noFill/>
              </a:ln>
              <a:effectLst/>
            </c:spPr>
            <c:extLst>
              <c:ext xmlns:c16="http://schemas.microsoft.com/office/drawing/2014/chart" uri="{C3380CC4-5D6E-409C-BE32-E72D297353CC}">
                <c16:uniqueId val="{00000009-9161-0948-A60C-E1AE79B7A515}"/>
              </c:ext>
            </c:extLst>
          </c:dPt>
          <c:dPt>
            <c:idx val="5"/>
            <c:bubble3D val="0"/>
            <c:spPr>
              <a:solidFill>
                <a:schemeClr val="accent6"/>
              </a:solidFill>
              <a:ln>
                <a:noFill/>
              </a:ln>
              <a:effectLst/>
            </c:spPr>
            <c:extLst>
              <c:ext xmlns:c16="http://schemas.microsoft.com/office/drawing/2014/chart" uri="{C3380CC4-5D6E-409C-BE32-E72D297353CC}">
                <c16:uniqueId val="{0000000B-9161-0948-A60C-E1AE79B7A51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useo Sans 500" panose="02000000000000000000" pitchFamily="2" charset="77"/>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Yr 1</c:v>
                </c:pt>
                <c:pt idx="1">
                  <c:v>Yr 2</c:v>
                </c:pt>
                <c:pt idx="2">
                  <c:v>Yr 3</c:v>
                </c:pt>
                <c:pt idx="3">
                  <c:v>4th Qtr</c:v>
                </c:pt>
                <c:pt idx="4">
                  <c:v>5th Qtr</c:v>
                </c:pt>
                <c:pt idx="5">
                  <c:v>Yr 6</c:v>
                </c:pt>
              </c:strCache>
            </c:strRef>
          </c:cat>
          <c:val>
            <c:numRef>
              <c:f>Sheet1!$B$2:$B$7</c:f>
              <c:numCache>
                <c:formatCode>General</c:formatCode>
                <c:ptCount val="6"/>
                <c:pt idx="0">
                  <c:v>29</c:v>
                </c:pt>
                <c:pt idx="1">
                  <c:v>11</c:v>
                </c:pt>
                <c:pt idx="2">
                  <c:v>10</c:v>
                </c:pt>
                <c:pt idx="3">
                  <c:v>8</c:v>
                </c:pt>
                <c:pt idx="4">
                  <c:v>7</c:v>
                </c:pt>
                <c:pt idx="5">
                  <c:v>35</c:v>
                </c:pt>
              </c:numCache>
            </c:numRef>
          </c:val>
          <c:extLst>
            <c:ext xmlns:c16="http://schemas.microsoft.com/office/drawing/2014/chart" uri="{C3380CC4-5D6E-409C-BE32-E72D297353CC}">
              <c16:uniqueId val="{0000000C-9161-0948-A60C-E1AE79B7A515}"/>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dk1">
                  <a:lumMod val="65000"/>
                  <a:lumOff val="35000"/>
                </a:schemeClr>
              </a:solidFill>
              <a:latin typeface="Museo Sans 500" panose="02000000000000000000"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baseline="0">
                <a:solidFill>
                  <a:schemeClr val="dk1">
                    <a:lumMod val="65000"/>
                    <a:lumOff val="35000"/>
                  </a:schemeClr>
                </a:solidFill>
                <a:latin typeface="Museo Sans 900" panose="02000000000000000000" pitchFamily="2" charset="77"/>
                <a:ea typeface="+mn-ea"/>
                <a:cs typeface="+mn-cs"/>
              </a:defRPr>
            </a:pPr>
            <a:r>
              <a:rPr lang="en-US" sz="1000" b="1" i="0">
                <a:latin typeface="Museo Sans 900" panose="02000000000000000000" pitchFamily="2" charset="77"/>
              </a:rPr>
              <a:t>Sales</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dk1">
                  <a:lumMod val="65000"/>
                  <a:lumOff val="35000"/>
                </a:schemeClr>
              </a:solidFill>
              <a:latin typeface="Museo Sans 900" panose="02000000000000000000" pitchFamily="2" charset="77"/>
              <a:ea typeface="+mn-ea"/>
              <a:cs typeface="+mn-cs"/>
            </a:defRPr>
          </a:pPr>
          <a:endParaRPr lang="en-US"/>
        </a:p>
      </c:txPr>
    </c:title>
    <c:autoTitleDeleted val="0"/>
    <c:plotArea>
      <c:layout/>
      <c:pieChart>
        <c:varyColors val="1"/>
        <c:ser>
          <c:idx val="0"/>
          <c:order val="0"/>
          <c:tx>
            <c:strRef>
              <c:f>Sheet1!$B$1</c:f>
              <c:strCache>
                <c:ptCount val="1"/>
                <c:pt idx="0">
                  <c:v>Sales</c:v>
                </c:pt>
              </c:strCache>
            </c:strRef>
          </c:tx>
          <c:spPr>
            <a:effectLst/>
          </c:spPr>
          <c:dPt>
            <c:idx val="0"/>
            <c:bubble3D val="0"/>
            <c:spPr>
              <a:solidFill>
                <a:schemeClr val="accent1"/>
              </a:solidFill>
              <a:ln>
                <a:noFill/>
              </a:ln>
              <a:effectLst/>
            </c:spPr>
            <c:extLst>
              <c:ext xmlns:c16="http://schemas.microsoft.com/office/drawing/2014/chart" uri="{C3380CC4-5D6E-409C-BE32-E72D297353CC}">
                <c16:uniqueId val="{00000001-54B3-CD46-B9A3-BC3A29AC9AC1}"/>
              </c:ext>
            </c:extLst>
          </c:dPt>
          <c:dPt>
            <c:idx val="1"/>
            <c:bubble3D val="0"/>
            <c:spPr>
              <a:solidFill>
                <a:schemeClr val="accent2"/>
              </a:solidFill>
              <a:ln>
                <a:noFill/>
              </a:ln>
              <a:effectLst/>
            </c:spPr>
            <c:extLst>
              <c:ext xmlns:c16="http://schemas.microsoft.com/office/drawing/2014/chart" uri="{C3380CC4-5D6E-409C-BE32-E72D297353CC}">
                <c16:uniqueId val="{00000003-54B3-CD46-B9A3-BC3A29AC9AC1}"/>
              </c:ext>
            </c:extLst>
          </c:dPt>
          <c:dPt>
            <c:idx val="2"/>
            <c:bubble3D val="0"/>
            <c:spPr>
              <a:solidFill>
                <a:schemeClr val="accent3"/>
              </a:solidFill>
              <a:ln>
                <a:noFill/>
              </a:ln>
              <a:effectLst/>
            </c:spPr>
            <c:extLst>
              <c:ext xmlns:c16="http://schemas.microsoft.com/office/drawing/2014/chart" uri="{C3380CC4-5D6E-409C-BE32-E72D297353CC}">
                <c16:uniqueId val="{00000005-54B3-CD46-B9A3-BC3A29AC9AC1}"/>
              </c:ext>
            </c:extLst>
          </c:dPt>
          <c:dPt>
            <c:idx val="3"/>
            <c:bubble3D val="0"/>
            <c:spPr>
              <a:solidFill>
                <a:schemeClr val="accent4"/>
              </a:solidFill>
              <a:ln>
                <a:noFill/>
              </a:ln>
              <a:effectLst/>
            </c:spPr>
            <c:extLst>
              <c:ext xmlns:c16="http://schemas.microsoft.com/office/drawing/2014/chart" uri="{C3380CC4-5D6E-409C-BE32-E72D297353CC}">
                <c16:uniqueId val="{00000007-54B3-CD46-B9A3-BC3A29AC9AC1}"/>
              </c:ext>
            </c:extLst>
          </c:dPt>
          <c:dPt>
            <c:idx val="4"/>
            <c:bubble3D val="0"/>
            <c:spPr>
              <a:solidFill>
                <a:schemeClr val="accent5"/>
              </a:solidFill>
              <a:ln>
                <a:noFill/>
              </a:ln>
              <a:effectLst/>
            </c:spPr>
            <c:extLst>
              <c:ext xmlns:c16="http://schemas.microsoft.com/office/drawing/2014/chart" uri="{C3380CC4-5D6E-409C-BE32-E72D297353CC}">
                <c16:uniqueId val="{00000009-54B3-CD46-B9A3-BC3A29AC9AC1}"/>
              </c:ext>
            </c:extLst>
          </c:dPt>
          <c:dPt>
            <c:idx val="5"/>
            <c:bubble3D val="0"/>
            <c:spPr>
              <a:solidFill>
                <a:schemeClr val="accent6"/>
              </a:solidFill>
              <a:ln>
                <a:noFill/>
              </a:ln>
              <a:effectLst/>
            </c:spPr>
            <c:extLst>
              <c:ext xmlns:c16="http://schemas.microsoft.com/office/drawing/2014/chart" uri="{C3380CC4-5D6E-409C-BE32-E72D297353CC}">
                <c16:uniqueId val="{0000000B-54B3-CD46-B9A3-BC3A29AC9AC1}"/>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useo Sans 500" panose="02000000000000000000" pitchFamily="2" charset="77"/>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Yr 1</c:v>
                </c:pt>
                <c:pt idx="1">
                  <c:v>Yr 2</c:v>
                </c:pt>
                <c:pt idx="2">
                  <c:v>Yr 3</c:v>
                </c:pt>
                <c:pt idx="3">
                  <c:v>Yr 4</c:v>
                </c:pt>
                <c:pt idx="4">
                  <c:v>Yr 5</c:v>
                </c:pt>
                <c:pt idx="5">
                  <c:v>Yr 6</c:v>
                </c:pt>
              </c:strCache>
            </c:strRef>
          </c:cat>
          <c:val>
            <c:numRef>
              <c:f>Sheet1!$B$2:$B$7</c:f>
              <c:numCache>
                <c:formatCode>General</c:formatCode>
                <c:ptCount val="6"/>
                <c:pt idx="0">
                  <c:v>29</c:v>
                </c:pt>
                <c:pt idx="1">
                  <c:v>11</c:v>
                </c:pt>
                <c:pt idx="2">
                  <c:v>10</c:v>
                </c:pt>
                <c:pt idx="3">
                  <c:v>8</c:v>
                </c:pt>
                <c:pt idx="4">
                  <c:v>7</c:v>
                </c:pt>
                <c:pt idx="5">
                  <c:v>35</c:v>
                </c:pt>
              </c:numCache>
            </c:numRef>
          </c:val>
          <c:extLst>
            <c:ext xmlns:c16="http://schemas.microsoft.com/office/drawing/2014/chart" uri="{C3380CC4-5D6E-409C-BE32-E72D297353CC}">
              <c16:uniqueId val="{0000000C-54B3-CD46-B9A3-BC3A29AC9AC1}"/>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dk1">
                  <a:lumMod val="65000"/>
                  <a:lumOff val="35000"/>
                </a:schemeClr>
              </a:solidFill>
              <a:latin typeface="Museo Sans 500" panose="02000000000000000000"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000" b="1" i="0">
                <a:solidFill>
                  <a:srgbClr val="333333"/>
                </a:solidFill>
                <a:latin typeface="Museo Sans 900" panose="02000000000000000000" pitchFamily="2" charset="77"/>
              </a:rPr>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2</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0-32D4-B84F-BDCF-4EEFB747BE67}"/>
            </c:ext>
          </c:extLst>
        </c:ser>
        <c:ser>
          <c:idx val="1"/>
          <c:order val="1"/>
          <c:tx>
            <c:strRef>
              <c:f>Sheet1!$C$1</c:f>
              <c:strCache>
                <c:ptCount val="1"/>
                <c:pt idx="0">
                  <c:v>Series 3</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1-32D4-B84F-BDCF-4EEFB747BE67}"/>
            </c:ext>
          </c:extLst>
        </c:ser>
        <c:dLbls>
          <c:showLegendKey val="0"/>
          <c:showVal val="0"/>
          <c:showCatName val="0"/>
          <c:showSerName val="0"/>
          <c:showPercent val="0"/>
          <c:showBubbleSize val="0"/>
        </c:dLbls>
        <c:gapWidth val="219"/>
        <c:overlap val="-27"/>
        <c:axId val="1775029952"/>
        <c:axId val="1775031664"/>
      </c:barChart>
      <c:catAx>
        <c:axId val="17750299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rgbClr val="333333"/>
                </a:solidFill>
                <a:latin typeface="Museo Sans 500" panose="02000000000000000000" pitchFamily="2" charset="77"/>
                <a:ea typeface="+mn-ea"/>
                <a:cs typeface="+mn-cs"/>
              </a:defRPr>
            </a:pPr>
            <a:endParaRPr lang="en-US"/>
          </a:p>
        </c:txPr>
        <c:crossAx val="1775031664"/>
        <c:crosses val="autoZero"/>
        <c:auto val="1"/>
        <c:lblAlgn val="ctr"/>
        <c:lblOffset val="100"/>
        <c:noMultiLvlLbl val="0"/>
      </c:catAx>
      <c:valAx>
        <c:axId val="17750316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750299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rgbClr val="333333"/>
              </a:solidFill>
              <a:latin typeface="Museo Sans 500" panose="02000000000000000000"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000" b="1" i="0">
                <a:solidFill>
                  <a:srgbClr val="333333"/>
                </a:solidFill>
                <a:latin typeface="Museo Sans 900" panose="02000000000000000000" pitchFamily="2" charset="77"/>
              </a:rPr>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2</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0-FE1B-3049-AE49-8E4C483DE4EE}"/>
            </c:ext>
          </c:extLst>
        </c:ser>
        <c:ser>
          <c:idx val="1"/>
          <c:order val="1"/>
          <c:tx>
            <c:strRef>
              <c:f>Sheet1!$C$1</c:f>
              <c:strCache>
                <c:ptCount val="1"/>
                <c:pt idx="0">
                  <c:v>Series 3</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1-FE1B-3049-AE49-8E4C483DE4EE}"/>
            </c:ext>
          </c:extLst>
        </c:ser>
        <c:dLbls>
          <c:showLegendKey val="0"/>
          <c:showVal val="0"/>
          <c:showCatName val="0"/>
          <c:showSerName val="0"/>
          <c:showPercent val="0"/>
          <c:showBubbleSize val="0"/>
        </c:dLbls>
        <c:gapWidth val="219"/>
        <c:overlap val="-27"/>
        <c:axId val="1775029952"/>
        <c:axId val="1775031664"/>
      </c:barChart>
      <c:catAx>
        <c:axId val="17750299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rgbClr val="333333"/>
                </a:solidFill>
                <a:latin typeface="Museo Sans 500" panose="02000000000000000000" pitchFamily="2" charset="77"/>
                <a:ea typeface="+mn-ea"/>
                <a:cs typeface="+mn-cs"/>
              </a:defRPr>
            </a:pPr>
            <a:endParaRPr lang="en-US"/>
          </a:p>
        </c:txPr>
        <c:crossAx val="1775031664"/>
        <c:crosses val="autoZero"/>
        <c:auto val="1"/>
        <c:lblAlgn val="ctr"/>
        <c:lblOffset val="100"/>
        <c:noMultiLvlLbl val="0"/>
      </c:catAx>
      <c:valAx>
        <c:axId val="17750316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750299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rgbClr val="333333"/>
              </a:solidFill>
              <a:latin typeface="Museo Sans 500" panose="02000000000000000000"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baseline="0">
                <a:solidFill>
                  <a:schemeClr val="dk1">
                    <a:lumMod val="65000"/>
                    <a:lumOff val="35000"/>
                  </a:schemeClr>
                </a:solidFill>
                <a:latin typeface="Museo Sans 900" panose="02000000000000000000" pitchFamily="2" charset="77"/>
                <a:ea typeface="+mn-ea"/>
                <a:cs typeface="+mn-cs"/>
              </a:defRPr>
            </a:pPr>
            <a:r>
              <a:rPr lang="en-US" sz="1000" b="1" i="0">
                <a:latin typeface="Museo Sans 900" panose="02000000000000000000" pitchFamily="2" charset="77"/>
              </a:rPr>
              <a:t>Sales</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dk1">
                  <a:lumMod val="65000"/>
                  <a:lumOff val="35000"/>
                </a:schemeClr>
              </a:solidFill>
              <a:latin typeface="Museo Sans 900" panose="02000000000000000000" pitchFamily="2" charset="77"/>
              <a:ea typeface="+mn-ea"/>
              <a:cs typeface="+mn-cs"/>
            </a:defRPr>
          </a:pPr>
          <a:endParaRPr lang="en-US"/>
        </a:p>
      </c:txPr>
    </c:title>
    <c:autoTitleDeleted val="0"/>
    <c:plotArea>
      <c:layout/>
      <c:pieChart>
        <c:varyColors val="1"/>
        <c:ser>
          <c:idx val="0"/>
          <c:order val="0"/>
          <c:tx>
            <c:strRef>
              <c:f>Sheet1!$B$1</c:f>
              <c:strCache>
                <c:ptCount val="1"/>
                <c:pt idx="0">
                  <c:v>Sales</c:v>
                </c:pt>
              </c:strCache>
            </c:strRef>
          </c:tx>
          <c:spPr>
            <a:effectLst/>
          </c:spPr>
          <c:dPt>
            <c:idx val="0"/>
            <c:bubble3D val="0"/>
            <c:spPr>
              <a:solidFill>
                <a:schemeClr val="accent1"/>
              </a:solidFill>
              <a:ln>
                <a:noFill/>
              </a:ln>
              <a:effectLst/>
            </c:spPr>
            <c:extLst>
              <c:ext xmlns:c16="http://schemas.microsoft.com/office/drawing/2014/chart" uri="{C3380CC4-5D6E-409C-BE32-E72D297353CC}">
                <c16:uniqueId val="{00000001-9161-0948-A60C-E1AE79B7A515}"/>
              </c:ext>
            </c:extLst>
          </c:dPt>
          <c:dPt>
            <c:idx val="1"/>
            <c:bubble3D val="0"/>
            <c:spPr>
              <a:solidFill>
                <a:schemeClr val="accent2"/>
              </a:solidFill>
              <a:ln>
                <a:noFill/>
              </a:ln>
              <a:effectLst/>
            </c:spPr>
            <c:extLst>
              <c:ext xmlns:c16="http://schemas.microsoft.com/office/drawing/2014/chart" uri="{C3380CC4-5D6E-409C-BE32-E72D297353CC}">
                <c16:uniqueId val="{00000003-9161-0948-A60C-E1AE79B7A515}"/>
              </c:ext>
            </c:extLst>
          </c:dPt>
          <c:dPt>
            <c:idx val="2"/>
            <c:bubble3D val="0"/>
            <c:spPr>
              <a:solidFill>
                <a:schemeClr val="accent3"/>
              </a:solidFill>
              <a:ln>
                <a:noFill/>
              </a:ln>
              <a:effectLst/>
            </c:spPr>
            <c:extLst>
              <c:ext xmlns:c16="http://schemas.microsoft.com/office/drawing/2014/chart" uri="{C3380CC4-5D6E-409C-BE32-E72D297353CC}">
                <c16:uniqueId val="{00000005-9161-0948-A60C-E1AE79B7A515}"/>
              </c:ext>
            </c:extLst>
          </c:dPt>
          <c:dPt>
            <c:idx val="3"/>
            <c:bubble3D val="0"/>
            <c:spPr>
              <a:solidFill>
                <a:schemeClr val="accent4"/>
              </a:solidFill>
              <a:ln>
                <a:noFill/>
              </a:ln>
              <a:effectLst/>
            </c:spPr>
            <c:extLst>
              <c:ext xmlns:c16="http://schemas.microsoft.com/office/drawing/2014/chart" uri="{C3380CC4-5D6E-409C-BE32-E72D297353CC}">
                <c16:uniqueId val="{00000007-9161-0948-A60C-E1AE79B7A515}"/>
              </c:ext>
            </c:extLst>
          </c:dPt>
          <c:dPt>
            <c:idx val="4"/>
            <c:bubble3D val="0"/>
            <c:spPr>
              <a:solidFill>
                <a:schemeClr val="accent5"/>
              </a:solidFill>
              <a:ln>
                <a:noFill/>
              </a:ln>
              <a:effectLst/>
            </c:spPr>
            <c:extLst>
              <c:ext xmlns:c16="http://schemas.microsoft.com/office/drawing/2014/chart" uri="{C3380CC4-5D6E-409C-BE32-E72D297353CC}">
                <c16:uniqueId val="{00000009-9161-0948-A60C-E1AE79B7A515}"/>
              </c:ext>
            </c:extLst>
          </c:dPt>
          <c:dPt>
            <c:idx val="5"/>
            <c:bubble3D val="0"/>
            <c:spPr>
              <a:solidFill>
                <a:schemeClr val="accent6"/>
              </a:solidFill>
              <a:ln>
                <a:noFill/>
              </a:ln>
              <a:effectLst/>
            </c:spPr>
            <c:extLst>
              <c:ext xmlns:c16="http://schemas.microsoft.com/office/drawing/2014/chart" uri="{C3380CC4-5D6E-409C-BE32-E72D297353CC}">
                <c16:uniqueId val="{0000000B-9161-0948-A60C-E1AE79B7A51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useo Sans 500" panose="02000000000000000000" pitchFamily="2" charset="77"/>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Yr 1</c:v>
                </c:pt>
                <c:pt idx="1">
                  <c:v>Yr 2</c:v>
                </c:pt>
                <c:pt idx="2">
                  <c:v>Yr 3</c:v>
                </c:pt>
                <c:pt idx="3">
                  <c:v>4th Qtr</c:v>
                </c:pt>
                <c:pt idx="4">
                  <c:v>5th Qtr</c:v>
                </c:pt>
                <c:pt idx="5">
                  <c:v>Yr 6</c:v>
                </c:pt>
              </c:strCache>
            </c:strRef>
          </c:cat>
          <c:val>
            <c:numRef>
              <c:f>Sheet1!$B$2:$B$7</c:f>
              <c:numCache>
                <c:formatCode>General</c:formatCode>
                <c:ptCount val="6"/>
                <c:pt idx="0">
                  <c:v>29</c:v>
                </c:pt>
                <c:pt idx="1">
                  <c:v>11</c:v>
                </c:pt>
                <c:pt idx="2">
                  <c:v>10</c:v>
                </c:pt>
                <c:pt idx="3">
                  <c:v>8</c:v>
                </c:pt>
                <c:pt idx="4">
                  <c:v>7</c:v>
                </c:pt>
                <c:pt idx="5">
                  <c:v>35</c:v>
                </c:pt>
              </c:numCache>
            </c:numRef>
          </c:val>
          <c:extLst>
            <c:ext xmlns:c16="http://schemas.microsoft.com/office/drawing/2014/chart" uri="{C3380CC4-5D6E-409C-BE32-E72D297353CC}">
              <c16:uniqueId val="{0000000C-9161-0948-A60C-E1AE79B7A515}"/>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dk1">
                  <a:lumMod val="65000"/>
                  <a:lumOff val="35000"/>
                </a:schemeClr>
              </a:solidFill>
              <a:latin typeface="Museo Sans 500" panose="02000000000000000000"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baseline="0">
                <a:solidFill>
                  <a:schemeClr val="dk1">
                    <a:lumMod val="65000"/>
                    <a:lumOff val="35000"/>
                  </a:schemeClr>
                </a:solidFill>
                <a:latin typeface="Museo Sans 900" panose="02000000000000000000" pitchFamily="2" charset="77"/>
                <a:ea typeface="+mn-ea"/>
                <a:cs typeface="+mn-cs"/>
              </a:defRPr>
            </a:pPr>
            <a:r>
              <a:rPr lang="en-US" sz="1000" b="1" i="0">
                <a:latin typeface="Museo Sans 900" panose="02000000000000000000" pitchFamily="2" charset="77"/>
              </a:rPr>
              <a:t>Sales</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dk1">
                  <a:lumMod val="65000"/>
                  <a:lumOff val="35000"/>
                </a:schemeClr>
              </a:solidFill>
              <a:latin typeface="Museo Sans 900" panose="02000000000000000000" pitchFamily="2" charset="77"/>
              <a:ea typeface="+mn-ea"/>
              <a:cs typeface="+mn-cs"/>
            </a:defRPr>
          </a:pPr>
          <a:endParaRPr lang="en-US"/>
        </a:p>
      </c:txPr>
    </c:title>
    <c:autoTitleDeleted val="0"/>
    <c:plotArea>
      <c:layout/>
      <c:pieChart>
        <c:varyColors val="1"/>
        <c:ser>
          <c:idx val="0"/>
          <c:order val="0"/>
          <c:tx>
            <c:strRef>
              <c:f>Sheet1!$B$1</c:f>
              <c:strCache>
                <c:ptCount val="1"/>
                <c:pt idx="0">
                  <c:v>Sales</c:v>
                </c:pt>
              </c:strCache>
            </c:strRef>
          </c:tx>
          <c:spPr>
            <a:effectLst/>
          </c:spPr>
          <c:dPt>
            <c:idx val="0"/>
            <c:bubble3D val="0"/>
            <c:spPr>
              <a:solidFill>
                <a:schemeClr val="accent1"/>
              </a:solidFill>
              <a:ln>
                <a:noFill/>
              </a:ln>
              <a:effectLst/>
            </c:spPr>
            <c:extLst>
              <c:ext xmlns:c16="http://schemas.microsoft.com/office/drawing/2014/chart" uri="{C3380CC4-5D6E-409C-BE32-E72D297353CC}">
                <c16:uniqueId val="{00000001-54B3-CD46-B9A3-BC3A29AC9AC1}"/>
              </c:ext>
            </c:extLst>
          </c:dPt>
          <c:dPt>
            <c:idx val="1"/>
            <c:bubble3D val="0"/>
            <c:spPr>
              <a:solidFill>
                <a:schemeClr val="accent2"/>
              </a:solidFill>
              <a:ln>
                <a:noFill/>
              </a:ln>
              <a:effectLst/>
            </c:spPr>
            <c:extLst>
              <c:ext xmlns:c16="http://schemas.microsoft.com/office/drawing/2014/chart" uri="{C3380CC4-5D6E-409C-BE32-E72D297353CC}">
                <c16:uniqueId val="{00000003-54B3-CD46-B9A3-BC3A29AC9AC1}"/>
              </c:ext>
            </c:extLst>
          </c:dPt>
          <c:dPt>
            <c:idx val="2"/>
            <c:bubble3D val="0"/>
            <c:spPr>
              <a:solidFill>
                <a:schemeClr val="accent3"/>
              </a:solidFill>
              <a:ln>
                <a:noFill/>
              </a:ln>
              <a:effectLst/>
            </c:spPr>
            <c:extLst>
              <c:ext xmlns:c16="http://schemas.microsoft.com/office/drawing/2014/chart" uri="{C3380CC4-5D6E-409C-BE32-E72D297353CC}">
                <c16:uniqueId val="{00000005-54B3-CD46-B9A3-BC3A29AC9AC1}"/>
              </c:ext>
            </c:extLst>
          </c:dPt>
          <c:dPt>
            <c:idx val="3"/>
            <c:bubble3D val="0"/>
            <c:spPr>
              <a:solidFill>
                <a:schemeClr val="accent4"/>
              </a:solidFill>
              <a:ln>
                <a:noFill/>
              </a:ln>
              <a:effectLst/>
            </c:spPr>
            <c:extLst>
              <c:ext xmlns:c16="http://schemas.microsoft.com/office/drawing/2014/chart" uri="{C3380CC4-5D6E-409C-BE32-E72D297353CC}">
                <c16:uniqueId val="{00000007-54B3-CD46-B9A3-BC3A29AC9AC1}"/>
              </c:ext>
            </c:extLst>
          </c:dPt>
          <c:dPt>
            <c:idx val="4"/>
            <c:bubble3D val="0"/>
            <c:spPr>
              <a:solidFill>
                <a:schemeClr val="accent5"/>
              </a:solidFill>
              <a:ln>
                <a:noFill/>
              </a:ln>
              <a:effectLst/>
            </c:spPr>
            <c:extLst>
              <c:ext xmlns:c16="http://schemas.microsoft.com/office/drawing/2014/chart" uri="{C3380CC4-5D6E-409C-BE32-E72D297353CC}">
                <c16:uniqueId val="{00000009-54B3-CD46-B9A3-BC3A29AC9AC1}"/>
              </c:ext>
            </c:extLst>
          </c:dPt>
          <c:dPt>
            <c:idx val="5"/>
            <c:bubble3D val="0"/>
            <c:spPr>
              <a:solidFill>
                <a:schemeClr val="accent6"/>
              </a:solidFill>
              <a:ln>
                <a:noFill/>
              </a:ln>
              <a:effectLst/>
            </c:spPr>
            <c:extLst>
              <c:ext xmlns:c16="http://schemas.microsoft.com/office/drawing/2014/chart" uri="{C3380CC4-5D6E-409C-BE32-E72D297353CC}">
                <c16:uniqueId val="{0000000B-54B3-CD46-B9A3-BC3A29AC9AC1}"/>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useo Sans 500" panose="02000000000000000000" pitchFamily="2" charset="77"/>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Yr 1</c:v>
                </c:pt>
                <c:pt idx="1">
                  <c:v>Yr 2</c:v>
                </c:pt>
                <c:pt idx="2">
                  <c:v>Yr 3</c:v>
                </c:pt>
                <c:pt idx="3">
                  <c:v>Yr 4</c:v>
                </c:pt>
                <c:pt idx="4">
                  <c:v>Yr 5</c:v>
                </c:pt>
                <c:pt idx="5">
                  <c:v>Yr 6</c:v>
                </c:pt>
              </c:strCache>
            </c:strRef>
          </c:cat>
          <c:val>
            <c:numRef>
              <c:f>Sheet1!$B$2:$B$7</c:f>
              <c:numCache>
                <c:formatCode>General</c:formatCode>
                <c:ptCount val="6"/>
                <c:pt idx="0">
                  <c:v>29</c:v>
                </c:pt>
                <c:pt idx="1">
                  <c:v>11</c:v>
                </c:pt>
                <c:pt idx="2">
                  <c:v>10</c:v>
                </c:pt>
                <c:pt idx="3">
                  <c:v>8</c:v>
                </c:pt>
                <c:pt idx="4">
                  <c:v>7</c:v>
                </c:pt>
                <c:pt idx="5">
                  <c:v>35</c:v>
                </c:pt>
              </c:numCache>
            </c:numRef>
          </c:val>
          <c:extLst>
            <c:ext xmlns:c16="http://schemas.microsoft.com/office/drawing/2014/chart" uri="{C3380CC4-5D6E-409C-BE32-E72D297353CC}">
              <c16:uniqueId val="{0000000C-54B3-CD46-B9A3-BC3A29AC9AC1}"/>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dk1">
                  <a:lumMod val="65000"/>
                  <a:lumOff val="35000"/>
                </a:schemeClr>
              </a:solidFill>
              <a:latin typeface="Museo Sans 500" panose="02000000000000000000"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000" b="1" i="0">
                <a:solidFill>
                  <a:srgbClr val="333333"/>
                </a:solidFill>
                <a:latin typeface="Museo Sans 900" panose="02000000000000000000" pitchFamily="2" charset="77"/>
              </a:rPr>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2</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0-32D4-B84F-BDCF-4EEFB747BE67}"/>
            </c:ext>
          </c:extLst>
        </c:ser>
        <c:ser>
          <c:idx val="1"/>
          <c:order val="1"/>
          <c:tx>
            <c:strRef>
              <c:f>Sheet1!$C$1</c:f>
              <c:strCache>
                <c:ptCount val="1"/>
                <c:pt idx="0">
                  <c:v>Series 3</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1-32D4-B84F-BDCF-4EEFB747BE67}"/>
            </c:ext>
          </c:extLst>
        </c:ser>
        <c:dLbls>
          <c:showLegendKey val="0"/>
          <c:showVal val="0"/>
          <c:showCatName val="0"/>
          <c:showSerName val="0"/>
          <c:showPercent val="0"/>
          <c:showBubbleSize val="0"/>
        </c:dLbls>
        <c:gapWidth val="219"/>
        <c:overlap val="-27"/>
        <c:axId val="1775029952"/>
        <c:axId val="1775031664"/>
      </c:barChart>
      <c:catAx>
        <c:axId val="17750299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rgbClr val="333333"/>
                </a:solidFill>
                <a:latin typeface="Museo Sans 500" panose="02000000000000000000" pitchFamily="2" charset="77"/>
                <a:ea typeface="+mn-ea"/>
                <a:cs typeface="+mn-cs"/>
              </a:defRPr>
            </a:pPr>
            <a:endParaRPr lang="en-US"/>
          </a:p>
        </c:txPr>
        <c:crossAx val="1775031664"/>
        <c:crosses val="autoZero"/>
        <c:auto val="1"/>
        <c:lblAlgn val="ctr"/>
        <c:lblOffset val="100"/>
        <c:noMultiLvlLbl val="0"/>
      </c:catAx>
      <c:valAx>
        <c:axId val="17750316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750299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rgbClr val="333333"/>
              </a:solidFill>
              <a:latin typeface="Museo Sans 500" panose="02000000000000000000"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000" b="1" i="0">
                <a:solidFill>
                  <a:srgbClr val="333333"/>
                </a:solidFill>
                <a:latin typeface="Museo Sans 900" panose="02000000000000000000" pitchFamily="2" charset="77"/>
              </a:rPr>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2</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0-FE1B-3049-AE49-8E4C483DE4EE}"/>
            </c:ext>
          </c:extLst>
        </c:ser>
        <c:ser>
          <c:idx val="1"/>
          <c:order val="1"/>
          <c:tx>
            <c:strRef>
              <c:f>Sheet1!$C$1</c:f>
              <c:strCache>
                <c:ptCount val="1"/>
                <c:pt idx="0">
                  <c:v>Series 3</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1-FE1B-3049-AE49-8E4C483DE4EE}"/>
            </c:ext>
          </c:extLst>
        </c:ser>
        <c:dLbls>
          <c:showLegendKey val="0"/>
          <c:showVal val="0"/>
          <c:showCatName val="0"/>
          <c:showSerName val="0"/>
          <c:showPercent val="0"/>
          <c:showBubbleSize val="0"/>
        </c:dLbls>
        <c:gapWidth val="219"/>
        <c:overlap val="-27"/>
        <c:axId val="1775029952"/>
        <c:axId val="1775031664"/>
      </c:barChart>
      <c:catAx>
        <c:axId val="17750299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rgbClr val="333333"/>
                </a:solidFill>
                <a:latin typeface="Museo Sans 500" panose="02000000000000000000" pitchFamily="2" charset="77"/>
                <a:ea typeface="+mn-ea"/>
                <a:cs typeface="+mn-cs"/>
              </a:defRPr>
            </a:pPr>
            <a:endParaRPr lang="en-US"/>
          </a:p>
        </c:txPr>
        <c:crossAx val="1775031664"/>
        <c:crosses val="autoZero"/>
        <c:auto val="1"/>
        <c:lblAlgn val="ctr"/>
        <c:lblOffset val="100"/>
        <c:noMultiLvlLbl val="0"/>
      </c:catAx>
      <c:valAx>
        <c:axId val="17750316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750299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rgbClr val="333333"/>
              </a:solidFill>
              <a:latin typeface="Museo Sans 500" panose="02000000000000000000"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baseline="0">
                <a:solidFill>
                  <a:schemeClr val="dk1">
                    <a:lumMod val="65000"/>
                    <a:lumOff val="35000"/>
                  </a:schemeClr>
                </a:solidFill>
                <a:latin typeface="Museo Sans 900" panose="02000000000000000000" pitchFamily="2" charset="77"/>
                <a:ea typeface="+mn-ea"/>
                <a:cs typeface="+mn-cs"/>
              </a:defRPr>
            </a:pPr>
            <a:r>
              <a:rPr lang="en-US" sz="1000" b="1" i="0">
                <a:latin typeface="Museo Sans 900" panose="02000000000000000000" pitchFamily="2" charset="77"/>
              </a:rPr>
              <a:t>Sales</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dk1">
                  <a:lumMod val="65000"/>
                  <a:lumOff val="35000"/>
                </a:schemeClr>
              </a:solidFill>
              <a:latin typeface="Museo Sans 900" panose="02000000000000000000" pitchFamily="2" charset="77"/>
              <a:ea typeface="+mn-ea"/>
              <a:cs typeface="+mn-cs"/>
            </a:defRPr>
          </a:pPr>
          <a:endParaRPr lang="en-US"/>
        </a:p>
      </c:txPr>
    </c:title>
    <c:autoTitleDeleted val="0"/>
    <c:plotArea>
      <c:layout/>
      <c:pieChart>
        <c:varyColors val="1"/>
        <c:ser>
          <c:idx val="0"/>
          <c:order val="0"/>
          <c:tx>
            <c:strRef>
              <c:f>Sheet1!$B$1</c:f>
              <c:strCache>
                <c:ptCount val="1"/>
                <c:pt idx="0">
                  <c:v>Sales</c:v>
                </c:pt>
              </c:strCache>
            </c:strRef>
          </c:tx>
          <c:spPr>
            <a:effectLst/>
          </c:spPr>
          <c:dPt>
            <c:idx val="0"/>
            <c:bubble3D val="0"/>
            <c:spPr>
              <a:solidFill>
                <a:schemeClr val="accent1"/>
              </a:solidFill>
              <a:ln>
                <a:noFill/>
              </a:ln>
              <a:effectLst/>
            </c:spPr>
            <c:extLst>
              <c:ext xmlns:c16="http://schemas.microsoft.com/office/drawing/2014/chart" uri="{C3380CC4-5D6E-409C-BE32-E72D297353CC}">
                <c16:uniqueId val="{00000001-9161-0948-A60C-E1AE79B7A515}"/>
              </c:ext>
            </c:extLst>
          </c:dPt>
          <c:dPt>
            <c:idx val="1"/>
            <c:bubble3D val="0"/>
            <c:spPr>
              <a:solidFill>
                <a:schemeClr val="accent2"/>
              </a:solidFill>
              <a:ln>
                <a:noFill/>
              </a:ln>
              <a:effectLst/>
            </c:spPr>
            <c:extLst>
              <c:ext xmlns:c16="http://schemas.microsoft.com/office/drawing/2014/chart" uri="{C3380CC4-5D6E-409C-BE32-E72D297353CC}">
                <c16:uniqueId val="{00000003-9161-0948-A60C-E1AE79B7A515}"/>
              </c:ext>
            </c:extLst>
          </c:dPt>
          <c:dPt>
            <c:idx val="2"/>
            <c:bubble3D val="0"/>
            <c:spPr>
              <a:solidFill>
                <a:schemeClr val="accent3"/>
              </a:solidFill>
              <a:ln>
                <a:noFill/>
              </a:ln>
              <a:effectLst/>
            </c:spPr>
            <c:extLst>
              <c:ext xmlns:c16="http://schemas.microsoft.com/office/drawing/2014/chart" uri="{C3380CC4-5D6E-409C-BE32-E72D297353CC}">
                <c16:uniqueId val="{00000005-9161-0948-A60C-E1AE79B7A515}"/>
              </c:ext>
            </c:extLst>
          </c:dPt>
          <c:dPt>
            <c:idx val="3"/>
            <c:bubble3D val="0"/>
            <c:spPr>
              <a:solidFill>
                <a:schemeClr val="accent4"/>
              </a:solidFill>
              <a:ln>
                <a:noFill/>
              </a:ln>
              <a:effectLst/>
            </c:spPr>
            <c:extLst>
              <c:ext xmlns:c16="http://schemas.microsoft.com/office/drawing/2014/chart" uri="{C3380CC4-5D6E-409C-BE32-E72D297353CC}">
                <c16:uniqueId val="{00000007-9161-0948-A60C-E1AE79B7A515}"/>
              </c:ext>
            </c:extLst>
          </c:dPt>
          <c:dPt>
            <c:idx val="4"/>
            <c:bubble3D val="0"/>
            <c:spPr>
              <a:solidFill>
                <a:schemeClr val="accent5"/>
              </a:solidFill>
              <a:ln>
                <a:noFill/>
              </a:ln>
              <a:effectLst/>
            </c:spPr>
            <c:extLst>
              <c:ext xmlns:c16="http://schemas.microsoft.com/office/drawing/2014/chart" uri="{C3380CC4-5D6E-409C-BE32-E72D297353CC}">
                <c16:uniqueId val="{00000009-9161-0948-A60C-E1AE79B7A515}"/>
              </c:ext>
            </c:extLst>
          </c:dPt>
          <c:dPt>
            <c:idx val="5"/>
            <c:bubble3D val="0"/>
            <c:spPr>
              <a:solidFill>
                <a:schemeClr val="accent6"/>
              </a:solidFill>
              <a:ln>
                <a:noFill/>
              </a:ln>
              <a:effectLst/>
            </c:spPr>
            <c:extLst>
              <c:ext xmlns:c16="http://schemas.microsoft.com/office/drawing/2014/chart" uri="{C3380CC4-5D6E-409C-BE32-E72D297353CC}">
                <c16:uniqueId val="{0000000B-9161-0948-A60C-E1AE79B7A51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useo Sans 500" panose="02000000000000000000" pitchFamily="2" charset="77"/>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Yr 1</c:v>
                </c:pt>
                <c:pt idx="1">
                  <c:v>Yr 2</c:v>
                </c:pt>
                <c:pt idx="2">
                  <c:v>Yr 3</c:v>
                </c:pt>
                <c:pt idx="3">
                  <c:v>4th Qtr</c:v>
                </c:pt>
                <c:pt idx="4">
                  <c:v>5th Qtr</c:v>
                </c:pt>
                <c:pt idx="5">
                  <c:v>Yr 6</c:v>
                </c:pt>
              </c:strCache>
            </c:strRef>
          </c:cat>
          <c:val>
            <c:numRef>
              <c:f>Sheet1!$B$2:$B$7</c:f>
              <c:numCache>
                <c:formatCode>General</c:formatCode>
                <c:ptCount val="6"/>
                <c:pt idx="0">
                  <c:v>29</c:v>
                </c:pt>
                <c:pt idx="1">
                  <c:v>11</c:v>
                </c:pt>
                <c:pt idx="2">
                  <c:v>10</c:v>
                </c:pt>
                <c:pt idx="3">
                  <c:v>8</c:v>
                </c:pt>
                <c:pt idx="4">
                  <c:v>7</c:v>
                </c:pt>
                <c:pt idx="5">
                  <c:v>35</c:v>
                </c:pt>
              </c:numCache>
            </c:numRef>
          </c:val>
          <c:extLst>
            <c:ext xmlns:c16="http://schemas.microsoft.com/office/drawing/2014/chart" uri="{C3380CC4-5D6E-409C-BE32-E72D297353CC}">
              <c16:uniqueId val="{0000000C-9161-0948-A60C-E1AE79B7A515}"/>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dk1">
                  <a:lumMod val="65000"/>
                  <a:lumOff val="35000"/>
                </a:schemeClr>
              </a:solidFill>
              <a:latin typeface="Museo Sans 500" panose="02000000000000000000"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baseline="0">
                <a:solidFill>
                  <a:schemeClr val="dk1">
                    <a:lumMod val="65000"/>
                    <a:lumOff val="35000"/>
                  </a:schemeClr>
                </a:solidFill>
                <a:latin typeface="Museo Sans 900" panose="02000000000000000000" pitchFamily="2" charset="77"/>
                <a:ea typeface="+mn-ea"/>
                <a:cs typeface="+mn-cs"/>
              </a:defRPr>
            </a:pPr>
            <a:r>
              <a:rPr lang="en-US" sz="1000" b="1" i="0">
                <a:latin typeface="Museo Sans 900" panose="02000000000000000000" pitchFamily="2" charset="77"/>
              </a:rPr>
              <a:t>Sales</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dk1">
                  <a:lumMod val="65000"/>
                  <a:lumOff val="35000"/>
                </a:schemeClr>
              </a:solidFill>
              <a:latin typeface="Museo Sans 900" panose="02000000000000000000" pitchFamily="2" charset="77"/>
              <a:ea typeface="+mn-ea"/>
              <a:cs typeface="+mn-cs"/>
            </a:defRPr>
          </a:pPr>
          <a:endParaRPr lang="en-US"/>
        </a:p>
      </c:txPr>
    </c:title>
    <c:autoTitleDeleted val="0"/>
    <c:plotArea>
      <c:layout/>
      <c:pieChart>
        <c:varyColors val="1"/>
        <c:ser>
          <c:idx val="0"/>
          <c:order val="0"/>
          <c:tx>
            <c:strRef>
              <c:f>Sheet1!$B$1</c:f>
              <c:strCache>
                <c:ptCount val="1"/>
                <c:pt idx="0">
                  <c:v>Sales</c:v>
                </c:pt>
              </c:strCache>
            </c:strRef>
          </c:tx>
          <c:spPr>
            <a:effectLst/>
          </c:spPr>
          <c:dPt>
            <c:idx val="0"/>
            <c:bubble3D val="0"/>
            <c:spPr>
              <a:solidFill>
                <a:schemeClr val="accent1"/>
              </a:solidFill>
              <a:ln>
                <a:noFill/>
              </a:ln>
              <a:effectLst/>
            </c:spPr>
            <c:extLst>
              <c:ext xmlns:c16="http://schemas.microsoft.com/office/drawing/2014/chart" uri="{C3380CC4-5D6E-409C-BE32-E72D297353CC}">
                <c16:uniqueId val="{00000001-54B3-CD46-B9A3-BC3A29AC9AC1}"/>
              </c:ext>
            </c:extLst>
          </c:dPt>
          <c:dPt>
            <c:idx val="1"/>
            <c:bubble3D val="0"/>
            <c:spPr>
              <a:solidFill>
                <a:schemeClr val="accent2"/>
              </a:solidFill>
              <a:ln>
                <a:noFill/>
              </a:ln>
              <a:effectLst/>
            </c:spPr>
            <c:extLst>
              <c:ext xmlns:c16="http://schemas.microsoft.com/office/drawing/2014/chart" uri="{C3380CC4-5D6E-409C-BE32-E72D297353CC}">
                <c16:uniqueId val="{00000003-54B3-CD46-B9A3-BC3A29AC9AC1}"/>
              </c:ext>
            </c:extLst>
          </c:dPt>
          <c:dPt>
            <c:idx val="2"/>
            <c:bubble3D val="0"/>
            <c:spPr>
              <a:solidFill>
                <a:schemeClr val="accent3"/>
              </a:solidFill>
              <a:ln>
                <a:noFill/>
              </a:ln>
              <a:effectLst/>
            </c:spPr>
            <c:extLst>
              <c:ext xmlns:c16="http://schemas.microsoft.com/office/drawing/2014/chart" uri="{C3380CC4-5D6E-409C-BE32-E72D297353CC}">
                <c16:uniqueId val="{00000005-54B3-CD46-B9A3-BC3A29AC9AC1}"/>
              </c:ext>
            </c:extLst>
          </c:dPt>
          <c:dPt>
            <c:idx val="3"/>
            <c:bubble3D val="0"/>
            <c:spPr>
              <a:solidFill>
                <a:schemeClr val="accent4"/>
              </a:solidFill>
              <a:ln>
                <a:noFill/>
              </a:ln>
              <a:effectLst/>
            </c:spPr>
            <c:extLst>
              <c:ext xmlns:c16="http://schemas.microsoft.com/office/drawing/2014/chart" uri="{C3380CC4-5D6E-409C-BE32-E72D297353CC}">
                <c16:uniqueId val="{00000007-54B3-CD46-B9A3-BC3A29AC9AC1}"/>
              </c:ext>
            </c:extLst>
          </c:dPt>
          <c:dPt>
            <c:idx val="4"/>
            <c:bubble3D val="0"/>
            <c:spPr>
              <a:solidFill>
                <a:schemeClr val="accent5"/>
              </a:solidFill>
              <a:ln>
                <a:noFill/>
              </a:ln>
              <a:effectLst/>
            </c:spPr>
            <c:extLst>
              <c:ext xmlns:c16="http://schemas.microsoft.com/office/drawing/2014/chart" uri="{C3380CC4-5D6E-409C-BE32-E72D297353CC}">
                <c16:uniqueId val="{00000009-54B3-CD46-B9A3-BC3A29AC9AC1}"/>
              </c:ext>
            </c:extLst>
          </c:dPt>
          <c:dPt>
            <c:idx val="5"/>
            <c:bubble3D val="0"/>
            <c:spPr>
              <a:solidFill>
                <a:schemeClr val="accent6"/>
              </a:solidFill>
              <a:ln>
                <a:noFill/>
              </a:ln>
              <a:effectLst/>
            </c:spPr>
            <c:extLst>
              <c:ext xmlns:c16="http://schemas.microsoft.com/office/drawing/2014/chart" uri="{C3380CC4-5D6E-409C-BE32-E72D297353CC}">
                <c16:uniqueId val="{0000000B-54B3-CD46-B9A3-BC3A29AC9AC1}"/>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useo Sans 500" panose="02000000000000000000" pitchFamily="2" charset="77"/>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Yr 1</c:v>
                </c:pt>
                <c:pt idx="1">
                  <c:v>Yr 2</c:v>
                </c:pt>
                <c:pt idx="2">
                  <c:v>Yr 3</c:v>
                </c:pt>
                <c:pt idx="3">
                  <c:v>Yr 4</c:v>
                </c:pt>
                <c:pt idx="4">
                  <c:v>Yr 5</c:v>
                </c:pt>
                <c:pt idx="5">
                  <c:v>Yr 6</c:v>
                </c:pt>
              </c:strCache>
            </c:strRef>
          </c:cat>
          <c:val>
            <c:numRef>
              <c:f>Sheet1!$B$2:$B$7</c:f>
              <c:numCache>
                <c:formatCode>General</c:formatCode>
                <c:ptCount val="6"/>
                <c:pt idx="0">
                  <c:v>29</c:v>
                </c:pt>
                <c:pt idx="1">
                  <c:v>11</c:v>
                </c:pt>
                <c:pt idx="2">
                  <c:v>10</c:v>
                </c:pt>
                <c:pt idx="3">
                  <c:v>8</c:v>
                </c:pt>
                <c:pt idx="4">
                  <c:v>7</c:v>
                </c:pt>
                <c:pt idx="5">
                  <c:v>35</c:v>
                </c:pt>
              </c:numCache>
            </c:numRef>
          </c:val>
          <c:extLst>
            <c:ext xmlns:c16="http://schemas.microsoft.com/office/drawing/2014/chart" uri="{C3380CC4-5D6E-409C-BE32-E72D297353CC}">
              <c16:uniqueId val="{0000000C-54B3-CD46-B9A3-BC3A29AC9AC1}"/>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dk1">
                  <a:lumMod val="65000"/>
                  <a:lumOff val="35000"/>
                </a:schemeClr>
              </a:solidFill>
              <a:latin typeface="Museo Sans 500" panose="02000000000000000000"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000" b="1" i="0">
                <a:solidFill>
                  <a:srgbClr val="333333"/>
                </a:solidFill>
                <a:latin typeface="Museo Sans 900" panose="02000000000000000000" pitchFamily="2" charset="77"/>
              </a:rPr>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2</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0-32D4-B84F-BDCF-4EEFB747BE67}"/>
            </c:ext>
          </c:extLst>
        </c:ser>
        <c:ser>
          <c:idx val="1"/>
          <c:order val="1"/>
          <c:tx>
            <c:strRef>
              <c:f>Sheet1!$C$1</c:f>
              <c:strCache>
                <c:ptCount val="1"/>
                <c:pt idx="0">
                  <c:v>Series 3</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1-32D4-B84F-BDCF-4EEFB747BE67}"/>
            </c:ext>
          </c:extLst>
        </c:ser>
        <c:dLbls>
          <c:showLegendKey val="0"/>
          <c:showVal val="0"/>
          <c:showCatName val="0"/>
          <c:showSerName val="0"/>
          <c:showPercent val="0"/>
          <c:showBubbleSize val="0"/>
        </c:dLbls>
        <c:gapWidth val="219"/>
        <c:overlap val="-27"/>
        <c:axId val="1775029952"/>
        <c:axId val="1775031664"/>
      </c:barChart>
      <c:catAx>
        <c:axId val="17750299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rgbClr val="333333"/>
                </a:solidFill>
                <a:latin typeface="Museo Sans 500" panose="02000000000000000000" pitchFamily="2" charset="77"/>
                <a:ea typeface="+mn-ea"/>
                <a:cs typeface="+mn-cs"/>
              </a:defRPr>
            </a:pPr>
            <a:endParaRPr lang="en-US"/>
          </a:p>
        </c:txPr>
        <c:crossAx val="1775031664"/>
        <c:crosses val="autoZero"/>
        <c:auto val="1"/>
        <c:lblAlgn val="ctr"/>
        <c:lblOffset val="100"/>
        <c:noMultiLvlLbl val="0"/>
      </c:catAx>
      <c:valAx>
        <c:axId val="17750316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750299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rgbClr val="333333"/>
              </a:solidFill>
              <a:latin typeface="Museo Sans 500" panose="02000000000000000000"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11.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0B5C8D16-7875-F643-8307-3FC4A33B75CF}" type="datetimeFigureOut">
              <a:rPr lang="en-US" smtClean="0"/>
              <a:t>9/23/2026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064B0394-1222-FB48-9D47-B188A374A5C6}" type="slidenum">
              <a:rPr lang="en-US" smtClean="0"/>
              <a:t>‹#›</a:t>
            </a:fld>
            <a:endParaRPr lang="en-US"/>
          </a:p>
        </p:txBody>
      </p:sp>
    </p:spTree>
    <p:extLst>
      <p:ext uri="{BB962C8B-B14F-4D97-AF65-F5344CB8AC3E}">
        <p14:creationId xmlns:p14="http://schemas.microsoft.com/office/powerpoint/2010/main" val="105174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727BC-FEA1-EC36-EF10-4551A628D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7B6C9B-3B49-073E-321C-0FA3C6894D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DB9AE3-513B-93BB-BE5F-1C2A9F91BCC3}"/>
              </a:ext>
            </a:extLst>
          </p:cNvPr>
          <p:cNvSpPr>
            <a:spLocks noGrp="1"/>
          </p:cNvSpPr>
          <p:nvPr>
            <p:ph type="body" idx="1"/>
          </p:nvPr>
        </p:nvSpPr>
        <p:spPr/>
        <p:txBody>
          <a:bodyPr/>
          <a:lstStyle/>
          <a:p>
            <a:r>
              <a:rPr lang="en-US" b="1"/>
              <a:t>**INSTRUCTIONS**</a:t>
            </a:r>
          </a:p>
          <a:p>
            <a:endParaRPr lang="en-US" b="1"/>
          </a:p>
          <a:p>
            <a:r>
              <a:rPr lang="en-US"/>
              <a:t>Provide some commentary the business problem you are trying to solve, and what value metrics you are trying to impact.</a:t>
            </a:r>
          </a:p>
          <a:p>
            <a:endParaRPr lang="en-US"/>
          </a:p>
          <a:p>
            <a:r>
              <a:rPr lang="en-US"/>
              <a:t>If you need more space, feel free to attach a word document.</a:t>
            </a:r>
            <a:endParaRPr lang="en-001"/>
          </a:p>
        </p:txBody>
      </p:sp>
      <p:sp>
        <p:nvSpPr>
          <p:cNvPr id="4" name="Slide Number Placeholder 3">
            <a:extLst>
              <a:ext uri="{FF2B5EF4-FFF2-40B4-BE49-F238E27FC236}">
                <a16:creationId xmlns:a16="http://schemas.microsoft.com/office/drawing/2014/main" id="{F51B9DBA-6E76-3E05-8756-BC83548D5F9E}"/>
              </a:ext>
            </a:extLst>
          </p:cNvPr>
          <p:cNvSpPr>
            <a:spLocks noGrp="1"/>
          </p:cNvSpPr>
          <p:nvPr>
            <p:ph type="sldNum" sz="quarter" idx="5"/>
          </p:nvPr>
        </p:nvSpPr>
        <p:spPr/>
        <p:txBody>
          <a:bodyPr/>
          <a:lstStyle/>
          <a:p>
            <a:fld id="{064B0394-1222-FB48-9D47-B188A374A5C6}" type="slidenum">
              <a:rPr lang="en-US" smtClean="0"/>
              <a:t>1</a:t>
            </a:fld>
            <a:endParaRPr lang="en-US"/>
          </a:p>
        </p:txBody>
      </p:sp>
    </p:spTree>
    <p:extLst>
      <p:ext uri="{BB962C8B-B14F-4D97-AF65-F5344CB8AC3E}">
        <p14:creationId xmlns:p14="http://schemas.microsoft.com/office/powerpoint/2010/main" val="3217117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4CBFA-67C6-0293-8A27-C2F10C764B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512B89-CA09-BC55-2CD8-4D513AB40B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CBF585-DE86-808C-BEB0-A28540222E9B}"/>
              </a:ext>
            </a:extLst>
          </p:cNvPr>
          <p:cNvSpPr>
            <a:spLocks noGrp="1"/>
          </p:cNvSpPr>
          <p:nvPr>
            <p:ph type="body" idx="1"/>
          </p:nvPr>
        </p:nvSpPr>
        <p:spPr/>
        <p:txBody>
          <a:bodyPr/>
          <a:lstStyle/>
          <a:p>
            <a:r>
              <a:rPr lang="en-US" b="1"/>
              <a:t>**INSTRUCTIONS**</a:t>
            </a:r>
          </a:p>
          <a:p>
            <a:endParaRPr lang="en-US" b="1"/>
          </a:p>
          <a:p>
            <a:r>
              <a:rPr lang="en-US"/>
              <a:t>Provide some commentary the business problem you are trying to solve, and what value metrics you are trying to impact.</a:t>
            </a:r>
          </a:p>
          <a:p>
            <a:endParaRPr lang="en-US"/>
          </a:p>
          <a:p>
            <a:r>
              <a:rPr lang="en-US"/>
              <a:t>If you need more space, feel free to attach a word document.</a:t>
            </a:r>
            <a:endParaRPr lang="en-001"/>
          </a:p>
        </p:txBody>
      </p:sp>
      <p:sp>
        <p:nvSpPr>
          <p:cNvPr id="4" name="Slide Number Placeholder 3">
            <a:extLst>
              <a:ext uri="{FF2B5EF4-FFF2-40B4-BE49-F238E27FC236}">
                <a16:creationId xmlns:a16="http://schemas.microsoft.com/office/drawing/2014/main" id="{DB824003-F595-459F-0B92-5FFE4AC4BC7F}"/>
              </a:ext>
            </a:extLst>
          </p:cNvPr>
          <p:cNvSpPr>
            <a:spLocks noGrp="1"/>
          </p:cNvSpPr>
          <p:nvPr>
            <p:ph type="sldNum" sz="quarter" idx="5"/>
          </p:nvPr>
        </p:nvSpPr>
        <p:spPr/>
        <p:txBody>
          <a:bodyPr/>
          <a:lstStyle/>
          <a:p>
            <a:fld id="{064B0394-1222-FB48-9D47-B188A374A5C6}" type="slidenum">
              <a:rPr lang="en-US" smtClean="0"/>
              <a:t>2</a:t>
            </a:fld>
            <a:endParaRPr lang="en-US"/>
          </a:p>
        </p:txBody>
      </p:sp>
    </p:spTree>
    <p:extLst>
      <p:ext uri="{BB962C8B-B14F-4D97-AF65-F5344CB8AC3E}">
        <p14:creationId xmlns:p14="http://schemas.microsoft.com/office/powerpoint/2010/main" val="988932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a:t>**INSTRUCTIONS**</a:t>
            </a:r>
          </a:p>
          <a:p>
            <a:pPr marL="0" indent="0">
              <a:buNone/>
            </a:pPr>
            <a:endParaRPr lang="en-US" b="1"/>
          </a:p>
          <a:p>
            <a:pPr marL="228600" indent="-228600">
              <a:buAutoNum type="arabicParenR"/>
            </a:pPr>
            <a:r>
              <a:rPr lang="en-US"/>
              <a:t>For every tool in your agent, drag the appropriate tool type onto the agent diagram</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a:t>Name your agents and tools.</a:t>
            </a:r>
          </a:p>
          <a:p>
            <a:pPr marL="0" indent="0">
              <a:buNone/>
            </a:pPr>
            <a:r>
              <a:rPr lang="en-US"/>
              <a:t>If you have multiple agents, add one for each agent</a:t>
            </a:r>
          </a:p>
        </p:txBody>
      </p:sp>
      <p:sp>
        <p:nvSpPr>
          <p:cNvPr id="4" name="Slide Number Placeholder 3"/>
          <p:cNvSpPr>
            <a:spLocks noGrp="1"/>
          </p:cNvSpPr>
          <p:nvPr>
            <p:ph type="sldNum" sz="quarter" idx="5"/>
          </p:nvPr>
        </p:nvSpPr>
        <p:spPr/>
        <p:txBody>
          <a:bodyPr/>
          <a:lstStyle/>
          <a:p>
            <a:fld id="{064B0394-1222-FB48-9D47-B188A374A5C6}" type="slidenum">
              <a:rPr lang="en-US" smtClean="0"/>
              <a:t>3</a:t>
            </a:fld>
            <a:endParaRPr lang="en-US"/>
          </a:p>
        </p:txBody>
      </p:sp>
    </p:spTree>
    <p:extLst>
      <p:ext uri="{BB962C8B-B14F-4D97-AF65-F5344CB8AC3E}">
        <p14:creationId xmlns:p14="http://schemas.microsoft.com/office/powerpoint/2010/main" val="32241016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38899-9AEB-ACEA-07EC-CD75316C8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0B49A1-01A6-077E-8428-CD48F3F7D9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00D054-EEBC-6CBC-3F92-35FAAE123F74}"/>
              </a:ext>
            </a:extLst>
          </p:cNvPr>
          <p:cNvSpPr>
            <a:spLocks noGrp="1"/>
          </p:cNvSpPr>
          <p:nvPr>
            <p:ph type="body" idx="1"/>
          </p:nvPr>
        </p:nvSpPr>
        <p:spPr/>
        <p:txBody>
          <a:bodyPr/>
          <a:lstStyle/>
          <a:p>
            <a:r>
              <a:rPr lang="en-US" b="1" i="0"/>
              <a:t>**INSTRUCTIONS** </a:t>
            </a:r>
          </a:p>
          <a:p>
            <a:endParaRPr lang="en-US" b="1" i="0"/>
          </a:p>
          <a:p>
            <a:r>
              <a:rPr lang="en-US" i="0"/>
              <a:t>Create a visual like this from the options in the following slide. If you have multiple agents, create one of these for each agent.</a:t>
            </a:r>
          </a:p>
          <a:p>
            <a:endParaRPr lang="en-US" i="0"/>
          </a:p>
          <a:p>
            <a:pPr marL="0" marR="0" lvl="0" indent="0" algn="l" defTabSz="914400" rtl="0" eaLnBrk="1" fontAlgn="auto" latinLnBrk="0" hangingPunct="1">
              <a:lnSpc>
                <a:spcPct val="100000"/>
              </a:lnSpc>
              <a:spcBef>
                <a:spcPts val="0"/>
              </a:spcBef>
              <a:spcAft>
                <a:spcPts val="0"/>
              </a:spcAft>
              <a:buClrTx/>
              <a:buSzTx/>
              <a:buFontTx/>
              <a:buNone/>
              <a:tabLst/>
              <a:defRPr/>
            </a:pPr>
            <a:r>
              <a:rPr lang="en-US" i="0"/>
              <a:t>If your tool is not present, that’s ok!  You can still use it, just copy/paste an orange tool shape and fill it in with your specific tool</a:t>
            </a:r>
          </a:p>
          <a:p>
            <a:endParaRPr lang="en-US" i="0"/>
          </a:p>
        </p:txBody>
      </p:sp>
      <p:sp>
        <p:nvSpPr>
          <p:cNvPr id="4" name="Slide Number Placeholder 3">
            <a:extLst>
              <a:ext uri="{FF2B5EF4-FFF2-40B4-BE49-F238E27FC236}">
                <a16:creationId xmlns:a16="http://schemas.microsoft.com/office/drawing/2014/main" id="{2E182FA0-36C0-305F-C54B-42737CB56269}"/>
              </a:ext>
            </a:extLst>
          </p:cNvPr>
          <p:cNvSpPr>
            <a:spLocks noGrp="1"/>
          </p:cNvSpPr>
          <p:nvPr>
            <p:ph type="sldNum" sz="quarter" idx="5"/>
          </p:nvPr>
        </p:nvSpPr>
        <p:spPr/>
        <p:txBody>
          <a:bodyPr/>
          <a:lstStyle/>
          <a:p>
            <a:fld id="{064B0394-1222-FB48-9D47-B188A374A5C6}" type="slidenum">
              <a:rPr lang="en-US" smtClean="0"/>
              <a:t>4</a:t>
            </a:fld>
            <a:endParaRPr lang="en-US"/>
          </a:p>
        </p:txBody>
      </p:sp>
    </p:spTree>
    <p:extLst>
      <p:ext uri="{BB962C8B-B14F-4D97-AF65-F5344CB8AC3E}">
        <p14:creationId xmlns:p14="http://schemas.microsoft.com/office/powerpoint/2010/main" val="1452759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568B8-6A64-18E5-EBB6-45199F4500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082CD1-F1DD-40CC-A991-048AFE19F3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23D697-AED2-455F-C4E8-6C7C7E9E8667}"/>
              </a:ext>
            </a:extLst>
          </p:cNvPr>
          <p:cNvSpPr>
            <a:spLocks noGrp="1"/>
          </p:cNvSpPr>
          <p:nvPr>
            <p:ph type="body" idx="1"/>
          </p:nvPr>
        </p:nvSpPr>
        <p:spPr/>
        <p:txBody>
          <a:bodyPr/>
          <a:lstStyle/>
          <a:p>
            <a:r>
              <a:rPr lang="en-US" b="1" i="0"/>
              <a:t>**INSTRUCTIONS**</a:t>
            </a:r>
          </a:p>
          <a:p>
            <a:pPr marL="228600" indent="-228600">
              <a:buAutoNum type="arabicParenR"/>
            </a:pPr>
            <a:r>
              <a:rPr lang="en-US" b="0" i="0"/>
              <a:t>For each tool, follow the Design Framework information documentation requirements.</a:t>
            </a:r>
          </a:p>
          <a:p>
            <a:pPr marL="685800" lvl="1" indent="-228600">
              <a:buAutoNum type="alphaLcParenR"/>
            </a:pPr>
            <a:r>
              <a:rPr lang="en-US" b="0" i="0"/>
              <a:t>Document the goal of the tool.</a:t>
            </a:r>
          </a:p>
          <a:p>
            <a:pPr marL="685800" lvl="1" indent="-228600">
              <a:buAutoNum type="alphaLcParenR"/>
            </a:pPr>
            <a:r>
              <a:rPr lang="en-US" b="0" i="0"/>
              <a:t>Document the input and output variable names</a:t>
            </a:r>
          </a:p>
          <a:p>
            <a:pPr marL="685800" lvl="1" indent="-228600">
              <a:buAutoNum type="alphaLcParenR"/>
            </a:pPr>
            <a:r>
              <a:rPr lang="en-US" b="0" i="0"/>
              <a:t>Document their descriptions</a:t>
            </a:r>
          </a:p>
          <a:p>
            <a:pPr marL="685800" lvl="1" indent="-228600">
              <a:buAutoNum type="alphaLcParenR" startAt="4"/>
            </a:pPr>
            <a:r>
              <a:rPr lang="en-US" b="0" i="0"/>
              <a:t>Record your tool selection choice.</a:t>
            </a:r>
          </a:p>
          <a:p>
            <a:pPr marL="0" lvl="0" indent="0">
              <a:buNone/>
            </a:pPr>
            <a:endParaRPr lang="en-US" b="0" i="0"/>
          </a:p>
          <a:p>
            <a:pPr marL="0" lvl="0" indent="0">
              <a:buNone/>
            </a:pPr>
            <a:endParaRPr lang="en-US" b="0" i="0"/>
          </a:p>
          <a:p>
            <a:pPr marL="685800" lvl="1" indent="-228600">
              <a:buAutoNum type="alphaLcParenR" startAt="4"/>
            </a:pPr>
            <a:endParaRPr lang="en-US" b="0" i="0"/>
          </a:p>
          <a:p>
            <a:pPr marL="685800" lvl="1" indent="-228600">
              <a:buAutoNum type="alphaLcParenR" startAt="4"/>
            </a:pPr>
            <a:endParaRPr lang="en-US" b="0" i="0"/>
          </a:p>
          <a:p>
            <a:pPr marL="457200" lvl="1" indent="0">
              <a:buNone/>
            </a:pPr>
            <a:endParaRPr lang="en-US" b="0" i="0"/>
          </a:p>
          <a:p>
            <a:pPr marL="228600" indent="-228600">
              <a:buAutoNum type="arabicParenR"/>
            </a:pPr>
            <a:endParaRPr lang="en-US" b="0" i="0"/>
          </a:p>
        </p:txBody>
      </p:sp>
      <p:sp>
        <p:nvSpPr>
          <p:cNvPr id="4" name="Slide Number Placeholder 3">
            <a:extLst>
              <a:ext uri="{FF2B5EF4-FFF2-40B4-BE49-F238E27FC236}">
                <a16:creationId xmlns:a16="http://schemas.microsoft.com/office/drawing/2014/main" id="{163F8855-1607-A714-5B54-FF4C3B1CA666}"/>
              </a:ext>
            </a:extLst>
          </p:cNvPr>
          <p:cNvSpPr>
            <a:spLocks noGrp="1"/>
          </p:cNvSpPr>
          <p:nvPr>
            <p:ph type="sldNum" sz="quarter" idx="5"/>
          </p:nvPr>
        </p:nvSpPr>
        <p:spPr/>
        <p:txBody>
          <a:bodyPr/>
          <a:lstStyle/>
          <a:p>
            <a:fld id="{064B0394-1222-FB48-9D47-B188A374A5C6}" type="slidenum">
              <a:rPr lang="en-US" smtClean="0"/>
              <a:t>5</a:t>
            </a:fld>
            <a:endParaRPr lang="en-US"/>
          </a:p>
        </p:txBody>
      </p:sp>
    </p:spTree>
    <p:extLst>
      <p:ext uri="{BB962C8B-B14F-4D97-AF65-F5344CB8AC3E}">
        <p14:creationId xmlns:p14="http://schemas.microsoft.com/office/powerpoint/2010/main" val="27205645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568B8-6A64-18E5-EBB6-45199F4500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082CD1-F1DD-40CC-A991-048AFE19F3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23D697-AED2-455F-C4E8-6C7C7E9E8667}"/>
              </a:ext>
            </a:extLst>
          </p:cNvPr>
          <p:cNvSpPr>
            <a:spLocks noGrp="1"/>
          </p:cNvSpPr>
          <p:nvPr>
            <p:ph type="body" idx="1"/>
          </p:nvPr>
        </p:nvSpPr>
        <p:spPr/>
        <p:txBody>
          <a:bodyPr/>
          <a:lstStyle/>
          <a:p>
            <a:r>
              <a:rPr lang="en-US" b="1" i="0"/>
              <a:t>**INSTRUCTIONS**</a:t>
            </a:r>
          </a:p>
          <a:p>
            <a:pPr marL="228600" indent="-228600">
              <a:buAutoNum type="arabicParenR"/>
            </a:pPr>
            <a:r>
              <a:rPr lang="en-US" b="0" i="0"/>
              <a:t>For each tool, follow the Design Framework information documentation requirements.</a:t>
            </a:r>
          </a:p>
          <a:p>
            <a:pPr marL="685800" lvl="1" indent="-228600">
              <a:buAutoNum type="alphaLcParenR"/>
            </a:pPr>
            <a:r>
              <a:rPr lang="en-US" b="0" i="0"/>
              <a:t>Document the goal of the tool.</a:t>
            </a:r>
          </a:p>
          <a:p>
            <a:pPr marL="685800" lvl="1" indent="-228600">
              <a:buAutoNum type="alphaLcParenR"/>
            </a:pPr>
            <a:r>
              <a:rPr lang="en-US" b="0" i="0"/>
              <a:t>Document the input and output variable names</a:t>
            </a:r>
          </a:p>
          <a:p>
            <a:pPr marL="685800" lvl="1" indent="-228600">
              <a:buAutoNum type="alphaLcParenR"/>
            </a:pPr>
            <a:r>
              <a:rPr lang="en-US" b="0" i="0"/>
              <a:t>Document their descriptions</a:t>
            </a:r>
          </a:p>
          <a:p>
            <a:pPr marL="685800" lvl="1" indent="-228600">
              <a:buAutoNum type="alphaLcParenR" startAt="4"/>
            </a:pPr>
            <a:r>
              <a:rPr lang="en-US" b="0" i="0"/>
              <a:t>Record your tool selection choice.</a:t>
            </a:r>
          </a:p>
          <a:p>
            <a:pPr marL="0" lvl="0" indent="0">
              <a:buNone/>
            </a:pPr>
            <a:endParaRPr lang="en-US" b="0" i="0"/>
          </a:p>
          <a:p>
            <a:pPr marL="0" lvl="0" indent="0">
              <a:buNone/>
            </a:pPr>
            <a:endParaRPr lang="en-US" b="0" i="0"/>
          </a:p>
          <a:p>
            <a:pPr marL="685800" lvl="1" indent="-228600">
              <a:buAutoNum type="alphaLcParenR" startAt="4"/>
            </a:pPr>
            <a:endParaRPr lang="en-US" b="0" i="0"/>
          </a:p>
          <a:p>
            <a:pPr marL="685800" lvl="1" indent="-228600">
              <a:buAutoNum type="alphaLcParenR" startAt="4"/>
            </a:pPr>
            <a:endParaRPr lang="en-US" b="0" i="0"/>
          </a:p>
          <a:p>
            <a:pPr marL="457200" lvl="1" indent="0">
              <a:buNone/>
            </a:pPr>
            <a:endParaRPr lang="en-US" b="0" i="0"/>
          </a:p>
          <a:p>
            <a:pPr marL="228600" indent="-228600">
              <a:buAutoNum type="arabicParenR"/>
            </a:pPr>
            <a:endParaRPr lang="en-US" b="0" i="0"/>
          </a:p>
        </p:txBody>
      </p:sp>
      <p:sp>
        <p:nvSpPr>
          <p:cNvPr id="4" name="Slide Number Placeholder 3">
            <a:extLst>
              <a:ext uri="{FF2B5EF4-FFF2-40B4-BE49-F238E27FC236}">
                <a16:creationId xmlns:a16="http://schemas.microsoft.com/office/drawing/2014/main" id="{163F8855-1607-A714-5B54-FF4C3B1CA666}"/>
              </a:ext>
            </a:extLst>
          </p:cNvPr>
          <p:cNvSpPr>
            <a:spLocks noGrp="1"/>
          </p:cNvSpPr>
          <p:nvPr>
            <p:ph type="sldNum" sz="quarter" idx="5"/>
          </p:nvPr>
        </p:nvSpPr>
        <p:spPr/>
        <p:txBody>
          <a:bodyPr/>
          <a:lstStyle/>
          <a:p>
            <a:fld id="{064B0394-1222-FB48-9D47-B188A374A5C6}" type="slidenum">
              <a:rPr lang="en-US" smtClean="0"/>
              <a:t>7</a:t>
            </a:fld>
            <a:endParaRPr lang="en-US"/>
          </a:p>
        </p:txBody>
      </p:sp>
    </p:spTree>
    <p:extLst>
      <p:ext uri="{BB962C8B-B14F-4D97-AF65-F5344CB8AC3E}">
        <p14:creationId xmlns:p14="http://schemas.microsoft.com/office/powerpoint/2010/main" val="27205645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041C4-ED3C-44B2-61CE-583A3FD4F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60136C-4D7F-81EC-D960-F73CBAC103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D719BA-82E0-92E5-E716-ED25595C8636}"/>
              </a:ext>
            </a:extLst>
          </p:cNvPr>
          <p:cNvSpPr>
            <a:spLocks noGrp="1"/>
          </p:cNvSpPr>
          <p:nvPr>
            <p:ph type="body" idx="1"/>
          </p:nvPr>
        </p:nvSpPr>
        <p:spPr/>
        <p:txBody>
          <a:bodyPr/>
          <a:lstStyle/>
          <a:p>
            <a:r>
              <a:rPr lang="en-US" b="1" i="0"/>
              <a:t>**INSTRUCTIONS**</a:t>
            </a:r>
          </a:p>
          <a:p>
            <a:pPr marL="228600" indent="-228600">
              <a:buAutoNum type="arabicParenR"/>
            </a:pPr>
            <a:r>
              <a:rPr lang="en-US" b="0" i="0"/>
              <a:t>For each tool, follow the Design Framework information documentation requirements.</a:t>
            </a:r>
          </a:p>
          <a:p>
            <a:pPr marL="685800" lvl="1" indent="-228600">
              <a:buAutoNum type="alphaLcParenR"/>
            </a:pPr>
            <a:r>
              <a:rPr lang="en-US" b="0" i="0"/>
              <a:t>Document the goal of the tool.</a:t>
            </a:r>
          </a:p>
          <a:p>
            <a:pPr marL="685800" lvl="1" indent="-228600">
              <a:buAutoNum type="alphaLcParenR"/>
            </a:pPr>
            <a:r>
              <a:rPr lang="en-US" b="0" i="0"/>
              <a:t>Document the input and output variable names</a:t>
            </a:r>
          </a:p>
          <a:p>
            <a:pPr marL="685800" lvl="1" indent="-228600">
              <a:buAutoNum type="alphaLcParenR"/>
            </a:pPr>
            <a:r>
              <a:rPr lang="en-US" b="0" i="0"/>
              <a:t>Document their descriptions</a:t>
            </a:r>
          </a:p>
          <a:p>
            <a:pPr marL="685800" lvl="1" indent="-228600">
              <a:buAutoNum type="alphaLcParenR" startAt="4"/>
            </a:pPr>
            <a:r>
              <a:rPr lang="en-US" b="0" i="0"/>
              <a:t>Record your tool selection choice.</a:t>
            </a:r>
          </a:p>
          <a:p>
            <a:pPr marL="0" lvl="0" indent="0">
              <a:buNone/>
            </a:pPr>
            <a:endParaRPr lang="en-US" b="0" i="0"/>
          </a:p>
          <a:p>
            <a:pPr marL="0" lvl="0" indent="0">
              <a:buNone/>
            </a:pPr>
            <a:endParaRPr lang="en-US" b="0" i="0"/>
          </a:p>
          <a:p>
            <a:pPr marL="685800" lvl="1" indent="-228600">
              <a:buAutoNum type="alphaLcParenR" startAt="4"/>
            </a:pPr>
            <a:endParaRPr lang="en-US" b="0" i="0"/>
          </a:p>
          <a:p>
            <a:pPr marL="685800" lvl="1" indent="-228600">
              <a:buAutoNum type="alphaLcParenR" startAt="4"/>
            </a:pPr>
            <a:endParaRPr lang="en-US" b="0" i="0"/>
          </a:p>
          <a:p>
            <a:pPr marL="457200" lvl="1" indent="0">
              <a:buNone/>
            </a:pPr>
            <a:endParaRPr lang="en-US" b="0" i="0"/>
          </a:p>
          <a:p>
            <a:pPr marL="228600" indent="-228600">
              <a:buAutoNum type="arabicParenR"/>
            </a:pPr>
            <a:endParaRPr lang="en-US" b="0" i="0"/>
          </a:p>
        </p:txBody>
      </p:sp>
      <p:sp>
        <p:nvSpPr>
          <p:cNvPr id="4" name="Slide Number Placeholder 3">
            <a:extLst>
              <a:ext uri="{FF2B5EF4-FFF2-40B4-BE49-F238E27FC236}">
                <a16:creationId xmlns:a16="http://schemas.microsoft.com/office/drawing/2014/main" id="{5F7FF2FE-88BC-BDC9-B543-38EA23670CF2}"/>
              </a:ext>
            </a:extLst>
          </p:cNvPr>
          <p:cNvSpPr>
            <a:spLocks noGrp="1"/>
          </p:cNvSpPr>
          <p:nvPr>
            <p:ph type="sldNum" sz="quarter" idx="5"/>
          </p:nvPr>
        </p:nvSpPr>
        <p:spPr/>
        <p:txBody>
          <a:bodyPr/>
          <a:lstStyle/>
          <a:p>
            <a:fld id="{064B0394-1222-FB48-9D47-B188A374A5C6}" type="slidenum">
              <a:rPr lang="en-US" smtClean="0"/>
              <a:t>9</a:t>
            </a:fld>
            <a:endParaRPr lang="en-US"/>
          </a:p>
        </p:txBody>
      </p:sp>
    </p:spTree>
    <p:extLst>
      <p:ext uri="{BB962C8B-B14F-4D97-AF65-F5344CB8AC3E}">
        <p14:creationId xmlns:p14="http://schemas.microsoft.com/office/powerpoint/2010/main" val="1828834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7A9FF-A22B-937E-FFF6-A703220EE9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C91958-B13B-E0FE-58B3-EBD6D74E06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E04DC8-7984-D9AD-EBC6-0E502D998483}"/>
              </a:ext>
            </a:extLst>
          </p:cNvPr>
          <p:cNvSpPr>
            <a:spLocks noGrp="1"/>
          </p:cNvSpPr>
          <p:nvPr>
            <p:ph type="body" idx="1"/>
          </p:nvPr>
        </p:nvSpPr>
        <p:spPr/>
        <p:txBody>
          <a:bodyPr/>
          <a:lstStyle/>
          <a:p>
            <a:r>
              <a:rPr lang="en-US" b="1" i="0"/>
              <a:t>**INSTRUCTIONS**</a:t>
            </a:r>
          </a:p>
          <a:p>
            <a:pPr marL="228600" indent="-228600">
              <a:buAutoNum type="arabicParenR"/>
            </a:pPr>
            <a:r>
              <a:rPr lang="en-US" b="0" i="0"/>
              <a:t>For each tool, follow the Design Framework information documentation requirements.</a:t>
            </a:r>
          </a:p>
          <a:p>
            <a:pPr marL="685800" lvl="1" indent="-228600">
              <a:buAutoNum type="alphaLcParenR"/>
            </a:pPr>
            <a:r>
              <a:rPr lang="en-US" b="0" i="0"/>
              <a:t>Document the goal of the tool.</a:t>
            </a:r>
          </a:p>
          <a:p>
            <a:pPr marL="685800" lvl="1" indent="-228600">
              <a:buAutoNum type="alphaLcParenR"/>
            </a:pPr>
            <a:r>
              <a:rPr lang="en-US" b="0" i="0"/>
              <a:t>Document the input and output variable names</a:t>
            </a:r>
          </a:p>
          <a:p>
            <a:pPr marL="685800" lvl="1" indent="-228600">
              <a:buAutoNum type="alphaLcParenR"/>
            </a:pPr>
            <a:r>
              <a:rPr lang="en-US" b="0" i="0"/>
              <a:t>Document their descriptions</a:t>
            </a:r>
          </a:p>
          <a:p>
            <a:pPr marL="685800" lvl="1" indent="-228600">
              <a:buAutoNum type="alphaLcParenR" startAt="4"/>
            </a:pPr>
            <a:r>
              <a:rPr lang="en-US" b="0" i="0"/>
              <a:t>Record your tool selection choice.</a:t>
            </a:r>
          </a:p>
          <a:p>
            <a:pPr marL="0" lvl="0" indent="0">
              <a:buNone/>
            </a:pPr>
            <a:endParaRPr lang="en-US" b="0" i="0"/>
          </a:p>
          <a:p>
            <a:pPr marL="0" lvl="0" indent="0">
              <a:buNone/>
            </a:pPr>
            <a:endParaRPr lang="en-US" b="0" i="0"/>
          </a:p>
          <a:p>
            <a:pPr marL="685800" lvl="1" indent="-228600">
              <a:buAutoNum type="alphaLcParenR" startAt="4"/>
            </a:pPr>
            <a:endParaRPr lang="en-US" b="0" i="0"/>
          </a:p>
          <a:p>
            <a:pPr marL="685800" lvl="1" indent="-228600">
              <a:buAutoNum type="alphaLcParenR" startAt="4"/>
            </a:pPr>
            <a:endParaRPr lang="en-US" b="0" i="0"/>
          </a:p>
          <a:p>
            <a:pPr marL="457200" lvl="1" indent="0">
              <a:buNone/>
            </a:pPr>
            <a:endParaRPr lang="en-US" b="0" i="0"/>
          </a:p>
          <a:p>
            <a:pPr marL="228600" indent="-228600">
              <a:buAutoNum type="arabicParenR"/>
            </a:pPr>
            <a:endParaRPr lang="en-US" b="0" i="0"/>
          </a:p>
        </p:txBody>
      </p:sp>
      <p:sp>
        <p:nvSpPr>
          <p:cNvPr id="4" name="Slide Number Placeholder 3">
            <a:extLst>
              <a:ext uri="{FF2B5EF4-FFF2-40B4-BE49-F238E27FC236}">
                <a16:creationId xmlns:a16="http://schemas.microsoft.com/office/drawing/2014/main" id="{6D88255F-D63A-D78D-D4B6-AFB948F054CD}"/>
              </a:ext>
            </a:extLst>
          </p:cNvPr>
          <p:cNvSpPr>
            <a:spLocks noGrp="1"/>
          </p:cNvSpPr>
          <p:nvPr>
            <p:ph type="sldNum" sz="quarter" idx="5"/>
          </p:nvPr>
        </p:nvSpPr>
        <p:spPr/>
        <p:txBody>
          <a:bodyPr/>
          <a:lstStyle/>
          <a:p>
            <a:fld id="{064B0394-1222-FB48-9D47-B188A374A5C6}" type="slidenum">
              <a:rPr lang="en-US" smtClean="0"/>
              <a:t>12</a:t>
            </a:fld>
            <a:endParaRPr lang="en-US"/>
          </a:p>
        </p:txBody>
      </p:sp>
    </p:spTree>
    <p:extLst>
      <p:ext uri="{BB962C8B-B14F-4D97-AF65-F5344CB8AC3E}">
        <p14:creationId xmlns:p14="http://schemas.microsoft.com/office/powerpoint/2010/main" val="42016686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8A8AC-38D8-E92A-3C71-C8D8B5FE34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1D5B5C-E999-5482-5A66-CA64ED8073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6D7664-9EA5-56A9-1E9F-9CD082FAB798}"/>
              </a:ext>
            </a:extLst>
          </p:cNvPr>
          <p:cNvSpPr>
            <a:spLocks noGrp="1"/>
          </p:cNvSpPr>
          <p:nvPr>
            <p:ph type="body" idx="1"/>
          </p:nvPr>
        </p:nvSpPr>
        <p:spPr/>
        <p:txBody>
          <a:bodyPr/>
          <a:lstStyle/>
          <a:p>
            <a:r>
              <a:rPr lang="en-US" b="1" i="0"/>
              <a:t>**INSTRUCTIONS**</a:t>
            </a:r>
          </a:p>
          <a:p>
            <a:pPr marL="228600" indent="-228600">
              <a:buAutoNum type="arabicParenR"/>
            </a:pPr>
            <a:r>
              <a:rPr lang="en-US" b="0" i="0"/>
              <a:t>List each tool used here, putting the name in Tool Name.</a:t>
            </a:r>
          </a:p>
          <a:p>
            <a:pPr marL="228600" indent="-228600">
              <a:buAutoNum type="arabicParenR"/>
            </a:pPr>
            <a:r>
              <a:rPr lang="en-US" b="0" i="0"/>
              <a:t>But the tool’s goal/description in the Tool Purpose.</a:t>
            </a:r>
          </a:p>
          <a:p>
            <a:pPr marL="228600" indent="-228600">
              <a:buAutoNum type="arabicParenR"/>
            </a:pPr>
            <a:r>
              <a:rPr lang="en-US" b="0" i="0"/>
              <a:t>Identify the selected technology type.</a:t>
            </a:r>
          </a:p>
          <a:p>
            <a:endParaRPr lang="en-US" i="0"/>
          </a:p>
        </p:txBody>
      </p:sp>
      <p:sp>
        <p:nvSpPr>
          <p:cNvPr id="4" name="Slide Number Placeholder 3">
            <a:extLst>
              <a:ext uri="{FF2B5EF4-FFF2-40B4-BE49-F238E27FC236}">
                <a16:creationId xmlns:a16="http://schemas.microsoft.com/office/drawing/2014/main" id="{C94D3443-E58F-FE43-8541-B864482D79A4}"/>
              </a:ext>
            </a:extLst>
          </p:cNvPr>
          <p:cNvSpPr>
            <a:spLocks noGrp="1"/>
          </p:cNvSpPr>
          <p:nvPr>
            <p:ph type="sldNum" sz="quarter" idx="5"/>
          </p:nvPr>
        </p:nvSpPr>
        <p:spPr/>
        <p:txBody>
          <a:bodyPr/>
          <a:lstStyle/>
          <a:p>
            <a:fld id="{064B0394-1222-FB48-9D47-B188A374A5C6}" type="slidenum">
              <a:rPr lang="en-US" smtClean="0"/>
              <a:t>14</a:t>
            </a:fld>
            <a:endParaRPr lang="en-US"/>
          </a:p>
        </p:txBody>
      </p:sp>
    </p:spTree>
    <p:extLst>
      <p:ext uri="{BB962C8B-B14F-4D97-AF65-F5344CB8AC3E}">
        <p14:creationId xmlns:p14="http://schemas.microsoft.com/office/powerpoint/2010/main" val="1163279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2AB15-98DA-FE06-D935-99D0BC0643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D6BE89-DBDD-2F2A-038D-B9DFF6F1AA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A2CE4A-6070-85F1-DFCC-F9AA6241C51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a:t>**INSTRUCTIONS**</a:t>
            </a:r>
          </a:p>
          <a:p>
            <a:pPr marL="228600" indent="-228600">
              <a:buAutoNum type="arabicParenR"/>
            </a:pPr>
            <a:endParaRPr lang="en-US"/>
          </a:p>
          <a:p>
            <a:pPr marL="228600" indent="-228600">
              <a:buAutoNum type="arabicParenR"/>
            </a:pPr>
            <a:r>
              <a:rPr lang="en-US"/>
              <a:t>Visualize the solution patterns here by covering who and what is responsible for each stage of the process.  Make more purple dots as needed.</a:t>
            </a:r>
          </a:p>
          <a:p>
            <a:pPr marL="228600" indent="-228600">
              <a:buAutoNum type="arabicParenR"/>
            </a:pPr>
            <a:endParaRPr lang="en-US"/>
          </a:p>
          <a:p>
            <a:pPr marL="228600" indent="-228600">
              <a:buAutoNum type="arabicParenR"/>
            </a:pPr>
            <a:r>
              <a:rPr lang="en-US"/>
              <a:t>Document the appropriate Start Process capability.</a:t>
            </a:r>
          </a:p>
          <a:p>
            <a:pPr marL="228600" indent="-228600">
              <a:buAutoNum type="arabicParenR"/>
            </a:pPr>
            <a:endParaRPr lang="en-US"/>
          </a:p>
          <a:p>
            <a:pPr marL="228600" indent="-228600">
              <a:buAutoNum type="arabicParenR"/>
            </a:pPr>
            <a:r>
              <a:rPr lang="en-US"/>
              <a:t>Document the Deployment/Execution </a:t>
            </a:r>
          </a:p>
          <a:p>
            <a:pPr marL="228600" indent="-228600">
              <a:buAutoNum type="arabicParenR"/>
            </a:pPr>
            <a:endParaRPr lang="en-US"/>
          </a:p>
          <a:p>
            <a:pPr marL="228600" indent="-228600">
              <a:buAutoNum type="arabicParenR"/>
            </a:pPr>
            <a:r>
              <a:rPr lang="en-US"/>
              <a:t>Connect the flow visually to show where it’s a process and where there’s an agent using the straight or dashed connected.</a:t>
            </a:r>
          </a:p>
        </p:txBody>
      </p:sp>
      <p:sp>
        <p:nvSpPr>
          <p:cNvPr id="4" name="Slide Number Placeholder 3">
            <a:extLst>
              <a:ext uri="{FF2B5EF4-FFF2-40B4-BE49-F238E27FC236}">
                <a16:creationId xmlns:a16="http://schemas.microsoft.com/office/drawing/2014/main" id="{E72E9CA7-68F5-24E5-DEC2-8A7E96E5012C}"/>
              </a:ext>
            </a:extLst>
          </p:cNvPr>
          <p:cNvSpPr>
            <a:spLocks noGrp="1"/>
          </p:cNvSpPr>
          <p:nvPr>
            <p:ph type="sldNum" sz="quarter" idx="5"/>
          </p:nvPr>
        </p:nvSpPr>
        <p:spPr/>
        <p:txBody>
          <a:bodyPr/>
          <a:lstStyle/>
          <a:p>
            <a:fld id="{064B0394-1222-FB48-9D47-B188A374A5C6}" type="slidenum">
              <a:rPr lang="en-US" smtClean="0"/>
              <a:t>15</a:t>
            </a:fld>
            <a:endParaRPr lang="en-US"/>
          </a:p>
        </p:txBody>
      </p:sp>
    </p:spTree>
    <p:extLst>
      <p:ext uri="{BB962C8B-B14F-4D97-AF65-F5344CB8AC3E}">
        <p14:creationId xmlns:p14="http://schemas.microsoft.com/office/powerpoint/2010/main" val="16960699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a:t>**INSTRUCTIONS**</a:t>
            </a:r>
          </a:p>
          <a:p>
            <a:r>
              <a:rPr lang="en-US"/>
              <a:t> </a:t>
            </a:r>
          </a:p>
          <a:p>
            <a:r>
              <a:rPr lang="en-US"/>
              <a:t>1) Provide some commentary about how your solution launches, execution locations, and human involvement.  Document these as if you were attempting to gain approval to move your solution into production at your organization.  Defend the reasoning behind the choices you’ve made.</a:t>
            </a:r>
          </a:p>
          <a:p>
            <a:br>
              <a:rPr lang="en-US"/>
            </a:br>
            <a:r>
              <a:rPr lang="en-US"/>
              <a:t>If you need more space, feel free to attach a word document.</a:t>
            </a:r>
            <a:endParaRPr lang="en-001"/>
          </a:p>
        </p:txBody>
      </p:sp>
      <p:sp>
        <p:nvSpPr>
          <p:cNvPr id="4" name="Slide Number Placeholder 3"/>
          <p:cNvSpPr>
            <a:spLocks noGrp="1"/>
          </p:cNvSpPr>
          <p:nvPr>
            <p:ph type="sldNum" sz="quarter" idx="5"/>
          </p:nvPr>
        </p:nvSpPr>
        <p:spPr/>
        <p:txBody>
          <a:bodyPr/>
          <a:lstStyle/>
          <a:p>
            <a:fld id="{064B0394-1222-FB48-9D47-B188A374A5C6}" type="slidenum">
              <a:rPr lang="en-US" smtClean="0"/>
              <a:t>16</a:t>
            </a:fld>
            <a:endParaRPr lang="en-US"/>
          </a:p>
        </p:txBody>
      </p:sp>
    </p:spTree>
    <p:extLst>
      <p:ext uri="{BB962C8B-B14F-4D97-AF65-F5344CB8AC3E}">
        <p14:creationId xmlns:p14="http://schemas.microsoft.com/office/powerpoint/2010/main" val="34625364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a:t>**INSTRUCTIONS**</a:t>
            </a:r>
          </a:p>
          <a:p>
            <a:endParaRPr lang="en-US"/>
          </a:p>
          <a:p>
            <a:r>
              <a:rPr lang="en-US"/>
              <a:t>Provide Screenshots of your AI Evals pages for any AI skills you have and for your AI Agent.</a:t>
            </a:r>
          </a:p>
        </p:txBody>
      </p:sp>
      <p:sp>
        <p:nvSpPr>
          <p:cNvPr id="4" name="Slide Number Placeholder 3"/>
          <p:cNvSpPr>
            <a:spLocks noGrp="1"/>
          </p:cNvSpPr>
          <p:nvPr>
            <p:ph type="sldNum" sz="quarter" idx="5"/>
          </p:nvPr>
        </p:nvSpPr>
        <p:spPr/>
        <p:txBody>
          <a:bodyPr/>
          <a:lstStyle/>
          <a:p>
            <a:fld id="{064B0394-1222-FB48-9D47-B188A374A5C6}" type="slidenum">
              <a:rPr lang="en-US" smtClean="0"/>
              <a:t>17</a:t>
            </a:fld>
            <a:endParaRPr lang="en-US"/>
          </a:p>
        </p:txBody>
      </p:sp>
    </p:spTree>
    <p:extLst>
      <p:ext uri="{BB962C8B-B14F-4D97-AF65-F5344CB8AC3E}">
        <p14:creationId xmlns:p14="http://schemas.microsoft.com/office/powerpoint/2010/main" val="22473156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A8933-9FC6-E602-1CD4-8C5AF19C6B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3CA657-90B7-B096-3B9D-CEAF8C36EF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C75477-3C3B-EA9A-6ED7-350588FCC22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a:t>**INSTRUCTIONS**</a:t>
            </a:r>
          </a:p>
          <a:p>
            <a:endParaRPr lang="en-US"/>
          </a:p>
          <a:p>
            <a:r>
              <a:rPr lang="en-US"/>
              <a:t>Provide Screenshots of your AI Evals pages for any AI skills you have and for your AI Agent.</a:t>
            </a:r>
          </a:p>
        </p:txBody>
      </p:sp>
      <p:sp>
        <p:nvSpPr>
          <p:cNvPr id="4" name="Slide Number Placeholder 3">
            <a:extLst>
              <a:ext uri="{FF2B5EF4-FFF2-40B4-BE49-F238E27FC236}">
                <a16:creationId xmlns:a16="http://schemas.microsoft.com/office/drawing/2014/main" id="{60F4EA0D-1C5F-5F21-98CD-A7884681151E}"/>
              </a:ext>
            </a:extLst>
          </p:cNvPr>
          <p:cNvSpPr>
            <a:spLocks noGrp="1"/>
          </p:cNvSpPr>
          <p:nvPr>
            <p:ph type="sldNum" sz="quarter" idx="5"/>
          </p:nvPr>
        </p:nvSpPr>
        <p:spPr/>
        <p:txBody>
          <a:bodyPr/>
          <a:lstStyle/>
          <a:p>
            <a:fld id="{064B0394-1222-FB48-9D47-B188A374A5C6}" type="slidenum">
              <a:rPr lang="en-US" smtClean="0"/>
              <a:t>18</a:t>
            </a:fld>
            <a:endParaRPr lang="en-US"/>
          </a:p>
        </p:txBody>
      </p:sp>
    </p:spTree>
    <p:extLst>
      <p:ext uri="{BB962C8B-B14F-4D97-AF65-F5344CB8AC3E}">
        <p14:creationId xmlns:p14="http://schemas.microsoft.com/office/powerpoint/2010/main" val="42561008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AFC0B-F881-1303-247F-86E2D8FD45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AFEBB2-8071-FE57-B898-80D9A28687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6EEDCF-5AC0-152C-3DEE-B42D04D161D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a:t>**INSTRUCTIONS**</a:t>
            </a:r>
          </a:p>
          <a:p>
            <a:endParaRPr lang="en-US"/>
          </a:p>
          <a:p>
            <a:r>
              <a:rPr lang="en-US"/>
              <a:t>Provide Screenshots of your AI Evals pages for any AI skills you have and for your AI Agent.</a:t>
            </a:r>
          </a:p>
        </p:txBody>
      </p:sp>
      <p:sp>
        <p:nvSpPr>
          <p:cNvPr id="4" name="Slide Number Placeholder 3">
            <a:extLst>
              <a:ext uri="{FF2B5EF4-FFF2-40B4-BE49-F238E27FC236}">
                <a16:creationId xmlns:a16="http://schemas.microsoft.com/office/drawing/2014/main" id="{D7E8C5AD-7AAF-0A04-FB70-0A043B83F3CB}"/>
              </a:ext>
            </a:extLst>
          </p:cNvPr>
          <p:cNvSpPr>
            <a:spLocks noGrp="1"/>
          </p:cNvSpPr>
          <p:nvPr>
            <p:ph type="sldNum" sz="quarter" idx="5"/>
          </p:nvPr>
        </p:nvSpPr>
        <p:spPr/>
        <p:txBody>
          <a:bodyPr/>
          <a:lstStyle/>
          <a:p>
            <a:fld id="{064B0394-1222-FB48-9D47-B188A374A5C6}" type="slidenum">
              <a:rPr lang="en-US" smtClean="0"/>
              <a:t>19</a:t>
            </a:fld>
            <a:endParaRPr lang="en-US"/>
          </a:p>
        </p:txBody>
      </p:sp>
    </p:spTree>
    <p:extLst>
      <p:ext uri="{BB962C8B-B14F-4D97-AF65-F5344CB8AC3E}">
        <p14:creationId xmlns:p14="http://schemas.microsoft.com/office/powerpoint/2010/main" val="18502809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82BF9-DE9D-B1E4-E94E-D6889E9399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0281E3-6C45-09A5-CE2A-69A21136DC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E4BF25-8C4C-F89B-FD67-53FDD2165DC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a:t>**INSTRUCTIONS**</a:t>
            </a:r>
          </a:p>
          <a:p>
            <a:endParaRPr lang="en-US"/>
          </a:p>
          <a:p>
            <a:r>
              <a:rPr lang="en-US"/>
              <a:t>Make a copy of this for each AI Skill and Agent</a:t>
            </a:r>
          </a:p>
          <a:p>
            <a:endParaRPr lang="en-US"/>
          </a:p>
          <a:p>
            <a:pPr marL="228600" indent="-228600">
              <a:buAutoNum type="arabicParenR"/>
            </a:pPr>
            <a:r>
              <a:rPr lang="en-US"/>
              <a:t>For any AI Skills, why did you choose that evaluation method?</a:t>
            </a:r>
          </a:p>
          <a:p>
            <a:pPr marL="228600" indent="-228600">
              <a:buAutoNum type="arabicParenR"/>
            </a:pPr>
            <a:r>
              <a:rPr lang="en-US"/>
              <a:t>Did you provide a ground truth for the output?  Explain why or why not.</a:t>
            </a:r>
          </a:p>
          <a:p>
            <a:pPr marL="228600" indent="-228600">
              <a:buAutoNum type="arabicParenR"/>
            </a:pPr>
            <a:r>
              <a:rPr lang="en-US"/>
              <a:t>Based on the output of your evals, did you make any updates to the agent?  Why or why not?</a:t>
            </a:r>
          </a:p>
          <a:p>
            <a:pPr marL="228600" indent="-228600">
              <a:buAutoNum type="arabicParenR"/>
            </a:pPr>
            <a:endParaRPr lang="en-US"/>
          </a:p>
        </p:txBody>
      </p:sp>
      <p:sp>
        <p:nvSpPr>
          <p:cNvPr id="4" name="Slide Number Placeholder 3">
            <a:extLst>
              <a:ext uri="{FF2B5EF4-FFF2-40B4-BE49-F238E27FC236}">
                <a16:creationId xmlns:a16="http://schemas.microsoft.com/office/drawing/2014/main" id="{6F83873E-9EBD-5E44-009D-72A91BEA953C}"/>
              </a:ext>
            </a:extLst>
          </p:cNvPr>
          <p:cNvSpPr>
            <a:spLocks noGrp="1"/>
          </p:cNvSpPr>
          <p:nvPr>
            <p:ph type="sldNum" sz="quarter" idx="5"/>
          </p:nvPr>
        </p:nvSpPr>
        <p:spPr/>
        <p:txBody>
          <a:bodyPr/>
          <a:lstStyle/>
          <a:p>
            <a:fld id="{064B0394-1222-FB48-9D47-B188A374A5C6}" type="slidenum">
              <a:rPr lang="en-US" smtClean="0"/>
              <a:t>20</a:t>
            </a:fld>
            <a:endParaRPr lang="en-US"/>
          </a:p>
        </p:txBody>
      </p:sp>
    </p:spTree>
    <p:extLst>
      <p:ext uri="{BB962C8B-B14F-4D97-AF65-F5344CB8AC3E}">
        <p14:creationId xmlns:p14="http://schemas.microsoft.com/office/powerpoint/2010/main" val="41046621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3.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slideMaster" Target="../slideMasters/slideMaster2.xml"/><Relationship Id="rId1" Type="http://schemas.openxmlformats.org/officeDocument/2006/relationships/tags" Target="../tags/tag22.xml"/><Relationship Id="rId6" Type="http://schemas.openxmlformats.org/officeDocument/2006/relationships/image" Target="../media/image3.svg"/><Relationship Id="rId5" Type="http://schemas.openxmlformats.org/officeDocument/2006/relationships/image" Target="../media/image2.svg"/><Relationship Id="rId4" Type="http://schemas.openxmlformats.org/officeDocument/2006/relationships/image" Target="../media/image11.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slideMaster" Target="../slideMasters/slideMaster2.xml"/><Relationship Id="rId1" Type="http://schemas.openxmlformats.org/officeDocument/2006/relationships/tags" Target="../tags/tag23.xml"/><Relationship Id="rId4" Type="http://schemas.openxmlformats.org/officeDocument/2006/relationships/image" Target="../media/image4.sv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2.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2.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chart" Target="../charts/chart9.xml"/><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chart" Target="../charts/chart10.xml"/><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2.xml"/><Relationship Id="rId5" Type="http://schemas.openxmlformats.org/officeDocument/2006/relationships/image" Target="../media/image1.svg"/><Relationship Id="rId4" Type="http://schemas.openxmlformats.org/officeDocument/2006/relationships/image" Target="../media/image13.sv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3.sv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Master" Target="../slideMasters/slideMaster2.xml"/><Relationship Id="rId5" Type="http://schemas.openxmlformats.org/officeDocument/2006/relationships/image" Target="../media/image3.svg"/><Relationship Id="rId4"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5" name="Picture Placeholder 16">
            <a:extLst>
              <a:ext uri="{FF2B5EF4-FFF2-40B4-BE49-F238E27FC236}">
                <a16:creationId xmlns:a16="http://schemas.microsoft.com/office/drawing/2014/main" id="{D427057C-941A-382F-961A-E1C38DC6EBDF}"/>
              </a:ext>
            </a:extLst>
          </p:cNvPr>
          <p:cNvSpPr>
            <a:spLocks noGrp="1"/>
          </p:cNvSpPr>
          <p:nvPr>
            <p:ph type="pic" sz="quarter" idx="16"/>
          </p:nvPr>
        </p:nvSpPr>
        <p:spPr>
          <a:xfrm>
            <a:off x="8111066" y="-778"/>
            <a:ext cx="4088300" cy="6861341"/>
          </a:xfrm>
          <a:custGeom>
            <a:avLst/>
            <a:gdLst>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510656 w 3063875"/>
              <a:gd name="connsiteY6" fmla="*/ 5143500 h 5143500"/>
              <a:gd name="connsiteX7" fmla="*/ 0 w 3063875"/>
              <a:gd name="connsiteY7" fmla="*/ 4632844 h 5143500"/>
              <a:gd name="connsiteX8" fmla="*/ 0 w 3063875"/>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0 w 3063875"/>
              <a:gd name="connsiteY7" fmla="*/ 4632844 h 5143500"/>
              <a:gd name="connsiteX8" fmla="*/ 0 w 3063875"/>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22485 w 3063875"/>
              <a:gd name="connsiteY7" fmla="*/ 1874653 h 5143500"/>
              <a:gd name="connsiteX8" fmla="*/ 0 w 3063875"/>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22485 w 3063875"/>
              <a:gd name="connsiteY7" fmla="*/ 1874653 h 5143500"/>
              <a:gd name="connsiteX8" fmla="*/ 0 w 3063875"/>
              <a:gd name="connsiteY8" fmla="*/ 510656 h 5143500"/>
              <a:gd name="connsiteX0" fmla="*/ 12413 w 3076288"/>
              <a:gd name="connsiteY0" fmla="*/ 510656 h 5143500"/>
              <a:gd name="connsiteX1" fmla="*/ 523069 w 3076288"/>
              <a:gd name="connsiteY1" fmla="*/ 0 h 5143500"/>
              <a:gd name="connsiteX2" fmla="*/ 2565632 w 3076288"/>
              <a:gd name="connsiteY2" fmla="*/ 0 h 5143500"/>
              <a:gd name="connsiteX3" fmla="*/ 3076288 w 3076288"/>
              <a:gd name="connsiteY3" fmla="*/ 510656 h 5143500"/>
              <a:gd name="connsiteX4" fmla="*/ 3076288 w 3076288"/>
              <a:gd name="connsiteY4" fmla="*/ 4632844 h 5143500"/>
              <a:gd name="connsiteX5" fmla="*/ 2565632 w 3076288"/>
              <a:gd name="connsiteY5" fmla="*/ 5143500 h 5143500"/>
              <a:gd name="connsiteX6" fmla="*/ 1422479 w 3076288"/>
              <a:gd name="connsiteY6" fmla="*/ 5136005 h 5143500"/>
              <a:gd name="connsiteX7" fmla="*/ 34898 w 3076288"/>
              <a:gd name="connsiteY7" fmla="*/ 1874653 h 5143500"/>
              <a:gd name="connsiteX8" fmla="*/ 12413 w 3076288"/>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254832 w 3063875"/>
              <a:gd name="connsiteY7" fmla="*/ 2878994 h 5143500"/>
              <a:gd name="connsiteX8" fmla="*/ 0 w 3063875"/>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254832 w 3063875"/>
              <a:gd name="connsiteY7" fmla="*/ 2878994 h 5143500"/>
              <a:gd name="connsiteX8" fmla="*/ 0 w 3063875"/>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254832 w 3063875"/>
              <a:gd name="connsiteY7" fmla="*/ 2878994 h 5143500"/>
              <a:gd name="connsiteX8" fmla="*/ 0 w 3063875"/>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254832 w 3063875"/>
              <a:gd name="connsiteY7" fmla="*/ 2878994 h 5143500"/>
              <a:gd name="connsiteX8" fmla="*/ 0 w 3063875"/>
              <a:gd name="connsiteY8" fmla="*/ 510656 h 5143500"/>
              <a:gd name="connsiteX0" fmla="*/ 0 w 3063875"/>
              <a:gd name="connsiteY0" fmla="*/ 140881 h 5230925"/>
              <a:gd name="connsiteX1" fmla="*/ 510656 w 3063875"/>
              <a:gd name="connsiteY1" fmla="*/ 87425 h 5230925"/>
              <a:gd name="connsiteX2" fmla="*/ 2553219 w 3063875"/>
              <a:gd name="connsiteY2" fmla="*/ 87425 h 5230925"/>
              <a:gd name="connsiteX3" fmla="*/ 3063875 w 3063875"/>
              <a:gd name="connsiteY3" fmla="*/ 598081 h 5230925"/>
              <a:gd name="connsiteX4" fmla="*/ 3063875 w 3063875"/>
              <a:gd name="connsiteY4" fmla="*/ 4720269 h 5230925"/>
              <a:gd name="connsiteX5" fmla="*/ 2553219 w 3063875"/>
              <a:gd name="connsiteY5" fmla="*/ 5230925 h 5230925"/>
              <a:gd name="connsiteX6" fmla="*/ 1410066 w 3063875"/>
              <a:gd name="connsiteY6" fmla="*/ 5223430 h 5230925"/>
              <a:gd name="connsiteX7" fmla="*/ 254832 w 3063875"/>
              <a:gd name="connsiteY7" fmla="*/ 2966419 h 5230925"/>
              <a:gd name="connsiteX8" fmla="*/ 0 w 3063875"/>
              <a:gd name="connsiteY8" fmla="*/ 140881 h 5230925"/>
              <a:gd name="connsiteX0" fmla="*/ 173 w 3064048"/>
              <a:gd name="connsiteY0" fmla="*/ 53456 h 5143500"/>
              <a:gd name="connsiteX1" fmla="*/ 510829 w 3064048"/>
              <a:gd name="connsiteY1" fmla="*/ 0 h 5143500"/>
              <a:gd name="connsiteX2" fmla="*/ 2553392 w 3064048"/>
              <a:gd name="connsiteY2" fmla="*/ 0 h 5143500"/>
              <a:gd name="connsiteX3" fmla="*/ 3064048 w 3064048"/>
              <a:gd name="connsiteY3" fmla="*/ 510656 h 5143500"/>
              <a:gd name="connsiteX4" fmla="*/ 3064048 w 3064048"/>
              <a:gd name="connsiteY4" fmla="*/ 4632844 h 5143500"/>
              <a:gd name="connsiteX5" fmla="*/ 2553392 w 3064048"/>
              <a:gd name="connsiteY5" fmla="*/ 5143500 h 5143500"/>
              <a:gd name="connsiteX6" fmla="*/ 1410239 w 3064048"/>
              <a:gd name="connsiteY6" fmla="*/ 5136005 h 5143500"/>
              <a:gd name="connsiteX7" fmla="*/ 255005 w 3064048"/>
              <a:gd name="connsiteY7" fmla="*/ 2878994 h 5143500"/>
              <a:gd name="connsiteX8" fmla="*/ 173 w 3064048"/>
              <a:gd name="connsiteY8" fmla="*/ 53456 h 5143500"/>
              <a:gd name="connsiteX0" fmla="*/ 0 w 3063875"/>
              <a:gd name="connsiteY0" fmla="*/ 248158 h 5338202"/>
              <a:gd name="connsiteX1" fmla="*/ 2553219 w 3063875"/>
              <a:gd name="connsiteY1" fmla="*/ 194702 h 5338202"/>
              <a:gd name="connsiteX2" fmla="*/ 3063875 w 3063875"/>
              <a:gd name="connsiteY2" fmla="*/ 705358 h 5338202"/>
              <a:gd name="connsiteX3" fmla="*/ 3063875 w 3063875"/>
              <a:gd name="connsiteY3" fmla="*/ 4827546 h 5338202"/>
              <a:gd name="connsiteX4" fmla="*/ 2553219 w 3063875"/>
              <a:gd name="connsiteY4" fmla="*/ 5338202 h 5338202"/>
              <a:gd name="connsiteX5" fmla="*/ 1410066 w 3063875"/>
              <a:gd name="connsiteY5" fmla="*/ 5330707 h 5338202"/>
              <a:gd name="connsiteX6" fmla="*/ 254832 w 3063875"/>
              <a:gd name="connsiteY6" fmla="*/ 3073696 h 5338202"/>
              <a:gd name="connsiteX7" fmla="*/ 0 w 3063875"/>
              <a:gd name="connsiteY7" fmla="*/ 248158 h 5338202"/>
              <a:gd name="connsiteX0" fmla="*/ 16 w 3063891"/>
              <a:gd name="connsiteY0" fmla="*/ 78396 h 5168440"/>
              <a:gd name="connsiteX1" fmla="*/ 2553235 w 3063891"/>
              <a:gd name="connsiteY1" fmla="*/ 24940 h 5168440"/>
              <a:gd name="connsiteX2" fmla="*/ 3063891 w 3063891"/>
              <a:gd name="connsiteY2" fmla="*/ 535596 h 5168440"/>
              <a:gd name="connsiteX3" fmla="*/ 3063891 w 3063891"/>
              <a:gd name="connsiteY3" fmla="*/ 4657784 h 5168440"/>
              <a:gd name="connsiteX4" fmla="*/ 2553235 w 3063891"/>
              <a:gd name="connsiteY4" fmla="*/ 5168440 h 5168440"/>
              <a:gd name="connsiteX5" fmla="*/ 1410082 w 3063891"/>
              <a:gd name="connsiteY5" fmla="*/ 5160945 h 5168440"/>
              <a:gd name="connsiteX6" fmla="*/ 254848 w 3063891"/>
              <a:gd name="connsiteY6" fmla="*/ 2903934 h 5168440"/>
              <a:gd name="connsiteX7" fmla="*/ 16 w 3063891"/>
              <a:gd name="connsiteY7" fmla="*/ 78396 h 5168440"/>
              <a:gd name="connsiteX0" fmla="*/ 14 w 3166829"/>
              <a:gd name="connsiteY0" fmla="*/ 59534 h 5149578"/>
              <a:gd name="connsiteX1" fmla="*/ 3032918 w 3166829"/>
              <a:gd name="connsiteY1" fmla="*/ 28563 h 5149578"/>
              <a:gd name="connsiteX2" fmla="*/ 3063889 w 3166829"/>
              <a:gd name="connsiteY2" fmla="*/ 516734 h 5149578"/>
              <a:gd name="connsiteX3" fmla="*/ 3063889 w 3166829"/>
              <a:gd name="connsiteY3" fmla="*/ 4638922 h 5149578"/>
              <a:gd name="connsiteX4" fmla="*/ 2553233 w 3166829"/>
              <a:gd name="connsiteY4" fmla="*/ 5149578 h 5149578"/>
              <a:gd name="connsiteX5" fmla="*/ 1410080 w 3166829"/>
              <a:gd name="connsiteY5" fmla="*/ 5142083 h 5149578"/>
              <a:gd name="connsiteX6" fmla="*/ 254846 w 3166829"/>
              <a:gd name="connsiteY6" fmla="*/ 2885072 h 5149578"/>
              <a:gd name="connsiteX7" fmla="*/ 14 w 3166829"/>
              <a:gd name="connsiteY7" fmla="*/ 59534 h 5149578"/>
              <a:gd name="connsiteX0" fmla="*/ 14 w 3288203"/>
              <a:gd name="connsiteY0" fmla="*/ 59534 h 5149578"/>
              <a:gd name="connsiteX1" fmla="*/ 3032918 w 3288203"/>
              <a:gd name="connsiteY1" fmla="*/ 28563 h 5149578"/>
              <a:gd name="connsiteX2" fmla="*/ 3063889 w 3288203"/>
              <a:gd name="connsiteY2" fmla="*/ 4638922 h 5149578"/>
              <a:gd name="connsiteX3" fmla="*/ 2553233 w 3288203"/>
              <a:gd name="connsiteY3" fmla="*/ 5149578 h 5149578"/>
              <a:gd name="connsiteX4" fmla="*/ 1410080 w 3288203"/>
              <a:gd name="connsiteY4" fmla="*/ 5142083 h 5149578"/>
              <a:gd name="connsiteX5" fmla="*/ 254846 w 3288203"/>
              <a:gd name="connsiteY5" fmla="*/ 2885072 h 5149578"/>
              <a:gd name="connsiteX6" fmla="*/ 14 w 3288203"/>
              <a:gd name="connsiteY6" fmla="*/ 59534 h 5149578"/>
              <a:gd name="connsiteX0" fmla="*/ 14 w 3288203"/>
              <a:gd name="connsiteY0" fmla="*/ 59534 h 5336718"/>
              <a:gd name="connsiteX1" fmla="*/ 3032918 w 3288203"/>
              <a:gd name="connsiteY1" fmla="*/ 28563 h 5336718"/>
              <a:gd name="connsiteX2" fmla="*/ 3063889 w 3288203"/>
              <a:gd name="connsiteY2" fmla="*/ 4638922 h 5336718"/>
              <a:gd name="connsiteX3" fmla="*/ 1410080 w 3288203"/>
              <a:gd name="connsiteY3" fmla="*/ 5142083 h 5336718"/>
              <a:gd name="connsiteX4" fmla="*/ 254846 w 3288203"/>
              <a:gd name="connsiteY4" fmla="*/ 2885072 h 5336718"/>
              <a:gd name="connsiteX5" fmla="*/ 14 w 3288203"/>
              <a:gd name="connsiteY5" fmla="*/ 59534 h 5336718"/>
              <a:gd name="connsiteX0" fmla="*/ 14 w 3288203"/>
              <a:gd name="connsiteY0" fmla="*/ 59534 h 5336718"/>
              <a:gd name="connsiteX1" fmla="*/ 3032918 w 3288203"/>
              <a:gd name="connsiteY1" fmla="*/ 28563 h 5336718"/>
              <a:gd name="connsiteX2" fmla="*/ 3063889 w 3288203"/>
              <a:gd name="connsiteY2" fmla="*/ 4638922 h 5336718"/>
              <a:gd name="connsiteX3" fmla="*/ 1410080 w 3288203"/>
              <a:gd name="connsiteY3" fmla="*/ 5142083 h 5336718"/>
              <a:gd name="connsiteX4" fmla="*/ 254846 w 3288203"/>
              <a:gd name="connsiteY4" fmla="*/ 2885072 h 5336718"/>
              <a:gd name="connsiteX5" fmla="*/ 14 w 3288203"/>
              <a:gd name="connsiteY5" fmla="*/ 59534 h 5336718"/>
              <a:gd name="connsiteX0" fmla="*/ 14 w 3288203"/>
              <a:gd name="connsiteY0" fmla="*/ 59534 h 5212957"/>
              <a:gd name="connsiteX1" fmla="*/ 3032918 w 3288203"/>
              <a:gd name="connsiteY1" fmla="*/ 28563 h 5212957"/>
              <a:gd name="connsiteX2" fmla="*/ 3063889 w 3288203"/>
              <a:gd name="connsiteY2" fmla="*/ 4638922 h 5212957"/>
              <a:gd name="connsiteX3" fmla="*/ 1410080 w 3288203"/>
              <a:gd name="connsiteY3" fmla="*/ 5142083 h 5212957"/>
              <a:gd name="connsiteX4" fmla="*/ 254846 w 3288203"/>
              <a:gd name="connsiteY4" fmla="*/ 2885072 h 5212957"/>
              <a:gd name="connsiteX5" fmla="*/ 14 w 3288203"/>
              <a:gd name="connsiteY5" fmla="*/ 59534 h 5212957"/>
              <a:gd name="connsiteX0" fmla="*/ 14 w 3288203"/>
              <a:gd name="connsiteY0" fmla="*/ 59534 h 5290599"/>
              <a:gd name="connsiteX1" fmla="*/ 3032918 w 3288203"/>
              <a:gd name="connsiteY1" fmla="*/ 28563 h 5290599"/>
              <a:gd name="connsiteX2" fmla="*/ 3063889 w 3288203"/>
              <a:gd name="connsiteY2" fmla="*/ 5126102 h 5290599"/>
              <a:gd name="connsiteX3" fmla="*/ 1410080 w 3288203"/>
              <a:gd name="connsiteY3" fmla="*/ 5142083 h 5290599"/>
              <a:gd name="connsiteX4" fmla="*/ 254846 w 3288203"/>
              <a:gd name="connsiteY4" fmla="*/ 2885072 h 5290599"/>
              <a:gd name="connsiteX5" fmla="*/ 14 w 3288203"/>
              <a:gd name="connsiteY5" fmla="*/ 59534 h 5290599"/>
              <a:gd name="connsiteX0" fmla="*/ 14 w 3267600"/>
              <a:gd name="connsiteY0" fmla="*/ 59534 h 5290599"/>
              <a:gd name="connsiteX1" fmla="*/ 3032918 w 3267600"/>
              <a:gd name="connsiteY1" fmla="*/ 28563 h 5290599"/>
              <a:gd name="connsiteX2" fmla="*/ 3063889 w 3267600"/>
              <a:gd name="connsiteY2" fmla="*/ 5126102 h 5290599"/>
              <a:gd name="connsiteX3" fmla="*/ 1410080 w 3267600"/>
              <a:gd name="connsiteY3" fmla="*/ 5142083 h 5290599"/>
              <a:gd name="connsiteX4" fmla="*/ 254846 w 3267600"/>
              <a:gd name="connsiteY4" fmla="*/ 2885072 h 5290599"/>
              <a:gd name="connsiteX5" fmla="*/ 14 w 3267600"/>
              <a:gd name="connsiteY5" fmla="*/ 59534 h 5290599"/>
              <a:gd name="connsiteX0" fmla="*/ 14 w 3063889"/>
              <a:gd name="connsiteY0" fmla="*/ 59534 h 5290599"/>
              <a:gd name="connsiteX1" fmla="*/ 3032918 w 3063889"/>
              <a:gd name="connsiteY1" fmla="*/ 28563 h 5290599"/>
              <a:gd name="connsiteX2" fmla="*/ 3063889 w 3063889"/>
              <a:gd name="connsiteY2" fmla="*/ 5126102 h 5290599"/>
              <a:gd name="connsiteX3" fmla="*/ 1410080 w 3063889"/>
              <a:gd name="connsiteY3" fmla="*/ 5142083 h 5290599"/>
              <a:gd name="connsiteX4" fmla="*/ 254846 w 3063889"/>
              <a:gd name="connsiteY4" fmla="*/ 2885072 h 5290599"/>
              <a:gd name="connsiteX5" fmla="*/ 14 w 3063889"/>
              <a:gd name="connsiteY5" fmla="*/ 59534 h 5290599"/>
              <a:gd name="connsiteX0" fmla="*/ 11 w 3063886"/>
              <a:gd name="connsiteY0" fmla="*/ 31017 h 5262082"/>
              <a:gd name="connsiteX1" fmla="*/ 3032915 w 3063886"/>
              <a:gd name="connsiteY1" fmla="*/ 46 h 5262082"/>
              <a:gd name="connsiteX2" fmla="*/ 3063886 w 3063886"/>
              <a:gd name="connsiteY2" fmla="*/ 5097585 h 5262082"/>
              <a:gd name="connsiteX3" fmla="*/ 1410077 w 3063886"/>
              <a:gd name="connsiteY3" fmla="*/ 5113566 h 5262082"/>
              <a:gd name="connsiteX4" fmla="*/ 254843 w 3063886"/>
              <a:gd name="connsiteY4" fmla="*/ 2856555 h 5262082"/>
              <a:gd name="connsiteX5" fmla="*/ 11 w 3063886"/>
              <a:gd name="connsiteY5" fmla="*/ 31017 h 5262082"/>
              <a:gd name="connsiteX0" fmla="*/ 11 w 3063886"/>
              <a:gd name="connsiteY0" fmla="*/ 31017 h 5153324"/>
              <a:gd name="connsiteX1" fmla="*/ 3032915 w 3063886"/>
              <a:gd name="connsiteY1" fmla="*/ 46 h 5153324"/>
              <a:gd name="connsiteX2" fmla="*/ 3063886 w 3063886"/>
              <a:gd name="connsiteY2" fmla="*/ 5097585 h 5153324"/>
              <a:gd name="connsiteX3" fmla="*/ 1410077 w 3063886"/>
              <a:gd name="connsiteY3" fmla="*/ 5113566 h 5153324"/>
              <a:gd name="connsiteX4" fmla="*/ 254843 w 3063886"/>
              <a:gd name="connsiteY4" fmla="*/ 2856555 h 5153324"/>
              <a:gd name="connsiteX5" fmla="*/ 11 w 3063886"/>
              <a:gd name="connsiteY5" fmla="*/ 31017 h 5153324"/>
              <a:gd name="connsiteX0" fmla="*/ 11 w 3063886"/>
              <a:gd name="connsiteY0" fmla="*/ 31017 h 5156528"/>
              <a:gd name="connsiteX1" fmla="*/ 3032915 w 3063886"/>
              <a:gd name="connsiteY1" fmla="*/ 46 h 5156528"/>
              <a:gd name="connsiteX2" fmla="*/ 3063886 w 3063886"/>
              <a:gd name="connsiteY2" fmla="*/ 5097585 h 5156528"/>
              <a:gd name="connsiteX3" fmla="*/ 1275166 w 3063886"/>
              <a:gd name="connsiteY3" fmla="*/ 5121061 h 5156528"/>
              <a:gd name="connsiteX4" fmla="*/ 254843 w 3063886"/>
              <a:gd name="connsiteY4" fmla="*/ 2856555 h 5156528"/>
              <a:gd name="connsiteX5" fmla="*/ 11 w 3063886"/>
              <a:gd name="connsiteY5" fmla="*/ 31017 h 5156528"/>
              <a:gd name="connsiteX0" fmla="*/ 11 w 3063886"/>
              <a:gd name="connsiteY0" fmla="*/ 31017 h 5151536"/>
              <a:gd name="connsiteX1" fmla="*/ 3032915 w 3063886"/>
              <a:gd name="connsiteY1" fmla="*/ 46 h 5151536"/>
              <a:gd name="connsiteX2" fmla="*/ 3063886 w 3063886"/>
              <a:gd name="connsiteY2" fmla="*/ 5097585 h 5151536"/>
              <a:gd name="connsiteX3" fmla="*/ 1275166 w 3063886"/>
              <a:gd name="connsiteY3" fmla="*/ 5121061 h 5151536"/>
              <a:gd name="connsiteX4" fmla="*/ 254843 w 3063886"/>
              <a:gd name="connsiteY4" fmla="*/ 2856555 h 5151536"/>
              <a:gd name="connsiteX5" fmla="*/ 11 w 3063886"/>
              <a:gd name="connsiteY5" fmla="*/ 31017 h 5151536"/>
              <a:gd name="connsiteX0" fmla="*/ 11 w 3063905"/>
              <a:gd name="connsiteY0" fmla="*/ 31017 h 5125623"/>
              <a:gd name="connsiteX1" fmla="*/ 3032915 w 3063905"/>
              <a:gd name="connsiteY1" fmla="*/ 46 h 5125623"/>
              <a:gd name="connsiteX2" fmla="*/ 3063886 w 3063905"/>
              <a:gd name="connsiteY2" fmla="*/ 5097585 h 5125623"/>
              <a:gd name="connsiteX3" fmla="*/ 1275166 w 3063905"/>
              <a:gd name="connsiteY3" fmla="*/ 5121061 h 5125623"/>
              <a:gd name="connsiteX4" fmla="*/ 254843 w 3063905"/>
              <a:gd name="connsiteY4" fmla="*/ 2856555 h 5125623"/>
              <a:gd name="connsiteX5" fmla="*/ 11 w 3063905"/>
              <a:gd name="connsiteY5" fmla="*/ 31017 h 5125623"/>
              <a:gd name="connsiteX0" fmla="*/ 11 w 3063905"/>
              <a:gd name="connsiteY0" fmla="*/ 2096 h 5136895"/>
              <a:gd name="connsiteX1" fmla="*/ 3032915 w 3063905"/>
              <a:gd name="connsiteY1" fmla="*/ 11318 h 5136895"/>
              <a:gd name="connsiteX2" fmla="*/ 3063886 w 3063905"/>
              <a:gd name="connsiteY2" fmla="*/ 5108857 h 5136895"/>
              <a:gd name="connsiteX3" fmla="*/ 1275166 w 3063905"/>
              <a:gd name="connsiteY3" fmla="*/ 5132333 h 5136895"/>
              <a:gd name="connsiteX4" fmla="*/ 254843 w 3063905"/>
              <a:gd name="connsiteY4" fmla="*/ 2867827 h 5136895"/>
              <a:gd name="connsiteX5" fmla="*/ 11 w 3063905"/>
              <a:gd name="connsiteY5" fmla="*/ 2096 h 5136895"/>
              <a:gd name="connsiteX0" fmla="*/ 11 w 3063905"/>
              <a:gd name="connsiteY0" fmla="*/ 2096 h 5136895"/>
              <a:gd name="connsiteX1" fmla="*/ 3032915 w 3063905"/>
              <a:gd name="connsiteY1" fmla="*/ 11318 h 5136895"/>
              <a:gd name="connsiteX2" fmla="*/ 3063886 w 3063905"/>
              <a:gd name="connsiteY2" fmla="*/ 5108857 h 5136895"/>
              <a:gd name="connsiteX3" fmla="*/ 1275166 w 3063905"/>
              <a:gd name="connsiteY3" fmla="*/ 5132333 h 5136895"/>
              <a:gd name="connsiteX4" fmla="*/ 254843 w 3063905"/>
              <a:gd name="connsiteY4" fmla="*/ 2867827 h 5136895"/>
              <a:gd name="connsiteX5" fmla="*/ 11 w 3063905"/>
              <a:gd name="connsiteY5" fmla="*/ 2096 h 5136895"/>
              <a:gd name="connsiteX0" fmla="*/ 11 w 3063905"/>
              <a:gd name="connsiteY0" fmla="*/ 3953 h 5138752"/>
              <a:gd name="connsiteX1" fmla="*/ 3063060 w 3063905"/>
              <a:gd name="connsiteY1" fmla="*/ 3126 h 5138752"/>
              <a:gd name="connsiteX2" fmla="*/ 3063886 w 3063905"/>
              <a:gd name="connsiteY2" fmla="*/ 5110714 h 5138752"/>
              <a:gd name="connsiteX3" fmla="*/ 1275166 w 3063905"/>
              <a:gd name="connsiteY3" fmla="*/ 5134190 h 5138752"/>
              <a:gd name="connsiteX4" fmla="*/ 254843 w 3063905"/>
              <a:gd name="connsiteY4" fmla="*/ 2869684 h 5138752"/>
              <a:gd name="connsiteX5" fmla="*/ 11 w 3063905"/>
              <a:gd name="connsiteY5" fmla="*/ 3953 h 5138752"/>
              <a:gd name="connsiteX0" fmla="*/ 11 w 3063905"/>
              <a:gd name="connsiteY0" fmla="*/ 2384 h 5144678"/>
              <a:gd name="connsiteX1" fmla="*/ 3063060 w 3063905"/>
              <a:gd name="connsiteY1" fmla="*/ 9052 h 5144678"/>
              <a:gd name="connsiteX2" fmla="*/ 3063886 w 3063905"/>
              <a:gd name="connsiteY2" fmla="*/ 5116640 h 5144678"/>
              <a:gd name="connsiteX3" fmla="*/ 1275166 w 3063905"/>
              <a:gd name="connsiteY3" fmla="*/ 5140116 h 5144678"/>
              <a:gd name="connsiteX4" fmla="*/ 254843 w 3063905"/>
              <a:gd name="connsiteY4" fmla="*/ 2875610 h 5144678"/>
              <a:gd name="connsiteX5" fmla="*/ 11 w 3063905"/>
              <a:gd name="connsiteY5" fmla="*/ 2384 h 5144678"/>
              <a:gd name="connsiteX0" fmla="*/ 11 w 3069410"/>
              <a:gd name="connsiteY0" fmla="*/ 6725 h 5149019"/>
              <a:gd name="connsiteX1" fmla="*/ 3069410 w 3069410"/>
              <a:gd name="connsiteY1" fmla="*/ 693 h 5149019"/>
              <a:gd name="connsiteX2" fmla="*/ 3063886 w 3069410"/>
              <a:gd name="connsiteY2" fmla="*/ 5120981 h 5149019"/>
              <a:gd name="connsiteX3" fmla="*/ 1275166 w 3069410"/>
              <a:gd name="connsiteY3" fmla="*/ 5144457 h 5149019"/>
              <a:gd name="connsiteX4" fmla="*/ 254843 w 3069410"/>
              <a:gd name="connsiteY4" fmla="*/ 2879951 h 5149019"/>
              <a:gd name="connsiteX5" fmla="*/ 11 w 3069410"/>
              <a:gd name="connsiteY5" fmla="*/ 6725 h 5149019"/>
              <a:gd name="connsiteX0" fmla="*/ 0 w 3069399"/>
              <a:gd name="connsiteY0" fmla="*/ 6122 h 5148416"/>
              <a:gd name="connsiteX1" fmla="*/ 3069399 w 3069399"/>
              <a:gd name="connsiteY1" fmla="*/ 90 h 5148416"/>
              <a:gd name="connsiteX2" fmla="*/ 3063875 w 3069399"/>
              <a:gd name="connsiteY2" fmla="*/ 5120378 h 5148416"/>
              <a:gd name="connsiteX3" fmla="*/ 1275155 w 3069399"/>
              <a:gd name="connsiteY3" fmla="*/ 5143854 h 5148416"/>
              <a:gd name="connsiteX4" fmla="*/ 254832 w 3069399"/>
              <a:gd name="connsiteY4" fmla="*/ 2879348 h 5148416"/>
              <a:gd name="connsiteX5" fmla="*/ 0 w 3069399"/>
              <a:gd name="connsiteY5" fmla="*/ 6122 h 5148416"/>
              <a:gd name="connsiteX0" fmla="*/ 0 w 3072574"/>
              <a:gd name="connsiteY0" fmla="*/ 0 h 5148644"/>
              <a:gd name="connsiteX1" fmla="*/ 3072574 w 3072574"/>
              <a:gd name="connsiteY1" fmla="*/ 318 h 5148644"/>
              <a:gd name="connsiteX2" fmla="*/ 3067050 w 3072574"/>
              <a:gd name="connsiteY2" fmla="*/ 5120606 h 5148644"/>
              <a:gd name="connsiteX3" fmla="*/ 1278330 w 3072574"/>
              <a:gd name="connsiteY3" fmla="*/ 5144082 h 5148644"/>
              <a:gd name="connsiteX4" fmla="*/ 258007 w 3072574"/>
              <a:gd name="connsiteY4" fmla="*/ 2879576 h 5148644"/>
              <a:gd name="connsiteX5" fmla="*/ 0 w 3072574"/>
              <a:gd name="connsiteY5" fmla="*/ 0 h 5148644"/>
              <a:gd name="connsiteX0" fmla="*/ 0 w 3072574"/>
              <a:gd name="connsiteY0" fmla="*/ 0 h 5148644"/>
              <a:gd name="connsiteX1" fmla="*/ 3072574 w 3072574"/>
              <a:gd name="connsiteY1" fmla="*/ 318 h 5148644"/>
              <a:gd name="connsiteX2" fmla="*/ 3067050 w 3072574"/>
              <a:gd name="connsiteY2" fmla="*/ 5120606 h 5148644"/>
              <a:gd name="connsiteX3" fmla="*/ 1278330 w 3072574"/>
              <a:gd name="connsiteY3" fmla="*/ 5144082 h 5148644"/>
              <a:gd name="connsiteX4" fmla="*/ 258007 w 3072574"/>
              <a:gd name="connsiteY4" fmla="*/ 2879576 h 5148644"/>
              <a:gd name="connsiteX5" fmla="*/ 0 w 3072574"/>
              <a:gd name="connsiteY5" fmla="*/ 0 h 5148644"/>
              <a:gd name="connsiteX0" fmla="*/ 0 w 3072574"/>
              <a:gd name="connsiteY0" fmla="*/ 0 h 5155476"/>
              <a:gd name="connsiteX1" fmla="*/ 3072574 w 3072574"/>
              <a:gd name="connsiteY1" fmla="*/ 318 h 5155476"/>
              <a:gd name="connsiteX2" fmla="*/ 3063875 w 3072574"/>
              <a:gd name="connsiteY2" fmla="*/ 5146006 h 5155476"/>
              <a:gd name="connsiteX3" fmla="*/ 1278330 w 3072574"/>
              <a:gd name="connsiteY3" fmla="*/ 5144082 h 5155476"/>
              <a:gd name="connsiteX4" fmla="*/ 258007 w 3072574"/>
              <a:gd name="connsiteY4" fmla="*/ 2879576 h 5155476"/>
              <a:gd name="connsiteX5" fmla="*/ 0 w 3072574"/>
              <a:gd name="connsiteY5" fmla="*/ 0 h 5155476"/>
              <a:gd name="connsiteX0" fmla="*/ 0 w 3072574"/>
              <a:gd name="connsiteY0" fmla="*/ 0 h 5155476"/>
              <a:gd name="connsiteX1" fmla="*/ 3072574 w 3072574"/>
              <a:gd name="connsiteY1" fmla="*/ 318 h 5155476"/>
              <a:gd name="connsiteX2" fmla="*/ 3063875 w 3072574"/>
              <a:gd name="connsiteY2" fmla="*/ 5146006 h 5155476"/>
              <a:gd name="connsiteX3" fmla="*/ 1278330 w 3072574"/>
              <a:gd name="connsiteY3" fmla="*/ 5144082 h 5155476"/>
              <a:gd name="connsiteX4" fmla="*/ 258007 w 3072574"/>
              <a:gd name="connsiteY4" fmla="*/ 2879576 h 5155476"/>
              <a:gd name="connsiteX5" fmla="*/ 0 w 3072574"/>
              <a:gd name="connsiteY5" fmla="*/ 0 h 5155476"/>
              <a:gd name="connsiteX0" fmla="*/ 0 w 3072574"/>
              <a:gd name="connsiteY0" fmla="*/ 0 h 5152465"/>
              <a:gd name="connsiteX1" fmla="*/ 3072574 w 3072574"/>
              <a:gd name="connsiteY1" fmla="*/ 318 h 5152465"/>
              <a:gd name="connsiteX2" fmla="*/ 3063875 w 3072574"/>
              <a:gd name="connsiteY2" fmla="*/ 5146006 h 5152465"/>
              <a:gd name="connsiteX3" fmla="*/ 1278330 w 3072574"/>
              <a:gd name="connsiteY3" fmla="*/ 5144082 h 5152465"/>
              <a:gd name="connsiteX4" fmla="*/ 258007 w 3072574"/>
              <a:gd name="connsiteY4" fmla="*/ 2879576 h 5152465"/>
              <a:gd name="connsiteX5" fmla="*/ 0 w 3072574"/>
              <a:gd name="connsiteY5" fmla="*/ 0 h 5152465"/>
              <a:gd name="connsiteX0" fmla="*/ 0 w 3072574"/>
              <a:gd name="connsiteY0" fmla="*/ 0 h 5153597"/>
              <a:gd name="connsiteX1" fmla="*/ 3072574 w 3072574"/>
              <a:gd name="connsiteY1" fmla="*/ 318 h 5153597"/>
              <a:gd name="connsiteX2" fmla="*/ 3063875 w 3072574"/>
              <a:gd name="connsiteY2" fmla="*/ 5146006 h 5153597"/>
              <a:gd name="connsiteX3" fmla="*/ 1284680 w 3072574"/>
              <a:gd name="connsiteY3" fmla="*/ 5147257 h 5153597"/>
              <a:gd name="connsiteX4" fmla="*/ 258007 w 3072574"/>
              <a:gd name="connsiteY4" fmla="*/ 2879576 h 5153597"/>
              <a:gd name="connsiteX5" fmla="*/ 0 w 3072574"/>
              <a:gd name="connsiteY5" fmla="*/ 0 h 5153597"/>
              <a:gd name="connsiteX0" fmla="*/ 0 w 3072574"/>
              <a:gd name="connsiteY0" fmla="*/ 0 h 5153597"/>
              <a:gd name="connsiteX1" fmla="*/ 3072574 w 3072574"/>
              <a:gd name="connsiteY1" fmla="*/ 318 h 5153597"/>
              <a:gd name="connsiteX2" fmla="*/ 3063875 w 3072574"/>
              <a:gd name="connsiteY2" fmla="*/ 5146006 h 5153597"/>
              <a:gd name="connsiteX3" fmla="*/ 1284680 w 3072574"/>
              <a:gd name="connsiteY3" fmla="*/ 5147257 h 5153597"/>
              <a:gd name="connsiteX4" fmla="*/ 258007 w 3072574"/>
              <a:gd name="connsiteY4" fmla="*/ 2879576 h 5153597"/>
              <a:gd name="connsiteX5" fmla="*/ 0 w 3072574"/>
              <a:gd name="connsiteY5" fmla="*/ 0 h 5153597"/>
              <a:gd name="connsiteX0" fmla="*/ 0 w 3072574"/>
              <a:gd name="connsiteY0" fmla="*/ 0 h 5151459"/>
              <a:gd name="connsiteX1" fmla="*/ 3072574 w 3072574"/>
              <a:gd name="connsiteY1" fmla="*/ 318 h 5151459"/>
              <a:gd name="connsiteX2" fmla="*/ 3063875 w 3072574"/>
              <a:gd name="connsiteY2" fmla="*/ 5146006 h 5151459"/>
              <a:gd name="connsiteX3" fmla="*/ 1284680 w 3072574"/>
              <a:gd name="connsiteY3" fmla="*/ 5147257 h 5151459"/>
              <a:gd name="connsiteX4" fmla="*/ 258007 w 3072574"/>
              <a:gd name="connsiteY4" fmla="*/ 2879576 h 5151459"/>
              <a:gd name="connsiteX5" fmla="*/ 0 w 3072574"/>
              <a:gd name="connsiteY5" fmla="*/ 0 h 5151459"/>
              <a:gd name="connsiteX0" fmla="*/ 0 w 3072574"/>
              <a:gd name="connsiteY0" fmla="*/ 0 h 5151459"/>
              <a:gd name="connsiteX1" fmla="*/ 3072574 w 3072574"/>
              <a:gd name="connsiteY1" fmla="*/ 318 h 5151459"/>
              <a:gd name="connsiteX2" fmla="*/ 3063875 w 3072574"/>
              <a:gd name="connsiteY2" fmla="*/ 5146006 h 5151459"/>
              <a:gd name="connsiteX3" fmla="*/ 1284680 w 3072574"/>
              <a:gd name="connsiteY3" fmla="*/ 5147257 h 5151459"/>
              <a:gd name="connsiteX4" fmla="*/ 258007 w 3072574"/>
              <a:gd name="connsiteY4" fmla="*/ 2879576 h 5151459"/>
              <a:gd name="connsiteX5" fmla="*/ 0 w 3072574"/>
              <a:gd name="connsiteY5" fmla="*/ 0 h 5151459"/>
              <a:gd name="connsiteX0" fmla="*/ 0 w 3072574"/>
              <a:gd name="connsiteY0" fmla="*/ 0 h 5526481"/>
              <a:gd name="connsiteX1" fmla="*/ 3072574 w 3072574"/>
              <a:gd name="connsiteY1" fmla="*/ 318 h 5526481"/>
              <a:gd name="connsiteX2" fmla="*/ 3063875 w 3072574"/>
              <a:gd name="connsiteY2" fmla="*/ 5146006 h 5526481"/>
              <a:gd name="connsiteX3" fmla="*/ 1343024 w 3072574"/>
              <a:gd name="connsiteY3" fmla="*/ 5144084 h 5526481"/>
              <a:gd name="connsiteX4" fmla="*/ 1284680 w 3072574"/>
              <a:gd name="connsiteY4" fmla="*/ 5147257 h 5526481"/>
              <a:gd name="connsiteX5" fmla="*/ 258007 w 3072574"/>
              <a:gd name="connsiteY5" fmla="*/ 2879576 h 5526481"/>
              <a:gd name="connsiteX6" fmla="*/ 0 w 3072574"/>
              <a:gd name="connsiteY6" fmla="*/ 0 h 5526481"/>
              <a:gd name="connsiteX0" fmla="*/ 0 w 3072574"/>
              <a:gd name="connsiteY0" fmla="*/ 0 h 5314225"/>
              <a:gd name="connsiteX1" fmla="*/ 3072574 w 3072574"/>
              <a:gd name="connsiteY1" fmla="*/ 318 h 5314225"/>
              <a:gd name="connsiteX2" fmla="*/ 3063875 w 3072574"/>
              <a:gd name="connsiteY2" fmla="*/ 5146006 h 5314225"/>
              <a:gd name="connsiteX3" fmla="*/ 1343024 w 3072574"/>
              <a:gd name="connsiteY3" fmla="*/ 5144084 h 5314225"/>
              <a:gd name="connsiteX4" fmla="*/ 1284680 w 3072574"/>
              <a:gd name="connsiteY4" fmla="*/ 5147257 h 5314225"/>
              <a:gd name="connsiteX5" fmla="*/ 258007 w 3072574"/>
              <a:gd name="connsiteY5" fmla="*/ 2879576 h 5314225"/>
              <a:gd name="connsiteX6" fmla="*/ 0 w 3072574"/>
              <a:gd name="connsiteY6" fmla="*/ 0 h 5314225"/>
              <a:gd name="connsiteX0" fmla="*/ 0 w 3072574"/>
              <a:gd name="connsiteY0" fmla="*/ 0 h 5318959"/>
              <a:gd name="connsiteX1" fmla="*/ 3072574 w 3072574"/>
              <a:gd name="connsiteY1" fmla="*/ 318 h 5318959"/>
              <a:gd name="connsiteX2" fmla="*/ 3063875 w 3072574"/>
              <a:gd name="connsiteY2" fmla="*/ 5146006 h 5318959"/>
              <a:gd name="connsiteX3" fmla="*/ 1343024 w 3072574"/>
              <a:gd name="connsiteY3" fmla="*/ 5144084 h 5318959"/>
              <a:gd name="connsiteX4" fmla="*/ 1157680 w 3072574"/>
              <a:gd name="connsiteY4" fmla="*/ 5153607 h 5318959"/>
              <a:gd name="connsiteX5" fmla="*/ 258007 w 3072574"/>
              <a:gd name="connsiteY5" fmla="*/ 2879576 h 5318959"/>
              <a:gd name="connsiteX6" fmla="*/ 0 w 3072574"/>
              <a:gd name="connsiteY6" fmla="*/ 0 h 5318959"/>
              <a:gd name="connsiteX0" fmla="*/ 0 w 3072574"/>
              <a:gd name="connsiteY0" fmla="*/ 0 h 5175213"/>
              <a:gd name="connsiteX1" fmla="*/ 3072574 w 3072574"/>
              <a:gd name="connsiteY1" fmla="*/ 318 h 5175213"/>
              <a:gd name="connsiteX2" fmla="*/ 3063875 w 3072574"/>
              <a:gd name="connsiteY2" fmla="*/ 5146006 h 5175213"/>
              <a:gd name="connsiteX3" fmla="*/ 1343024 w 3072574"/>
              <a:gd name="connsiteY3" fmla="*/ 5144084 h 5175213"/>
              <a:gd name="connsiteX4" fmla="*/ 1157680 w 3072574"/>
              <a:gd name="connsiteY4" fmla="*/ 5153607 h 5175213"/>
              <a:gd name="connsiteX5" fmla="*/ 258007 w 3072574"/>
              <a:gd name="connsiteY5" fmla="*/ 2879576 h 5175213"/>
              <a:gd name="connsiteX6" fmla="*/ 0 w 3072574"/>
              <a:gd name="connsiteY6" fmla="*/ 0 h 5175213"/>
              <a:gd name="connsiteX0" fmla="*/ 0 w 3072574"/>
              <a:gd name="connsiteY0" fmla="*/ 0 h 5210364"/>
              <a:gd name="connsiteX1" fmla="*/ 3072574 w 3072574"/>
              <a:gd name="connsiteY1" fmla="*/ 318 h 5210364"/>
              <a:gd name="connsiteX2" fmla="*/ 3063875 w 3072574"/>
              <a:gd name="connsiteY2" fmla="*/ 5146006 h 5210364"/>
              <a:gd name="connsiteX3" fmla="*/ 1343024 w 3072574"/>
              <a:gd name="connsiteY3" fmla="*/ 5144084 h 5210364"/>
              <a:gd name="connsiteX4" fmla="*/ 1157680 w 3072574"/>
              <a:gd name="connsiteY4" fmla="*/ 5153607 h 5210364"/>
              <a:gd name="connsiteX5" fmla="*/ 258007 w 3072574"/>
              <a:gd name="connsiteY5" fmla="*/ 2879576 h 5210364"/>
              <a:gd name="connsiteX6" fmla="*/ 0 w 3072574"/>
              <a:gd name="connsiteY6" fmla="*/ 0 h 5210364"/>
              <a:gd name="connsiteX0" fmla="*/ 0 w 3072574"/>
              <a:gd name="connsiteY0" fmla="*/ 0 h 5210364"/>
              <a:gd name="connsiteX1" fmla="*/ 3072574 w 3072574"/>
              <a:gd name="connsiteY1" fmla="*/ 318 h 5210364"/>
              <a:gd name="connsiteX2" fmla="*/ 3063875 w 3072574"/>
              <a:gd name="connsiteY2" fmla="*/ 5146006 h 5210364"/>
              <a:gd name="connsiteX3" fmla="*/ 1343024 w 3072574"/>
              <a:gd name="connsiteY3" fmla="*/ 5144084 h 5210364"/>
              <a:gd name="connsiteX4" fmla="*/ 1157680 w 3072574"/>
              <a:gd name="connsiteY4" fmla="*/ 5153607 h 5210364"/>
              <a:gd name="connsiteX5" fmla="*/ 258007 w 3072574"/>
              <a:gd name="connsiteY5" fmla="*/ 2879576 h 5210364"/>
              <a:gd name="connsiteX6" fmla="*/ 0 w 3072574"/>
              <a:gd name="connsiteY6" fmla="*/ 0 h 5210364"/>
              <a:gd name="connsiteX0" fmla="*/ 0 w 3072574"/>
              <a:gd name="connsiteY0" fmla="*/ 0 h 5154018"/>
              <a:gd name="connsiteX1" fmla="*/ 3072574 w 3072574"/>
              <a:gd name="connsiteY1" fmla="*/ 318 h 5154018"/>
              <a:gd name="connsiteX2" fmla="*/ 3063875 w 3072574"/>
              <a:gd name="connsiteY2" fmla="*/ 5146006 h 5154018"/>
              <a:gd name="connsiteX3" fmla="*/ 1343024 w 3072574"/>
              <a:gd name="connsiteY3" fmla="*/ 5144084 h 5154018"/>
              <a:gd name="connsiteX4" fmla="*/ 1157680 w 3072574"/>
              <a:gd name="connsiteY4" fmla="*/ 5153607 h 5154018"/>
              <a:gd name="connsiteX5" fmla="*/ 258007 w 3072574"/>
              <a:gd name="connsiteY5" fmla="*/ 2879576 h 5154018"/>
              <a:gd name="connsiteX6" fmla="*/ 0 w 3072574"/>
              <a:gd name="connsiteY6" fmla="*/ 0 h 5154018"/>
              <a:gd name="connsiteX0" fmla="*/ 0 w 3072574"/>
              <a:gd name="connsiteY0" fmla="*/ 0 h 5154018"/>
              <a:gd name="connsiteX1" fmla="*/ 3072574 w 3072574"/>
              <a:gd name="connsiteY1" fmla="*/ 318 h 5154018"/>
              <a:gd name="connsiteX2" fmla="*/ 3063875 w 3072574"/>
              <a:gd name="connsiteY2" fmla="*/ 5146006 h 5154018"/>
              <a:gd name="connsiteX3" fmla="*/ 1343024 w 3072574"/>
              <a:gd name="connsiteY3" fmla="*/ 5144084 h 5154018"/>
              <a:gd name="connsiteX4" fmla="*/ 1157680 w 3072574"/>
              <a:gd name="connsiteY4" fmla="*/ 5153607 h 5154018"/>
              <a:gd name="connsiteX5" fmla="*/ 258007 w 3072574"/>
              <a:gd name="connsiteY5" fmla="*/ 2879576 h 5154018"/>
              <a:gd name="connsiteX6" fmla="*/ 0 w 3072574"/>
              <a:gd name="connsiteY6" fmla="*/ 0 h 5154018"/>
              <a:gd name="connsiteX0" fmla="*/ 0 w 3072574"/>
              <a:gd name="connsiteY0" fmla="*/ 0 h 5176792"/>
              <a:gd name="connsiteX1" fmla="*/ 3072574 w 3072574"/>
              <a:gd name="connsiteY1" fmla="*/ 318 h 5176792"/>
              <a:gd name="connsiteX2" fmla="*/ 3063875 w 3072574"/>
              <a:gd name="connsiteY2" fmla="*/ 5146006 h 5176792"/>
              <a:gd name="connsiteX3" fmla="*/ 1343024 w 3072574"/>
              <a:gd name="connsiteY3" fmla="*/ 5144084 h 5176792"/>
              <a:gd name="connsiteX4" fmla="*/ 1157680 w 3072574"/>
              <a:gd name="connsiteY4" fmla="*/ 5153607 h 5176792"/>
              <a:gd name="connsiteX5" fmla="*/ 819149 w 3072574"/>
              <a:gd name="connsiteY5" fmla="*/ 4801183 h 5176792"/>
              <a:gd name="connsiteX6" fmla="*/ 258007 w 3072574"/>
              <a:gd name="connsiteY6" fmla="*/ 2879576 h 5176792"/>
              <a:gd name="connsiteX7" fmla="*/ 0 w 3072574"/>
              <a:gd name="connsiteY7" fmla="*/ 0 h 5176792"/>
              <a:gd name="connsiteX0" fmla="*/ 0 w 3072574"/>
              <a:gd name="connsiteY0" fmla="*/ 0 h 5176792"/>
              <a:gd name="connsiteX1" fmla="*/ 3072574 w 3072574"/>
              <a:gd name="connsiteY1" fmla="*/ 318 h 5176792"/>
              <a:gd name="connsiteX2" fmla="*/ 3063875 w 3072574"/>
              <a:gd name="connsiteY2" fmla="*/ 5146006 h 5176792"/>
              <a:gd name="connsiteX3" fmla="*/ 1343024 w 3072574"/>
              <a:gd name="connsiteY3" fmla="*/ 5144084 h 5176792"/>
              <a:gd name="connsiteX4" fmla="*/ 1157680 w 3072574"/>
              <a:gd name="connsiteY4" fmla="*/ 5153607 h 5176792"/>
              <a:gd name="connsiteX5" fmla="*/ 800099 w 3072574"/>
              <a:gd name="connsiteY5" fmla="*/ 4544008 h 5176792"/>
              <a:gd name="connsiteX6" fmla="*/ 258007 w 3072574"/>
              <a:gd name="connsiteY6" fmla="*/ 2879576 h 5176792"/>
              <a:gd name="connsiteX7" fmla="*/ 0 w 3072574"/>
              <a:gd name="connsiteY7" fmla="*/ 0 h 5176792"/>
              <a:gd name="connsiteX0" fmla="*/ 0 w 3072574"/>
              <a:gd name="connsiteY0" fmla="*/ 0 h 5176792"/>
              <a:gd name="connsiteX1" fmla="*/ 3072574 w 3072574"/>
              <a:gd name="connsiteY1" fmla="*/ 318 h 5176792"/>
              <a:gd name="connsiteX2" fmla="*/ 3063875 w 3072574"/>
              <a:gd name="connsiteY2" fmla="*/ 5146006 h 5176792"/>
              <a:gd name="connsiteX3" fmla="*/ 1343024 w 3072574"/>
              <a:gd name="connsiteY3" fmla="*/ 5144084 h 5176792"/>
              <a:gd name="connsiteX4" fmla="*/ 1157680 w 3072574"/>
              <a:gd name="connsiteY4" fmla="*/ 5153607 h 5176792"/>
              <a:gd name="connsiteX5" fmla="*/ 800099 w 3072574"/>
              <a:gd name="connsiteY5" fmla="*/ 4544008 h 5176792"/>
              <a:gd name="connsiteX6" fmla="*/ 258007 w 3072574"/>
              <a:gd name="connsiteY6" fmla="*/ 2879576 h 5176792"/>
              <a:gd name="connsiteX7" fmla="*/ 0 w 3072574"/>
              <a:gd name="connsiteY7" fmla="*/ 0 h 5176792"/>
              <a:gd name="connsiteX0" fmla="*/ 0 w 3072574"/>
              <a:gd name="connsiteY0" fmla="*/ 0 h 5153607"/>
              <a:gd name="connsiteX1" fmla="*/ 3072574 w 3072574"/>
              <a:gd name="connsiteY1" fmla="*/ 318 h 5153607"/>
              <a:gd name="connsiteX2" fmla="*/ 3063875 w 3072574"/>
              <a:gd name="connsiteY2" fmla="*/ 5146006 h 5153607"/>
              <a:gd name="connsiteX3" fmla="*/ 1343024 w 3072574"/>
              <a:gd name="connsiteY3" fmla="*/ 5144084 h 5153607"/>
              <a:gd name="connsiteX4" fmla="*/ 1157680 w 3072574"/>
              <a:gd name="connsiteY4" fmla="*/ 5153607 h 5153607"/>
              <a:gd name="connsiteX5" fmla="*/ 800099 w 3072574"/>
              <a:gd name="connsiteY5" fmla="*/ 4544008 h 5153607"/>
              <a:gd name="connsiteX6" fmla="*/ 258007 w 3072574"/>
              <a:gd name="connsiteY6" fmla="*/ 2879576 h 5153607"/>
              <a:gd name="connsiteX7" fmla="*/ 0 w 3072574"/>
              <a:gd name="connsiteY7" fmla="*/ 0 h 5153607"/>
              <a:gd name="connsiteX0" fmla="*/ 0 w 3072574"/>
              <a:gd name="connsiteY0" fmla="*/ 0 h 5153607"/>
              <a:gd name="connsiteX1" fmla="*/ 3072574 w 3072574"/>
              <a:gd name="connsiteY1" fmla="*/ 318 h 5153607"/>
              <a:gd name="connsiteX2" fmla="*/ 3063875 w 3072574"/>
              <a:gd name="connsiteY2" fmla="*/ 5146006 h 5153607"/>
              <a:gd name="connsiteX3" fmla="*/ 1343024 w 3072574"/>
              <a:gd name="connsiteY3" fmla="*/ 5144084 h 5153607"/>
              <a:gd name="connsiteX4" fmla="*/ 1157680 w 3072574"/>
              <a:gd name="connsiteY4" fmla="*/ 5153607 h 5153607"/>
              <a:gd name="connsiteX5" fmla="*/ 800099 w 3072574"/>
              <a:gd name="connsiteY5" fmla="*/ 4544008 h 5153607"/>
              <a:gd name="connsiteX6" fmla="*/ 258007 w 3072574"/>
              <a:gd name="connsiteY6" fmla="*/ 2879576 h 5153607"/>
              <a:gd name="connsiteX7" fmla="*/ 0 w 3072574"/>
              <a:gd name="connsiteY7" fmla="*/ 0 h 5153607"/>
              <a:gd name="connsiteX0" fmla="*/ 0 w 3072574"/>
              <a:gd name="connsiteY0" fmla="*/ 0 h 5153607"/>
              <a:gd name="connsiteX1" fmla="*/ 3072574 w 3072574"/>
              <a:gd name="connsiteY1" fmla="*/ 318 h 5153607"/>
              <a:gd name="connsiteX2" fmla="*/ 3063875 w 3072574"/>
              <a:gd name="connsiteY2" fmla="*/ 5146006 h 5153607"/>
              <a:gd name="connsiteX3" fmla="*/ 1343024 w 3072574"/>
              <a:gd name="connsiteY3" fmla="*/ 5144084 h 5153607"/>
              <a:gd name="connsiteX4" fmla="*/ 1157680 w 3072574"/>
              <a:gd name="connsiteY4" fmla="*/ 5153607 h 5153607"/>
              <a:gd name="connsiteX5" fmla="*/ 800099 w 3072574"/>
              <a:gd name="connsiteY5" fmla="*/ 4544008 h 5153607"/>
              <a:gd name="connsiteX6" fmla="*/ 238957 w 3072574"/>
              <a:gd name="connsiteY6" fmla="*/ 2828776 h 5153607"/>
              <a:gd name="connsiteX7" fmla="*/ 0 w 3072574"/>
              <a:gd name="connsiteY7" fmla="*/ 0 h 5153607"/>
              <a:gd name="connsiteX0" fmla="*/ 0 w 3072574"/>
              <a:gd name="connsiteY0" fmla="*/ 0 h 5146006"/>
              <a:gd name="connsiteX1" fmla="*/ 3072574 w 3072574"/>
              <a:gd name="connsiteY1" fmla="*/ 318 h 5146006"/>
              <a:gd name="connsiteX2" fmla="*/ 3063875 w 3072574"/>
              <a:gd name="connsiteY2" fmla="*/ 5146006 h 5146006"/>
              <a:gd name="connsiteX3" fmla="*/ 1343024 w 3072574"/>
              <a:gd name="connsiteY3" fmla="*/ 5144084 h 5146006"/>
              <a:gd name="connsiteX4" fmla="*/ 1151330 w 3072574"/>
              <a:gd name="connsiteY4" fmla="*/ 5144082 h 5146006"/>
              <a:gd name="connsiteX5" fmla="*/ 800099 w 3072574"/>
              <a:gd name="connsiteY5" fmla="*/ 4544008 h 5146006"/>
              <a:gd name="connsiteX6" fmla="*/ 238957 w 3072574"/>
              <a:gd name="connsiteY6" fmla="*/ 2828776 h 5146006"/>
              <a:gd name="connsiteX7" fmla="*/ 0 w 3072574"/>
              <a:gd name="connsiteY7" fmla="*/ 0 h 5146006"/>
              <a:gd name="connsiteX0" fmla="*/ 0 w 3072574"/>
              <a:gd name="connsiteY0" fmla="*/ 0 h 5146006"/>
              <a:gd name="connsiteX1" fmla="*/ 3072574 w 3072574"/>
              <a:gd name="connsiteY1" fmla="*/ 318 h 5146006"/>
              <a:gd name="connsiteX2" fmla="*/ 3063875 w 3072574"/>
              <a:gd name="connsiteY2" fmla="*/ 5146006 h 5146006"/>
              <a:gd name="connsiteX3" fmla="*/ 1504949 w 3072574"/>
              <a:gd name="connsiteY3" fmla="*/ 5144084 h 5146006"/>
              <a:gd name="connsiteX4" fmla="*/ 1151330 w 3072574"/>
              <a:gd name="connsiteY4" fmla="*/ 5144082 h 5146006"/>
              <a:gd name="connsiteX5" fmla="*/ 800099 w 3072574"/>
              <a:gd name="connsiteY5" fmla="*/ 4544008 h 5146006"/>
              <a:gd name="connsiteX6" fmla="*/ 238957 w 3072574"/>
              <a:gd name="connsiteY6" fmla="*/ 2828776 h 5146006"/>
              <a:gd name="connsiteX7" fmla="*/ 0 w 3072574"/>
              <a:gd name="connsiteY7" fmla="*/ 0 h 5146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72574" h="5146006">
                <a:moveTo>
                  <a:pt x="0" y="0"/>
                </a:moveTo>
                <a:cubicBezTo>
                  <a:pt x="2845" y="5059"/>
                  <a:pt x="3071594" y="-931"/>
                  <a:pt x="3072574" y="318"/>
                </a:cubicBezTo>
                <a:cubicBezTo>
                  <a:pt x="3066059" y="6546"/>
                  <a:pt x="3061377" y="5140854"/>
                  <a:pt x="3063875" y="5146006"/>
                </a:cubicBezTo>
                <a:cubicBezTo>
                  <a:pt x="3067717" y="5142875"/>
                  <a:pt x="1801481" y="5143876"/>
                  <a:pt x="1504949" y="5144084"/>
                </a:cubicBezTo>
                <a:cubicBezTo>
                  <a:pt x="1208417" y="5144292"/>
                  <a:pt x="1146568" y="5137732"/>
                  <a:pt x="1151330" y="5144082"/>
                </a:cubicBezTo>
                <a:cubicBezTo>
                  <a:pt x="1054492" y="5020257"/>
                  <a:pt x="924645" y="4792838"/>
                  <a:pt x="800099" y="4544008"/>
                </a:cubicBezTo>
                <a:cubicBezTo>
                  <a:pt x="650154" y="4165003"/>
                  <a:pt x="375482" y="3628973"/>
                  <a:pt x="238957" y="2828776"/>
                </a:cubicBezTo>
                <a:cubicBezTo>
                  <a:pt x="51579" y="1969375"/>
                  <a:pt x="2471" y="1067616"/>
                  <a:pt x="0" y="0"/>
                </a:cubicBezTo>
                <a:close/>
              </a:path>
            </a:pathLst>
          </a:custGeom>
          <a:solidFill>
            <a:srgbClr val="EEEEEE"/>
          </a:solidFill>
        </p:spPr>
        <p:txBody>
          <a:bodyPr anchor="ctr" anchorCtr="0">
            <a:normAutofit/>
          </a:bodyPr>
          <a:lstStyle>
            <a:lvl1pPr marL="0" indent="0" algn="ctr">
              <a:buNone/>
              <a:defRPr sz="1333" b="1" i="0">
                <a:latin typeface="Museo Sans 900" panose="02000000000000000000" pitchFamily="2" charset="77"/>
              </a:defRPr>
            </a:lvl1pPr>
          </a:lstStyle>
          <a:p>
            <a:r>
              <a:rPr lang="en-GB"/>
              <a:t>Click icon to add picture</a:t>
            </a:r>
            <a:endParaRPr lang="en-US"/>
          </a:p>
        </p:txBody>
      </p:sp>
      <p:sp>
        <p:nvSpPr>
          <p:cNvPr id="25" name="Text Placeholder 24">
            <a:extLst>
              <a:ext uri="{FF2B5EF4-FFF2-40B4-BE49-F238E27FC236}">
                <a16:creationId xmlns:a16="http://schemas.microsoft.com/office/drawing/2014/main" id="{E757EA63-E167-38AF-0199-96BB61E6F3F5}"/>
              </a:ext>
            </a:extLst>
          </p:cNvPr>
          <p:cNvSpPr>
            <a:spLocks noGrp="1"/>
          </p:cNvSpPr>
          <p:nvPr>
            <p:ph type="body" sz="quarter" idx="14" hasCustomPrompt="1"/>
          </p:nvPr>
        </p:nvSpPr>
        <p:spPr>
          <a:xfrm>
            <a:off x="408000" y="3744887"/>
            <a:ext cx="5280000" cy="480000"/>
          </a:xfrm>
        </p:spPr>
        <p:txBody>
          <a:bodyPr lIns="0" tIns="0" rIns="0" bIns="0">
            <a:noAutofit/>
          </a:bodyPr>
          <a:lstStyle>
            <a:lvl1pPr marL="0" indent="0">
              <a:lnSpc>
                <a:spcPts val="1867"/>
              </a:lnSpc>
              <a:buFontTx/>
              <a:buNone/>
              <a:defRPr sz="1600" b="0" i="0">
                <a:solidFill>
                  <a:srgbClr val="FF5A10"/>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Month DD, YYYY</a:t>
            </a:r>
          </a:p>
        </p:txBody>
      </p:sp>
      <p:sp>
        <p:nvSpPr>
          <p:cNvPr id="31" name="Text Placeholder 18">
            <a:extLst>
              <a:ext uri="{FF2B5EF4-FFF2-40B4-BE49-F238E27FC236}">
                <a16:creationId xmlns:a16="http://schemas.microsoft.com/office/drawing/2014/main" id="{CCADF472-99AA-8047-C6D6-3CBCB5543CA3}"/>
              </a:ext>
            </a:extLst>
          </p:cNvPr>
          <p:cNvSpPr>
            <a:spLocks noGrp="1"/>
          </p:cNvSpPr>
          <p:nvPr>
            <p:ph type="body" sz="quarter" idx="13" hasCustomPrompt="1"/>
          </p:nvPr>
        </p:nvSpPr>
        <p:spPr>
          <a:xfrm>
            <a:off x="408000" y="936000"/>
            <a:ext cx="5280000" cy="2400000"/>
          </a:xfrm>
        </p:spPr>
        <p:txBody>
          <a:bodyPr lIns="0" tIns="0" rIns="0" bIns="0">
            <a:noAutofit/>
          </a:bodyPr>
          <a:lstStyle>
            <a:lvl1pPr marL="0" indent="0">
              <a:lnSpc>
                <a:spcPct val="100000"/>
              </a:lnSpc>
              <a:buFontTx/>
              <a:buNone/>
              <a:defRPr sz="5333"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Your Presentation Title Here</a:t>
            </a:r>
          </a:p>
        </p:txBody>
      </p:sp>
      <p:grpSp>
        <p:nvGrpSpPr>
          <p:cNvPr id="17" name="Group 16">
            <a:extLst>
              <a:ext uri="{FF2B5EF4-FFF2-40B4-BE49-F238E27FC236}">
                <a16:creationId xmlns:a16="http://schemas.microsoft.com/office/drawing/2014/main" id="{144180CC-CA98-2137-D626-EC1F69113657}"/>
              </a:ext>
            </a:extLst>
          </p:cNvPr>
          <p:cNvGrpSpPr/>
          <p:nvPr userDrawn="1"/>
        </p:nvGrpSpPr>
        <p:grpSpPr>
          <a:xfrm>
            <a:off x="5809242" y="404285"/>
            <a:ext cx="4606543" cy="6458452"/>
            <a:chOff x="4356931" y="299661"/>
            <a:chExt cx="3454907" cy="4843839"/>
          </a:xfrm>
        </p:grpSpPr>
        <p:pic>
          <p:nvPicPr>
            <p:cNvPr id="9" name="Graphic 8">
              <a:extLst>
                <a:ext uri="{FF2B5EF4-FFF2-40B4-BE49-F238E27FC236}">
                  <a16:creationId xmlns:a16="http://schemas.microsoft.com/office/drawing/2014/main" id="{44476E1E-B8B5-52E7-20A8-A8FD3D2AF72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356931" y="301583"/>
              <a:ext cx="3454907" cy="4841917"/>
            </a:xfrm>
            <a:prstGeom prst="rect">
              <a:avLst/>
            </a:prstGeom>
          </p:spPr>
        </p:pic>
        <p:pic>
          <p:nvPicPr>
            <p:cNvPr id="11" name="Graphic 10">
              <a:extLst>
                <a:ext uri="{FF2B5EF4-FFF2-40B4-BE49-F238E27FC236}">
                  <a16:creationId xmlns:a16="http://schemas.microsoft.com/office/drawing/2014/main" id="{54A72C20-2221-6F29-CBBE-7311ACAFC0C9}"/>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008215" y="299661"/>
              <a:ext cx="158939" cy="158939"/>
            </a:xfrm>
            <a:prstGeom prst="rect">
              <a:avLst/>
            </a:prstGeom>
          </p:spPr>
        </p:pic>
      </p:grpSp>
      <p:sp>
        <p:nvSpPr>
          <p:cNvPr id="4" name="TextBox 3">
            <a:extLst>
              <a:ext uri="{FF2B5EF4-FFF2-40B4-BE49-F238E27FC236}">
                <a16:creationId xmlns:a16="http://schemas.microsoft.com/office/drawing/2014/main" id="{F1780611-7410-5728-AF02-430CC06FE404}"/>
              </a:ext>
            </a:extLst>
          </p:cNvPr>
          <p:cNvSpPr txBox="1"/>
          <p:nvPr userDrawn="1"/>
        </p:nvSpPr>
        <p:spPr>
          <a:xfrm>
            <a:off x="12837459" y="-779"/>
            <a:ext cx="2510117" cy="2391296"/>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To use the place holder frames provided in the template, click the picture icon and select the image you want to use. </a:t>
            </a:r>
            <a:br>
              <a:rPr lang="en-GB" sz="1067" b="0" i="0">
                <a:solidFill>
                  <a:srgbClr val="333333"/>
                </a:solidFill>
                <a:latin typeface="Museo Sans 500" panose="02000000000000000000" pitchFamily="2" charset="77"/>
              </a:rPr>
            </a:b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Please do </a:t>
            </a:r>
            <a:r>
              <a:rPr lang="en-GB" sz="1067" b="0" i="0" u="sng">
                <a:solidFill>
                  <a:srgbClr val="333333"/>
                </a:solidFill>
                <a:latin typeface="Museo Sans 500" panose="02000000000000000000" pitchFamily="2" charset="77"/>
              </a:rPr>
              <a:t>not</a:t>
            </a:r>
            <a:r>
              <a:rPr lang="en-GB" sz="1067" b="0" i="0">
                <a:solidFill>
                  <a:srgbClr val="333333"/>
                </a:solidFill>
                <a:latin typeface="Museo Sans 500" panose="02000000000000000000" pitchFamily="2" charset="77"/>
              </a:rPr>
              <a:t> alter the placeholder size, as this is designed to match the Blaze Graphic. Not even if your </a:t>
            </a:r>
            <a:r>
              <a:rPr lang="en-GB" sz="1067" b="0" i="0" err="1">
                <a:solidFill>
                  <a:srgbClr val="333333"/>
                </a:solidFill>
                <a:latin typeface="Museo Sans 500" panose="02000000000000000000" pitchFamily="2" charset="77"/>
              </a:rPr>
              <a:t>favorite</a:t>
            </a:r>
            <a:r>
              <a:rPr lang="en-GB" sz="1067" b="0" i="0">
                <a:solidFill>
                  <a:srgbClr val="333333"/>
                </a:solidFill>
                <a:latin typeface="Museo Sans 500" panose="02000000000000000000" pitchFamily="2" charset="77"/>
              </a:rPr>
              <a:t> image doesn’t fit.</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Also be aware: the AA Rocket must be repositioned on top of the image as </a:t>
            </a:r>
            <a:r>
              <a:rPr lang="en-GB" sz="1067" b="0" i="0" err="1">
                <a:solidFill>
                  <a:srgbClr val="333333"/>
                </a:solidFill>
                <a:latin typeface="Museo Sans 500" panose="02000000000000000000" pitchFamily="2" charset="77"/>
              </a:rPr>
              <a:t>Powerpoint</a:t>
            </a:r>
            <a:r>
              <a:rPr lang="en-GB" sz="1067" b="0" i="0">
                <a:solidFill>
                  <a:srgbClr val="333333"/>
                </a:solidFill>
                <a:latin typeface="Museo Sans 500" panose="02000000000000000000" pitchFamily="2" charset="77"/>
              </a:rPr>
              <a:t> will place the placeholder image at the front.</a:t>
            </a:r>
          </a:p>
        </p:txBody>
      </p:sp>
      <p:grpSp>
        <p:nvGrpSpPr>
          <p:cNvPr id="83" name="Group 82">
            <a:extLst>
              <a:ext uri="{FF2B5EF4-FFF2-40B4-BE49-F238E27FC236}">
                <a16:creationId xmlns:a16="http://schemas.microsoft.com/office/drawing/2014/main" id="{67C54111-69CD-E12B-0AA4-F98773383F4C}"/>
              </a:ext>
            </a:extLst>
          </p:cNvPr>
          <p:cNvGrpSpPr/>
          <p:nvPr userDrawn="1"/>
        </p:nvGrpSpPr>
        <p:grpSpPr>
          <a:xfrm>
            <a:off x="402167" y="5612723"/>
            <a:ext cx="2291257" cy="840995"/>
            <a:chOff x="397414" y="755885"/>
            <a:chExt cx="2901256" cy="1064892"/>
          </a:xfrm>
        </p:grpSpPr>
        <p:grpSp>
          <p:nvGrpSpPr>
            <p:cNvPr id="84" name="Graphic 4">
              <a:extLst>
                <a:ext uri="{FF2B5EF4-FFF2-40B4-BE49-F238E27FC236}">
                  <a16:creationId xmlns:a16="http://schemas.microsoft.com/office/drawing/2014/main" id="{E5218F35-9BC6-666A-CD41-E3EFE2524537}"/>
                </a:ext>
              </a:extLst>
            </p:cNvPr>
            <p:cNvGrpSpPr/>
            <p:nvPr/>
          </p:nvGrpSpPr>
          <p:grpSpPr>
            <a:xfrm>
              <a:off x="397414" y="755885"/>
              <a:ext cx="1031033" cy="1064892"/>
              <a:chOff x="397414" y="755885"/>
              <a:chExt cx="1031033" cy="1064892"/>
            </a:xfrm>
          </p:grpSpPr>
          <p:sp>
            <p:nvSpPr>
              <p:cNvPr id="104" name="Freeform 103">
                <a:extLst>
                  <a:ext uri="{FF2B5EF4-FFF2-40B4-BE49-F238E27FC236}">
                    <a16:creationId xmlns:a16="http://schemas.microsoft.com/office/drawing/2014/main" id="{479B9E2F-D3FC-72DC-7826-277257D620DA}"/>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105" name="Freeform 104">
                <a:extLst>
                  <a:ext uri="{FF2B5EF4-FFF2-40B4-BE49-F238E27FC236}">
                    <a16:creationId xmlns:a16="http://schemas.microsoft.com/office/drawing/2014/main" id="{731F71AD-16A1-A8A4-06E2-01FB6961D38E}"/>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106" name="Freeform 105">
                <a:extLst>
                  <a:ext uri="{FF2B5EF4-FFF2-40B4-BE49-F238E27FC236}">
                    <a16:creationId xmlns:a16="http://schemas.microsoft.com/office/drawing/2014/main" id="{94CD51E9-7DD8-8317-C128-DBBAFE02010C}"/>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85" name="Graphic 4">
              <a:extLst>
                <a:ext uri="{FF2B5EF4-FFF2-40B4-BE49-F238E27FC236}">
                  <a16:creationId xmlns:a16="http://schemas.microsoft.com/office/drawing/2014/main" id="{44FC9680-D8CE-3370-B5F5-76BC10775E49}"/>
                </a:ext>
              </a:extLst>
            </p:cNvPr>
            <p:cNvGrpSpPr/>
            <p:nvPr/>
          </p:nvGrpSpPr>
          <p:grpSpPr>
            <a:xfrm>
              <a:off x="1208140" y="933050"/>
              <a:ext cx="2090530" cy="573060"/>
              <a:chOff x="1208140" y="933050"/>
              <a:chExt cx="2090530" cy="573060"/>
            </a:xfrm>
            <a:solidFill>
              <a:srgbClr val="333333"/>
            </a:solidFill>
          </p:grpSpPr>
          <p:sp>
            <p:nvSpPr>
              <p:cNvPr id="86" name="Freeform 85">
                <a:extLst>
                  <a:ext uri="{FF2B5EF4-FFF2-40B4-BE49-F238E27FC236}">
                    <a16:creationId xmlns:a16="http://schemas.microsoft.com/office/drawing/2014/main" id="{2C953828-38C2-0769-3EDE-3B97FE786522}"/>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87" name="Freeform 86">
                <a:extLst>
                  <a:ext uri="{FF2B5EF4-FFF2-40B4-BE49-F238E27FC236}">
                    <a16:creationId xmlns:a16="http://schemas.microsoft.com/office/drawing/2014/main" id="{AA135E08-1220-C633-1FAA-5EC726728A1A}"/>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88" name="Freeform 87">
                <a:extLst>
                  <a:ext uri="{FF2B5EF4-FFF2-40B4-BE49-F238E27FC236}">
                    <a16:creationId xmlns:a16="http://schemas.microsoft.com/office/drawing/2014/main" id="{1B58A869-6CD1-4F12-A62E-644A68A45DC7}"/>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89" name="Freeform 88">
                <a:extLst>
                  <a:ext uri="{FF2B5EF4-FFF2-40B4-BE49-F238E27FC236}">
                    <a16:creationId xmlns:a16="http://schemas.microsoft.com/office/drawing/2014/main" id="{EAD5D92A-1039-B0A9-E340-58768219BEED}"/>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90" name="Freeform 89">
                <a:extLst>
                  <a:ext uri="{FF2B5EF4-FFF2-40B4-BE49-F238E27FC236}">
                    <a16:creationId xmlns:a16="http://schemas.microsoft.com/office/drawing/2014/main" id="{35A46813-C365-582B-58DB-D90885CA74D6}"/>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91" name="Freeform 90">
                <a:extLst>
                  <a:ext uri="{FF2B5EF4-FFF2-40B4-BE49-F238E27FC236}">
                    <a16:creationId xmlns:a16="http://schemas.microsoft.com/office/drawing/2014/main" id="{172D18FB-862B-5BDE-4CC8-2AFFB4E4AF2E}"/>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92" name="Freeform 91">
                <a:extLst>
                  <a:ext uri="{FF2B5EF4-FFF2-40B4-BE49-F238E27FC236}">
                    <a16:creationId xmlns:a16="http://schemas.microsoft.com/office/drawing/2014/main" id="{84ECCCC5-5AB8-5FA6-EFB7-7FF5029D1430}"/>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93" name="Freeform 92">
                <a:extLst>
                  <a:ext uri="{FF2B5EF4-FFF2-40B4-BE49-F238E27FC236}">
                    <a16:creationId xmlns:a16="http://schemas.microsoft.com/office/drawing/2014/main" id="{16C41000-698E-A407-2977-F8F9CFFD27AF}"/>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94" name="Freeform 93">
                <a:extLst>
                  <a:ext uri="{FF2B5EF4-FFF2-40B4-BE49-F238E27FC236}">
                    <a16:creationId xmlns:a16="http://schemas.microsoft.com/office/drawing/2014/main" id="{B9A08E32-A7EF-2203-E8C6-C418A22A52D1}"/>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95" name="Freeform 94">
                <a:extLst>
                  <a:ext uri="{FF2B5EF4-FFF2-40B4-BE49-F238E27FC236}">
                    <a16:creationId xmlns:a16="http://schemas.microsoft.com/office/drawing/2014/main" id="{8AEB4E03-8DEF-4C7D-5B37-5DD7387CE00F}"/>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96" name="Freeform 95">
                <a:extLst>
                  <a:ext uri="{FF2B5EF4-FFF2-40B4-BE49-F238E27FC236}">
                    <a16:creationId xmlns:a16="http://schemas.microsoft.com/office/drawing/2014/main" id="{64B96A0E-F302-2C18-09B5-ECC741BE653A}"/>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97" name="Freeform 96">
                <a:extLst>
                  <a:ext uri="{FF2B5EF4-FFF2-40B4-BE49-F238E27FC236}">
                    <a16:creationId xmlns:a16="http://schemas.microsoft.com/office/drawing/2014/main" id="{5A182863-5A0D-9E9D-1C56-7B2523F9C36B}"/>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98" name="Freeform 97">
                <a:extLst>
                  <a:ext uri="{FF2B5EF4-FFF2-40B4-BE49-F238E27FC236}">
                    <a16:creationId xmlns:a16="http://schemas.microsoft.com/office/drawing/2014/main" id="{F93320A0-0115-85CC-A1C5-90ABB6338A23}"/>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99" name="Freeform 98">
                <a:extLst>
                  <a:ext uri="{FF2B5EF4-FFF2-40B4-BE49-F238E27FC236}">
                    <a16:creationId xmlns:a16="http://schemas.microsoft.com/office/drawing/2014/main" id="{64C088DE-6252-0C2F-6AC7-C744943C4840}"/>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00" name="Freeform 99">
                <a:extLst>
                  <a:ext uri="{FF2B5EF4-FFF2-40B4-BE49-F238E27FC236}">
                    <a16:creationId xmlns:a16="http://schemas.microsoft.com/office/drawing/2014/main" id="{148048B7-2A72-ED12-6831-D5921B50AD00}"/>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01" name="Freeform 100">
                <a:extLst>
                  <a:ext uri="{FF2B5EF4-FFF2-40B4-BE49-F238E27FC236}">
                    <a16:creationId xmlns:a16="http://schemas.microsoft.com/office/drawing/2014/main" id="{CE4B739F-BFA9-D08B-499F-181FD2AE13B5}"/>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02" name="Freeform 101">
                <a:extLst>
                  <a:ext uri="{FF2B5EF4-FFF2-40B4-BE49-F238E27FC236}">
                    <a16:creationId xmlns:a16="http://schemas.microsoft.com/office/drawing/2014/main" id="{6E2E518B-356E-4ED3-1853-1E7F1ACD7B16}"/>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03" name="Freeform 102">
                <a:extLst>
                  <a:ext uri="{FF2B5EF4-FFF2-40B4-BE49-F238E27FC236}">
                    <a16:creationId xmlns:a16="http://schemas.microsoft.com/office/drawing/2014/main" id="{39FB41A5-D409-2510-7817-8740A5DA9468}"/>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Tree>
    <p:custDataLst>
      <p:tags r:id="rId1"/>
    </p:custDataLst>
    <p:extLst>
      <p:ext uri="{BB962C8B-B14F-4D97-AF65-F5344CB8AC3E}">
        <p14:creationId xmlns:p14="http://schemas.microsoft.com/office/powerpoint/2010/main" val="768853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bjectives Slide">
    <p:bg>
      <p:bgPr>
        <a:solidFill>
          <a:srgbClr val="333333"/>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8BDC315-9B1E-633F-6F26-C13C4BEE76F7}"/>
              </a:ext>
            </a:extLst>
          </p:cNvPr>
          <p:cNvSpPr txBox="1"/>
          <p:nvPr userDrawn="1"/>
        </p:nvSpPr>
        <p:spPr>
          <a:xfrm>
            <a:off x="12837459" y="-778"/>
            <a:ext cx="2510117" cy="584968"/>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You have space for 10 section titles. If you need more, you might have too many sections!</a:t>
            </a:r>
          </a:p>
        </p:txBody>
      </p:sp>
      <p:sp>
        <p:nvSpPr>
          <p:cNvPr id="3" name="Text Placeholder 2">
            <a:extLst>
              <a:ext uri="{FF2B5EF4-FFF2-40B4-BE49-F238E27FC236}">
                <a16:creationId xmlns:a16="http://schemas.microsoft.com/office/drawing/2014/main" id="{D69A3DD2-BC30-631C-9C25-A0EDD24E477D}"/>
              </a:ext>
            </a:extLst>
          </p:cNvPr>
          <p:cNvSpPr>
            <a:spLocks noGrp="1"/>
          </p:cNvSpPr>
          <p:nvPr>
            <p:ph type="body" sz="quarter" idx="16" hasCustomPrompt="1"/>
          </p:nvPr>
        </p:nvSpPr>
        <p:spPr>
          <a:xfrm>
            <a:off x="407988" y="2404532"/>
            <a:ext cx="11399837" cy="4097867"/>
          </a:xfrm>
        </p:spPr>
        <p:txBody>
          <a:bodyPr/>
          <a:lstStyle>
            <a:lvl1pPr marL="352425" indent="-354013">
              <a:lnSpc>
                <a:spcPct val="100000"/>
              </a:lnSpc>
              <a:spcBef>
                <a:spcPts val="0"/>
              </a:spcBef>
              <a:spcAft>
                <a:spcPts val="2400"/>
              </a:spcAft>
              <a:buClr>
                <a:schemeClr val="accent2"/>
              </a:buClr>
              <a:buFont typeface="+mj-lt"/>
              <a:buAutoNum type="arabicPeriod"/>
              <a:tabLst/>
              <a:defRPr b="1" i="0">
                <a:solidFill>
                  <a:schemeClr val="bg1"/>
                </a:solidFill>
                <a:latin typeface="Museo Sans 900" panose="02000000000000000000" pitchFamily="2" charset="77"/>
              </a:defRPr>
            </a:lvl1pPr>
            <a:lvl2pPr>
              <a:buFont typeface="+mj-lt"/>
              <a:buAutoNum type="arabicPeriod"/>
              <a:defRPr>
                <a:solidFill>
                  <a:schemeClr val="bg1"/>
                </a:solidFill>
              </a:defRPr>
            </a:lvl2pPr>
            <a:lvl3pPr>
              <a:buFont typeface="+mj-lt"/>
              <a:buAutoNum type="arabicPeriod"/>
              <a:defRPr>
                <a:solidFill>
                  <a:schemeClr val="bg1"/>
                </a:solidFill>
              </a:defRPr>
            </a:lvl3pPr>
            <a:lvl4pPr>
              <a:buFont typeface="+mj-lt"/>
              <a:buAutoNum type="arabicPeriod"/>
              <a:defRPr>
                <a:solidFill>
                  <a:schemeClr val="bg1"/>
                </a:solidFill>
              </a:defRPr>
            </a:lvl4pPr>
            <a:lvl5pPr>
              <a:buFont typeface="+mj-lt"/>
              <a:buAutoNum type="arabicPeriod"/>
              <a:defRPr>
                <a:solidFill>
                  <a:schemeClr val="bg1"/>
                </a:solidFill>
              </a:defRPr>
            </a:lvl5pPr>
          </a:lstStyle>
          <a:p>
            <a:r>
              <a:rPr lang="en-US"/>
              <a:t>  Objective 1</a:t>
            </a:r>
          </a:p>
          <a:p>
            <a:r>
              <a:rPr lang="en-US"/>
              <a:t>  Objective 2</a:t>
            </a:r>
          </a:p>
          <a:p>
            <a:r>
              <a:rPr lang="en-US"/>
              <a:t>  Objective 3</a:t>
            </a:r>
          </a:p>
          <a:p>
            <a:r>
              <a:rPr lang="en-US"/>
              <a:t>  Objective 4</a:t>
            </a:r>
          </a:p>
        </p:txBody>
      </p:sp>
      <p:sp>
        <p:nvSpPr>
          <p:cNvPr id="5" name="TextBox 4">
            <a:extLst>
              <a:ext uri="{FF2B5EF4-FFF2-40B4-BE49-F238E27FC236}">
                <a16:creationId xmlns:a16="http://schemas.microsoft.com/office/drawing/2014/main" id="{384F2D28-29CF-EDEF-F337-0AA6BCA7557D}"/>
              </a:ext>
            </a:extLst>
          </p:cNvPr>
          <p:cNvSpPr txBox="1"/>
          <p:nvPr userDrawn="1"/>
        </p:nvSpPr>
        <p:spPr>
          <a:xfrm>
            <a:off x="407988" y="936001"/>
            <a:ext cx="11399837" cy="923330"/>
          </a:xfrm>
          <a:prstGeom prst="rect">
            <a:avLst/>
          </a:prstGeom>
          <a:noFill/>
        </p:spPr>
        <p:txBody>
          <a:bodyPr wrap="square" rtlCol="0">
            <a:spAutoFit/>
          </a:bodyPr>
          <a:lstStyle/>
          <a:p>
            <a:r>
              <a:rPr lang="en-US" sz="5400" b="1" i="0">
                <a:solidFill>
                  <a:schemeClr val="accent2"/>
                </a:solidFill>
                <a:latin typeface="Museo Sans 900" panose="02000000000000000000" pitchFamily="2" charset="77"/>
              </a:rPr>
              <a:t>What You’ll Learn</a:t>
            </a:r>
          </a:p>
        </p:txBody>
      </p:sp>
    </p:spTree>
    <p:extLst>
      <p:ext uri="{BB962C8B-B14F-4D97-AF65-F5344CB8AC3E}">
        <p14:creationId xmlns:p14="http://schemas.microsoft.com/office/powerpoint/2010/main" val="1575604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mmary Slide">
    <p:bg>
      <p:bgPr>
        <a:solidFill>
          <a:srgbClr val="333333"/>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8BDC315-9B1E-633F-6F26-C13C4BEE76F7}"/>
              </a:ext>
            </a:extLst>
          </p:cNvPr>
          <p:cNvSpPr txBox="1"/>
          <p:nvPr userDrawn="1"/>
        </p:nvSpPr>
        <p:spPr>
          <a:xfrm>
            <a:off x="12837459" y="-778"/>
            <a:ext cx="2510117" cy="584968"/>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You have space for 10 section titles. If you need more, you might have too many sections!</a:t>
            </a:r>
          </a:p>
        </p:txBody>
      </p:sp>
      <p:sp>
        <p:nvSpPr>
          <p:cNvPr id="5" name="TextBox 4">
            <a:extLst>
              <a:ext uri="{FF2B5EF4-FFF2-40B4-BE49-F238E27FC236}">
                <a16:creationId xmlns:a16="http://schemas.microsoft.com/office/drawing/2014/main" id="{384F2D28-29CF-EDEF-F337-0AA6BCA7557D}"/>
              </a:ext>
            </a:extLst>
          </p:cNvPr>
          <p:cNvSpPr txBox="1"/>
          <p:nvPr userDrawn="1"/>
        </p:nvSpPr>
        <p:spPr>
          <a:xfrm>
            <a:off x="407988" y="936001"/>
            <a:ext cx="11399837" cy="923330"/>
          </a:xfrm>
          <a:prstGeom prst="rect">
            <a:avLst/>
          </a:prstGeom>
          <a:noFill/>
        </p:spPr>
        <p:txBody>
          <a:bodyPr wrap="square" rtlCol="0">
            <a:spAutoFit/>
          </a:bodyPr>
          <a:lstStyle/>
          <a:p>
            <a:r>
              <a:rPr lang="en-US" sz="5400" b="1" i="0">
                <a:solidFill>
                  <a:schemeClr val="accent2"/>
                </a:solidFill>
                <a:latin typeface="Museo Sans 900" panose="02000000000000000000" pitchFamily="2" charset="77"/>
              </a:rPr>
              <a:t>What You Learned</a:t>
            </a:r>
          </a:p>
        </p:txBody>
      </p:sp>
      <p:sp>
        <p:nvSpPr>
          <p:cNvPr id="7" name="Text Placeholder 2">
            <a:extLst>
              <a:ext uri="{FF2B5EF4-FFF2-40B4-BE49-F238E27FC236}">
                <a16:creationId xmlns:a16="http://schemas.microsoft.com/office/drawing/2014/main" id="{AF7667AD-50E1-89B2-5446-649BB432CE01}"/>
              </a:ext>
            </a:extLst>
          </p:cNvPr>
          <p:cNvSpPr>
            <a:spLocks noGrp="1"/>
          </p:cNvSpPr>
          <p:nvPr>
            <p:ph type="body" sz="quarter" idx="16" hasCustomPrompt="1"/>
          </p:nvPr>
        </p:nvSpPr>
        <p:spPr>
          <a:xfrm>
            <a:off x="407988" y="2404532"/>
            <a:ext cx="11399837" cy="4097867"/>
          </a:xfrm>
        </p:spPr>
        <p:txBody>
          <a:bodyPr/>
          <a:lstStyle>
            <a:lvl1pPr marL="352425" indent="-354013">
              <a:lnSpc>
                <a:spcPct val="100000"/>
              </a:lnSpc>
              <a:spcBef>
                <a:spcPts val="0"/>
              </a:spcBef>
              <a:spcAft>
                <a:spcPts val="2400"/>
              </a:spcAft>
              <a:buClr>
                <a:schemeClr val="accent2"/>
              </a:buClr>
              <a:buFont typeface="+mj-lt"/>
              <a:buAutoNum type="arabicPeriod"/>
              <a:tabLst/>
              <a:defRPr b="1" i="0">
                <a:solidFill>
                  <a:schemeClr val="bg1"/>
                </a:solidFill>
                <a:latin typeface="Museo Sans 900" panose="02000000000000000000" pitchFamily="2" charset="77"/>
              </a:defRPr>
            </a:lvl1pPr>
            <a:lvl2pPr>
              <a:buFont typeface="+mj-lt"/>
              <a:buAutoNum type="arabicPeriod"/>
              <a:defRPr>
                <a:solidFill>
                  <a:schemeClr val="bg1"/>
                </a:solidFill>
              </a:defRPr>
            </a:lvl2pPr>
            <a:lvl3pPr>
              <a:buFont typeface="+mj-lt"/>
              <a:buAutoNum type="arabicPeriod"/>
              <a:defRPr>
                <a:solidFill>
                  <a:schemeClr val="bg1"/>
                </a:solidFill>
              </a:defRPr>
            </a:lvl3pPr>
            <a:lvl4pPr>
              <a:buFont typeface="+mj-lt"/>
              <a:buAutoNum type="arabicPeriod"/>
              <a:defRPr>
                <a:solidFill>
                  <a:schemeClr val="bg1"/>
                </a:solidFill>
              </a:defRPr>
            </a:lvl4pPr>
            <a:lvl5pPr>
              <a:buFont typeface="+mj-lt"/>
              <a:buAutoNum type="arabicPeriod"/>
              <a:defRPr>
                <a:solidFill>
                  <a:schemeClr val="bg1"/>
                </a:solidFill>
              </a:defRPr>
            </a:lvl5pPr>
          </a:lstStyle>
          <a:p>
            <a:r>
              <a:rPr lang="en-US"/>
              <a:t>  Objective 1</a:t>
            </a:r>
          </a:p>
          <a:p>
            <a:r>
              <a:rPr lang="en-US"/>
              <a:t>  Objective 2</a:t>
            </a:r>
          </a:p>
          <a:p>
            <a:r>
              <a:rPr lang="en-US"/>
              <a:t>  Objective 3</a:t>
            </a:r>
          </a:p>
          <a:p>
            <a:r>
              <a:rPr lang="en-US"/>
              <a:t>  Objective 4</a:t>
            </a:r>
          </a:p>
        </p:txBody>
      </p:sp>
    </p:spTree>
    <p:extLst>
      <p:ext uri="{BB962C8B-B14F-4D97-AF65-F5344CB8AC3E}">
        <p14:creationId xmlns:p14="http://schemas.microsoft.com/office/powerpoint/2010/main" val="1702615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Black Background">
    <p:bg>
      <p:bgPr>
        <a:solidFill>
          <a:srgbClr val="333333"/>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8BDC315-9B1E-633F-6F26-C13C4BEE76F7}"/>
              </a:ext>
            </a:extLst>
          </p:cNvPr>
          <p:cNvSpPr txBox="1"/>
          <p:nvPr userDrawn="1"/>
        </p:nvSpPr>
        <p:spPr>
          <a:xfrm>
            <a:off x="12837459" y="-778"/>
            <a:ext cx="2510117" cy="584968"/>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You have space for 10 section titles. If you need more, you might have too many sections!</a:t>
            </a:r>
          </a:p>
        </p:txBody>
      </p:sp>
    </p:spTree>
    <p:extLst>
      <p:ext uri="{BB962C8B-B14F-4D97-AF65-F5344CB8AC3E}">
        <p14:creationId xmlns:p14="http://schemas.microsoft.com/office/powerpoint/2010/main" val="1603286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A">
    <p:spTree>
      <p:nvGrpSpPr>
        <p:cNvPr id="1" name=""/>
        <p:cNvGrpSpPr/>
        <p:nvPr/>
      </p:nvGrpSpPr>
      <p:grpSpPr>
        <a:xfrm>
          <a:off x="0" y="0"/>
          <a:ext cx="0" cy="0"/>
          <a:chOff x="0" y="0"/>
          <a:chExt cx="0" cy="0"/>
        </a:xfrm>
      </p:grpSpPr>
      <p:sp>
        <p:nvSpPr>
          <p:cNvPr id="12" name="Text Placeholder 18">
            <a:extLst>
              <a:ext uri="{FF2B5EF4-FFF2-40B4-BE49-F238E27FC236}">
                <a16:creationId xmlns:a16="http://schemas.microsoft.com/office/drawing/2014/main" id="{B516328C-78EB-D01C-DC06-020A3FF0173C}"/>
              </a:ext>
            </a:extLst>
          </p:cNvPr>
          <p:cNvSpPr>
            <a:spLocks noGrp="1"/>
          </p:cNvSpPr>
          <p:nvPr>
            <p:ph type="body" sz="quarter" idx="13" hasCustomPrompt="1"/>
          </p:nvPr>
        </p:nvSpPr>
        <p:spPr>
          <a:xfrm>
            <a:off x="408000" y="936001"/>
            <a:ext cx="8490467" cy="962247"/>
          </a:xfrm>
        </p:spPr>
        <p:txBody>
          <a:bodyPr lIns="0" tIns="0" rIns="0" bIns="0">
            <a:noAutofit/>
          </a:bodyPr>
          <a:lstStyle>
            <a:lvl1pPr marL="0" indent="0">
              <a:lnSpc>
                <a:spcPct val="100000"/>
              </a:lnSpc>
              <a:buFontTx/>
              <a:buNone/>
              <a:defRPr sz="5333"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Divider Title</a:t>
            </a:r>
          </a:p>
        </p:txBody>
      </p:sp>
      <p:pic>
        <p:nvPicPr>
          <p:cNvPr id="16" name="Graphic 15">
            <a:extLst>
              <a:ext uri="{FF2B5EF4-FFF2-40B4-BE49-F238E27FC236}">
                <a16:creationId xmlns:a16="http://schemas.microsoft.com/office/drawing/2014/main" id="{EE7C9D09-0DE9-1BC8-E31F-A8381E7B5AF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334343" y="768015"/>
            <a:ext cx="533400" cy="533400"/>
          </a:xfrm>
          <a:prstGeom prst="rect">
            <a:avLst/>
          </a:prstGeom>
        </p:spPr>
      </p:pic>
      <p:sp>
        <p:nvSpPr>
          <p:cNvPr id="4" name="TextBox 3">
            <a:extLst>
              <a:ext uri="{FF2B5EF4-FFF2-40B4-BE49-F238E27FC236}">
                <a16:creationId xmlns:a16="http://schemas.microsoft.com/office/drawing/2014/main" id="{949CD247-8E34-8BEB-4DBA-8F0B97E988FA}"/>
              </a:ext>
            </a:extLst>
          </p:cNvPr>
          <p:cNvSpPr txBox="1"/>
          <p:nvPr userDrawn="1"/>
        </p:nvSpPr>
        <p:spPr>
          <a:xfrm>
            <a:off x="12837459" y="-778"/>
            <a:ext cx="2510117" cy="584968"/>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Only update the main divider</a:t>
            </a: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text. Do not remove or alter the Blaze graphic.</a:t>
            </a:r>
          </a:p>
        </p:txBody>
      </p:sp>
      <p:grpSp>
        <p:nvGrpSpPr>
          <p:cNvPr id="60" name="Group 59">
            <a:extLst>
              <a:ext uri="{FF2B5EF4-FFF2-40B4-BE49-F238E27FC236}">
                <a16:creationId xmlns:a16="http://schemas.microsoft.com/office/drawing/2014/main" id="{EC513B28-2A86-7D72-D25E-B74558A16902}"/>
              </a:ext>
            </a:extLst>
          </p:cNvPr>
          <p:cNvGrpSpPr/>
          <p:nvPr userDrawn="1"/>
        </p:nvGrpSpPr>
        <p:grpSpPr>
          <a:xfrm>
            <a:off x="10609008" y="6203793"/>
            <a:ext cx="1111864" cy="408104"/>
            <a:chOff x="397414" y="755885"/>
            <a:chExt cx="2901256" cy="1064892"/>
          </a:xfrm>
        </p:grpSpPr>
        <p:grpSp>
          <p:nvGrpSpPr>
            <p:cNvPr id="61" name="Graphic 4">
              <a:extLst>
                <a:ext uri="{FF2B5EF4-FFF2-40B4-BE49-F238E27FC236}">
                  <a16:creationId xmlns:a16="http://schemas.microsoft.com/office/drawing/2014/main" id="{B784D008-3F2A-086B-BCE2-0A0BF267CD01}"/>
                </a:ext>
              </a:extLst>
            </p:cNvPr>
            <p:cNvGrpSpPr/>
            <p:nvPr/>
          </p:nvGrpSpPr>
          <p:grpSpPr>
            <a:xfrm>
              <a:off x="397414" y="755885"/>
              <a:ext cx="1031033" cy="1064892"/>
              <a:chOff x="397414" y="755885"/>
              <a:chExt cx="1031033" cy="1064892"/>
            </a:xfrm>
          </p:grpSpPr>
          <p:sp>
            <p:nvSpPr>
              <p:cNvPr id="81" name="Freeform 80">
                <a:extLst>
                  <a:ext uri="{FF2B5EF4-FFF2-40B4-BE49-F238E27FC236}">
                    <a16:creationId xmlns:a16="http://schemas.microsoft.com/office/drawing/2014/main" id="{47A2B076-D126-A9E3-D8A4-5DFDF77E1CEC}"/>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82" name="Freeform 81">
                <a:extLst>
                  <a:ext uri="{FF2B5EF4-FFF2-40B4-BE49-F238E27FC236}">
                    <a16:creationId xmlns:a16="http://schemas.microsoft.com/office/drawing/2014/main" id="{5B9C6B41-E8D8-8832-1AF1-C7E3268D0B1C}"/>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83" name="Freeform 82">
                <a:extLst>
                  <a:ext uri="{FF2B5EF4-FFF2-40B4-BE49-F238E27FC236}">
                    <a16:creationId xmlns:a16="http://schemas.microsoft.com/office/drawing/2014/main" id="{D68A8574-A37F-295B-ACA9-63E5C72DA5AD}"/>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62" name="Graphic 4">
              <a:extLst>
                <a:ext uri="{FF2B5EF4-FFF2-40B4-BE49-F238E27FC236}">
                  <a16:creationId xmlns:a16="http://schemas.microsoft.com/office/drawing/2014/main" id="{5744163A-A97F-48FD-443C-32A6254116C0}"/>
                </a:ext>
              </a:extLst>
            </p:cNvPr>
            <p:cNvGrpSpPr/>
            <p:nvPr/>
          </p:nvGrpSpPr>
          <p:grpSpPr>
            <a:xfrm>
              <a:off x="1208140" y="933050"/>
              <a:ext cx="2090530" cy="573060"/>
              <a:chOff x="1208140" y="933050"/>
              <a:chExt cx="2090530" cy="573060"/>
            </a:xfrm>
            <a:solidFill>
              <a:srgbClr val="333333"/>
            </a:solidFill>
          </p:grpSpPr>
          <p:sp>
            <p:nvSpPr>
              <p:cNvPr id="63" name="Freeform 62">
                <a:extLst>
                  <a:ext uri="{FF2B5EF4-FFF2-40B4-BE49-F238E27FC236}">
                    <a16:creationId xmlns:a16="http://schemas.microsoft.com/office/drawing/2014/main" id="{0437B835-78EE-1FE1-2CB3-10327FEB8E27}"/>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4" name="Freeform 63">
                <a:extLst>
                  <a:ext uri="{FF2B5EF4-FFF2-40B4-BE49-F238E27FC236}">
                    <a16:creationId xmlns:a16="http://schemas.microsoft.com/office/drawing/2014/main" id="{E490DC5B-7801-119C-AA95-3907A4897DF0}"/>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5" name="Freeform 64">
                <a:extLst>
                  <a:ext uri="{FF2B5EF4-FFF2-40B4-BE49-F238E27FC236}">
                    <a16:creationId xmlns:a16="http://schemas.microsoft.com/office/drawing/2014/main" id="{767066FF-3A84-28FA-6733-31FD0B4DDE72}"/>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6" name="Freeform 65">
                <a:extLst>
                  <a:ext uri="{FF2B5EF4-FFF2-40B4-BE49-F238E27FC236}">
                    <a16:creationId xmlns:a16="http://schemas.microsoft.com/office/drawing/2014/main" id="{024EA533-5B76-156A-E107-66A461F8CB50}"/>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7" name="Freeform 66">
                <a:extLst>
                  <a:ext uri="{FF2B5EF4-FFF2-40B4-BE49-F238E27FC236}">
                    <a16:creationId xmlns:a16="http://schemas.microsoft.com/office/drawing/2014/main" id="{B307B8E1-BF90-08AE-80B0-88236835702D}"/>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8" name="Freeform 67">
                <a:extLst>
                  <a:ext uri="{FF2B5EF4-FFF2-40B4-BE49-F238E27FC236}">
                    <a16:creationId xmlns:a16="http://schemas.microsoft.com/office/drawing/2014/main" id="{0CC73864-7E6B-3EE7-1F4D-9EA67D01FB9C}"/>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9" name="Freeform 68">
                <a:extLst>
                  <a:ext uri="{FF2B5EF4-FFF2-40B4-BE49-F238E27FC236}">
                    <a16:creationId xmlns:a16="http://schemas.microsoft.com/office/drawing/2014/main" id="{5639D5AF-45B9-6898-CD05-A8F07254DE8C}"/>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0" name="Freeform 69">
                <a:extLst>
                  <a:ext uri="{FF2B5EF4-FFF2-40B4-BE49-F238E27FC236}">
                    <a16:creationId xmlns:a16="http://schemas.microsoft.com/office/drawing/2014/main" id="{42B5C1C5-FC64-7BD1-FFBB-2E09A70F0436}"/>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1" name="Freeform 70">
                <a:extLst>
                  <a:ext uri="{FF2B5EF4-FFF2-40B4-BE49-F238E27FC236}">
                    <a16:creationId xmlns:a16="http://schemas.microsoft.com/office/drawing/2014/main" id="{D70EC79A-7BA5-E98F-5B22-150BF0D5693A}"/>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2" name="Freeform 71">
                <a:extLst>
                  <a:ext uri="{FF2B5EF4-FFF2-40B4-BE49-F238E27FC236}">
                    <a16:creationId xmlns:a16="http://schemas.microsoft.com/office/drawing/2014/main" id="{0D27D84E-E5D4-8F1A-9F38-A899F6767D15}"/>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3" name="Freeform 72">
                <a:extLst>
                  <a:ext uri="{FF2B5EF4-FFF2-40B4-BE49-F238E27FC236}">
                    <a16:creationId xmlns:a16="http://schemas.microsoft.com/office/drawing/2014/main" id="{39FEB451-36F1-A614-7CA0-1BB6EDDD49BD}"/>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4" name="Freeform 73">
                <a:extLst>
                  <a:ext uri="{FF2B5EF4-FFF2-40B4-BE49-F238E27FC236}">
                    <a16:creationId xmlns:a16="http://schemas.microsoft.com/office/drawing/2014/main" id="{84645BCC-880E-96B9-FF76-54529E90C39B}"/>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5" name="Freeform 74">
                <a:extLst>
                  <a:ext uri="{FF2B5EF4-FFF2-40B4-BE49-F238E27FC236}">
                    <a16:creationId xmlns:a16="http://schemas.microsoft.com/office/drawing/2014/main" id="{926E753C-E339-57EC-4F9F-8FBAA380E8C3}"/>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6" name="Freeform 75">
                <a:extLst>
                  <a:ext uri="{FF2B5EF4-FFF2-40B4-BE49-F238E27FC236}">
                    <a16:creationId xmlns:a16="http://schemas.microsoft.com/office/drawing/2014/main" id="{DC32CE48-B665-B260-FA68-2D48EF99A46B}"/>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7" name="Freeform 76">
                <a:extLst>
                  <a:ext uri="{FF2B5EF4-FFF2-40B4-BE49-F238E27FC236}">
                    <a16:creationId xmlns:a16="http://schemas.microsoft.com/office/drawing/2014/main" id="{89228FA2-8C4F-8749-CDD6-24ED8B8C1E3A}"/>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8" name="Freeform 77">
                <a:extLst>
                  <a:ext uri="{FF2B5EF4-FFF2-40B4-BE49-F238E27FC236}">
                    <a16:creationId xmlns:a16="http://schemas.microsoft.com/office/drawing/2014/main" id="{DEB27CC8-6E48-0F10-3384-A17D16D19467}"/>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9" name="Freeform 78">
                <a:extLst>
                  <a:ext uri="{FF2B5EF4-FFF2-40B4-BE49-F238E27FC236}">
                    <a16:creationId xmlns:a16="http://schemas.microsoft.com/office/drawing/2014/main" id="{1DE0A303-A841-DE4A-10CB-D53E1EBF0A58}"/>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80" name="Freeform 79">
                <a:extLst>
                  <a:ext uri="{FF2B5EF4-FFF2-40B4-BE49-F238E27FC236}">
                    <a16:creationId xmlns:a16="http://schemas.microsoft.com/office/drawing/2014/main" id="{40FC4393-BA14-2501-C473-45EEB71559F0}"/>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11" name="Text Placeholder 24">
            <a:extLst>
              <a:ext uri="{FF2B5EF4-FFF2-40B4-BE49-F238E27FC236}">
                <a16:creationId xmlns:a16="http://schemas.microsoft.com/office/drawing/2014/main" id="{6FE2EDC4-5022-2C54-89EC-7BC88E47CDDF}"/>
              </a:ext>
            </a:extLst>
          </p:cNvPr>
          <p:cNvSpPr>
            <a:spLocks noGrp="1"/>
          </p:cNvSpPr>
          <p:nvPr>
            <p:ph type="body" sz="quarter" idx="14" hasCustomPrompt="1"/>
          </p:nvPr>
        </p:nvSpPr>
        <p:spPr>
          <a:xfrm>
            <a:off x="408000" y="1892829"/>
            <a:ext cx="752696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13" name="Graphic 8">
            <a:extLst>
              <a:ext uri="{FF2B5EF4-FFF2-40B4-BE49-F238E27FC236}">
                <a16:creationId xmlns:a16="http://schemas.microsoft.com/office/drawing/2014/main" id="{A916DBFE-4CCC-CBB5-60E8-87AA3B2ED485}"/>
              </a:ext>
            </a:extLst>
          </p:cNvPr>
          <p:cNvSpPr/>
          <p:nvPr/>
        </p:nvSpPr>
        <p:spPr>
          <a:xfrm>
            <a:off x="-1" y="1150344"/>
            <a:ext cx="11492841" cy="5707657"/>
          </a:xfrm>
          <a:custGeom>
            <a:avLst/>
            <a:gdLst>
              <a:gd name="connsiteX0" fmla="*/ 0 w 8650576"/>
              <a:gd name="connsiteY0" fmla="*/ 4454544 h 4454544"/>
              <a:gd name="connsiteX1" fmla="*/ 0 w 8650576"/>
              <a:gd name="connsiteY1" fmla="*/ 1438025 h 4454544"/>
              <a:gd name="connsiteX2" fmla="*/ 8650576 w 8650576"/>
              <a:gd name="connsiteY2" fmla="*/ 0 h 4454544"/>
              <a:gd name="connsiteX3" fmla="*/ 7500816 w 8650576"/>
              <a:gd name="connsiteY3" fmla="*/ 4454544 h 4454544"/>
              <a:gd name="connsiteX4" fmla="*/ 0 w 8650576"/>
              <a:gd name="connsiteY4" fmla="*/ 4454544 h 44545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50576" h="4454544">
                <a:moveTo>
                  <a:pt x="0" y="4454544"/>
                </a:moveTo>
                <a:lnTo>
                  <a:pt x="0" y="1438025"/>
                </a:lnTo>
                <a:cubicBezTo>
                  <a:pt x="5041805" y="3302220"/>
                  <a:pt x="7767427" y="1073757"/>
                  <a:pt x="8650576" y="0"/>
                </a:cubicBezTo>
                <a:cubicBezTo>
                  <a:pt x="7995951" y="833293"/>
                  <a:pt x="7293717" y="3247460"/>
                  <a:pt x="7500816" y="4454544"/>
                </a:cubicBezTo>
                <a:lnTo>
                  <a:pt x="0" y="4454544"/>
                </a:lnTo>
                <a:close/>
              </a:path>
            </a:pathLst>
          </a:custGeom>
          <a:gradFill>
            <a:gsLst>
              <a:gs pos="4798">
                <a:srgbClr val="662D8F"/>
              </a:gs>
              <a:gs pos="50250">
                <a:srgbClr val="FF5A10"/>
              </a:gs>
              <a:gs pos="87145">
                <a:srgbClr val="FFBC03"/>
              </a:gs>
            </a:gsLst>
            <a:lin ang="17784813" scaled="1"/>
          </a:gradFill>
          <a:ln w="4760" cap="flat">
            <a:noFill/>
            <a:prstDash val="solid"/>
            <a:miter/>
          </a:ln>
          <a:effectLst>
            <a:outerShdw blurRad="203200" dist="304800" dir="4500000" sx="99088" sy="99088" algn="tl" rotWithShape="0">
              <a:schemeClr val="tx1">
                <a:alpha val="30000"/>
              </a:schemeClr>
            </a:outerShdw>
          </a:effectLst>
        </p:spPr>
        <p:txBody>
          <a:bodyPr rtlCol="0" anchor="ctr"/>
          <a:lstStyle/>
          <a:p>
            <a:endParaRPr lang="en-US" sz="2400"/>
          </a:p>
        </p:txBody>
      </p:sp>
    </p:spTree>
    <p:custDataLst>
      <p:tags r:id="rId1"/>
    </p:custDataLst>
    <p:extLst>
      <p:ext uri="{BB962C8B-B14F-4D97-AF65-F5344CB8AC3E}">
        <p14:creationId xmlns:p14="http://schemas.microsoft.com/office/powerpoint/2010/main" val="2161676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B">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0979BC9-5804-F4D7-4D4A-54EC71E61D3C}"/>
              </a:ext>
            </a:extLst>
          </p:cNvPr>
          <p:cNvSpPr>
            <a:spLocks noGrp="1"/>
          </p:cNvSpPr>
          <p:nvPr>
            <p:ph type="pic" sz="quarter" idx="16"/>
          </p:nvPr>
        </p:nvSpPr>
        <p:spPr>
          <a:xfrm>
            <a:off x="0" y="1158045"/>
            <a:ext cx="11483163" cy="5714420"/>
          </a:xfrm>
          <a:custGeom>
            <a:avLst/>
            <a:gdLst>
              <a:gd name="connsiteX0" fmla="*/ 1368161 w 1368161"/>
              <a:gd name="connsiteY0" fmla="*/ 0 h 687258"/>
              <a:gd name="connsiteX1" fmla="*/ 1326034 w 1368161"/>
              <a:gd name="connsiteY1" fmla="*/ 87451 h 687258"/>
              <a:gd name="connsiteX2" fmla="*/ 1216659 w 1368161"/>
              <a:gd name="connsiteY2" fmla="*/ 629204 h 687258"/>
              <a:gd name="connsiteX3" fmla="*/ 1219591 w 1368161"/>
              <a:gd name="connsiteY3" fmla="*/ 687258 h 687258"/>
              <a:gd name="connsiteX4" fmla="*/ 0 w 1368161"/>
              <a:gd name="connsiteY4" fmla="*/ 687258 h 687258"/>
              <a:gd name="connsiteX5" fmla="*/ 0 w 1368161"/>
              <a:gd name="connsiteY5" fmla="*/ 102878 h 687258"/>
              <a:gd name="connsiteX6" fmla="*/ 15157 w 1368161"/>
              <a:gd name="connsiteY6" fmla="*/ 112243 h 687258"/>
              <a:gd name="connsiteX7" fmla="*/ 608247 w 1368161"/>
              <a:gd name="connsiteY7" fmla="*/ 264983 h 687258"/>
              <a:gd name="connsiteX8" fmla="*/ 1303927 w 1368161"/>
              <a:gd name="connsiteY8" fmla="*/ 48853 h 687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8161" h="687258">
                <a:moveTo>
                  <a:pt x="1368161" y="0"/>
                </a:moveTo>
                <a:lnTo>
                  <a:pt x="1326034" y="87451"/>
                </a:lnTo>
                <a:cubicBezTo>
                  <a:pt x="1255605" y="253964"/>
                  <a:pt x="1216659" y="437036"/>
                  <a:pt x="1216659" y="629204"/>
                </a:cubicBezTo>
                <a:lnTo>
                  <a:pt x="1219591" y="687258"/>
                </a:lnTo>
                <a:lnTo>
                  <a:pt x="0" y="687258"/>
                </a:lnTo>
                <a:lnTo>
                  <a:pt x="0" y="102878"/>
                </a:lnTo>
                <a:lnTo>
                  <a:pt x="15157" y="112243"/>
                </a:lnTo>
                <a:cubicBezTo>
                  <a:pt x="191461" y="209652"/>
                  <a:pt x="393501" y="264983"/>
                  <a:pt x="608247" y="264983"/>
                </a:cubicBezTo>
                <a:cubicBezTo>
                  <a:pt x="865942" y="264983"/>
                  <a:pt x="1105341" y="185307"/>
                  <a:pt x="1303927" y="48853"/>
                </a:cubicBezTo>
                <a:close/>
              </a:path>
            </a:pathLst>
          </a:custGeom>
          <a:solidFill>
            <a:schemeClr val="bg1">
              <a:lumMod val="95000"/>
            </a:schemeClr>
          </a:solidFill>
        </p:spPr>
        <p:txBody>
          <a:bodyPr wrap="square" anchor="ctr" anchorCtr="0">
            <a:noAutofit/>
          </a:bodyPr>
          <a:lstStyle>
            <a:lvl1pPr marL="0" indent="0" algn="ctr">
              <a:buNone/>
              <a:defRPr sz="1867" b="1" i="0">
                <a:latin typeface="Museo Sans 900" panose="02000000000000000000" pitchFamily="2" charset="77"/>
              </a:defRPr>
            </a:lvl1pPr>
          </a:lstStyle>
          <a:p>
            <a:r>
              <a:rPr lang="en-GB"/>
              <a:t>Click icon to add picture</a:t>
            </a:r>
            <a:endParaRPr lang="en-US"/>
          </a:p>
        </p:txBody>
      </p:sp>
      <p:pic>
        <p:nvPicPr>
          <p:cNvPr id="16" name="Graphic 15">
            <a:extLst>
              <a:ext uri="{FF2B5EF4-FFF2-40B4-BE49-F238E27FC236}">
                <a16:creationId xmlns:a16="http://schemas.microsoft.com/office/drawing/2014/main" id="{EE7C9D09-0DE9-1BC8-E31F-A8381E7B5AF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334343" y="768015"/>
            <a:ext cx="533400" cy="533400"/>
          </a:xfrm>
          <a:prstGeom prst="rect">
            <a:avLst/>
          </a:prstGeom>
        </p:spPr>
      </p:pic>
      <p:sp>
        <p:nvSpPr>
          <p:cNvPr id="4" name="TextBox 3">
            <a:extLst>
              <a:ext uri="{FF2B5EF4-FFF2-40B4-BE49-F238E27FC236}">
                <a16:creationId xmlns:a16="http://schemas.microsoft.com/office/drawing/2014/main" id="{DCBA79D7-7E92-C299-4EF7-52662F8DE5E6}"/>
              </a:ext>
            </a:extLst>
          </p:cNvPr>
          <p:cNvSpPr txBox="1"/>
          <p:nvPr userDrawn="1"/>
        </p:nvSpPr>
        <p:spPr>
          <a:xfrm>
            <a:off x="12837459" y="-779"/>
            <a:ext cx="2510117" cy="1241815"/>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Images can be used in the Blaze graphic, but its position and size must remain the same.</a:t>
            </a:r>
            <a:br>
              <a:rPr lang="en-GB" sz="1067" b="0" i="0">
                <a:solidFill>
                  <a:srgbClr val="333333"/>
                </a:solidFill>
                <a:latin typeface="Museo Sans 500" panose="02000000000000000000" pitchFamily="2" charset="77"/>
              </a:rPr>
            </a:b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Try to use imagery where the main focus is still recognizable when placed in the graphic.</a:t>
            </a:r>
          </a:p>
        </p:txBody>
      </p:sp>
      <p:grpSp>
        <p:nvGrpSpPr>
          <p:cNvPr id="36" name="Group 35">
            <a:extLst>
              <a:ext uri="{FF2B5EF4-FFF2-40B4-BE49-F238E27FC236}">
                <a16:creationId xmlns:a16="http://schemas.microsoft.com/office/drawing/2014/main" id="{393E32AB-CC10-907C-3772-F5AE36FBDFF3}"/>
              </a:ext>
            </a:extLst>
          </p:cNvPr>
          <p:cNvGrpSpPr/>
          <p:nvPr userDrawn="1"/>
        </p:nvGrpSpPr>
        <p:grpSpPr>
          <a:xfrm>
            <a:off x="10609008" y="6203793"/>
            <a:ext cx="1111864" cy="408104"/>
            <a:chOff x="397414" y="755885"/>
            <a:chExt cx="2901256" cy="1064892"/>
          </a:xfrm>
        </p:grpSpPr>
        <p:grpSp>
          <p:nvGrpSpPr>
            <p:cNvPr id="37" name="Graphic 4">
              <a:extLst>
                <a:ext uri="{FF2B5EF4-FFF2-40B4-BE49-F238E27FC236}">
                  <a16:creationId xmlns:a16="http://schemas.microsoft.com/office/drawing/2014/main" id="{45F23D5B-24AC-0178-5532-65DB92C58A2E}"/>
                </a:ext>
              </a:extLst>
            </p:cNvPr>
            <p:cNvGrpSpPr/>
            <p:nvPr/>
          </p:nvGrpSpPr>
          <p:grpSpPr>
            <a:xfrm>
              <a:off x="397414" y="755885"/>
              <a:ext cx="1031033" cy="1064892"/>
              <a:chOff x="397414" y="755885"/>
              <a:chExt cx="1031033" cy="1064892"/>
            </a:xfrm>
          </p:grpSpPr>
          <p:sp>
            <p:nvSpPr>
              <p:cNvPr id="57" name="Freeform 56">
                <a:extLst>
                  <a:ext uri="{FF2B5EF4-FFF2-40B4-BE49-F238E27FC236}">
                    <a16:creationId xmlns:a16="http://schemas.microsoft.com/office/drawing/2014/main" id="{F9719244-D593-1260-FF45-5A76FB5FF7BF}"/>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58" name="Freeform 57">
                <a:extLst>
                  <a:ext uri="{FF2B5EF4-FFF2-40B4-BE49-F238E27FC236}">
                    <a16:creationId xmlns:a16="http://schemas.microsoft.com/office/drawing/2014/main" id="{F0A6071E-2B8A-AE40-CC84-BD2794368982}"/>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59" name="Freeform 58">
                <a:extLst>
                  <a:ext uri="{FF2B5EF4-FFF2-40B4-BE49-F238E27FC236}">
                    <a16:creationId xmlns:a16="http://schemas.microsoft.com/office/drawing/2014/main" id="{791BC513-5DAC-6ED7-926D-DACB1D5A5E2E}"/>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38" name="Graphic 4">
              <a:extLst>
                <a:ext uri="{FF2B5EF4-FFF2-40B4-BE49-F238E27FC236}">
                  <a16:creationId xmlns:a16="http://schemas.microsoft.com/office/drawing/2014/main" id="{EC0E6AD9-3CF7-133C-DCAF-B12F2D9B7FDE}"/>
                </a:ext>
              </a:extLst>
            </p:cNvPr>
            <p:cNvGrpSpPr/>
            <p:nvPr/>
          </p:nvGrpSpPr>
          <p:grpSpPr>
            <a:xfrm>
              <a:off x="1208140" y="933050"/>
              <a:ext cx="2090530" cy="573060"/>
              <a:chOff x="1208140" y="933050"/>
              <a:chExt cx="2090530" cy="573060"/>
            </a:xfrm>
            <a:solidFill>
              <a:srgbClr val="333333"/>
            </a:solidFill>
          </p:grpSpPr>
          <p:sp>
            <p:nvSpPr>
              <p:cNvPr id="39" name="Freeform 38">
                <a:extLst>
                  <a:ext uri="{FF2B5EF4-FFF2-40B4-BE49-F238E27FC236}">
                    <a16:creationId xmlns:a16="http://schemas.microsoft.com/office/drawing/2014/main" id="{A2F390A1-6015-AD2A-F2D8-5803813CDDFB}"/>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0" name="Freeform 39">
                <a:extLst>
                  <a:ext uri="{FF2B5EF4-FFF2-40B4-BE49-F238E27FC236}">
                    <a16:creationId xmlns:a16="http://schemas.microsoft.com/office/drawing/2014/main" id="{4ED91630-A81F-7F6C-7A7F-20955C56606A}"/>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1" name="Freeform 40">
                <a:extLst>
                  <a:ext uri="{FF2B5EF4-FFF2-40B4-BE49-F238E27FC236}">
                    <a16:creationId xmlns:a16="http://schemas.microsoft.com/office/drawing/2014/main" id="{4D526E51-67E9-8211-4A0A-B520332B2D53}"/>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2" name="Freeform 41">
                <a:extLst>
                  <a:ext uri="{FF2B5EF4-FFF2-40B4-BE49-F238E27FC236}">
                    <a16:creationId xmlns:a16="http://schemas.microsoft.com/office/drawing/2014/main" id="{581E0169-3845-2013-7C0C-263F93CC8B28}"/>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3" name="Freeform 42">
                <a:extLst>
                  <a:ext uri="{FF2B5EF4-FFF2-40B4-BE49-F238E27FC236}">
                    <a16:creationId xmlns:a16="http://schemas.microsoft.com/office/drawing/2014/main" id="{48687355-9041-9F5C-B733-AB8EAF10A510}"/>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4" name="Freeform 43">
                <a:extLst>
                  <a:ext uri="{FF2B5EF4-FFF2-40B4-BE49-F238E27FC236}">
                    <a16:creationId xmlns:a16="http://schemas.microsoft.com/office/drawing/2014/main" id="{B1F37723-7A99-6DA6-BF9D-6F11958255B2}"/>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5" name="Freeform 44">
                <a:extLst>
                  <a:ext uri="{FF2B5EF4-FFF2-40B4-BE49-F238E27FC236}">
                    <a16:creationId xmlns:a16="http://schemas.microsoft.com/office/drawing/2014/main" id="{2AA33AAD-C86D-2168-FAEB-5E4F9694F7B8}"/>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6" name="Freeform 45">
                <a:extLst>
                  <a:ext uri="{FF2B5EF4-FFF2-40B4-BE49-F238E27FC236}">
                    <a16:creationId xmlns:a16="http://schemas.microsoft.com/office/drawing/2014/main" id="{59959958-C87E-2E0D-10C5-E19C233BF219}"/>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7" name="Freeform 46">
                <a:extLst>
                  <a:ext uri="{FF2B5EF4-FFF2-40B4-BE49-F238E27FC236}">
                    <a16:creationId xmlns:a16="http://schemas.microsoft.com/office/drawing/2014/main" id="{5854B641-81B5-7C30-943F-18915723E1A9}"/>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8" name="Freeform 47">
                <a:extLst>
                  <a:ext uri="{FF2B5EF4-FFF2-40B4-BE49-F238E27FC236}">
                    <a16:creationId xmlns:a16="http://schemas.microsoft.com/office/drawing/2014/main" id="{86DEF999-1F20-C2B8-C808-649E9CDE767D}"/>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9" name="Freeform 48">
                <a:extLst>
                  <a:ext uri="{FF2B5EF4-FFF2-40B4-BE49-F238E27FC236}">
                    <a16:creationId xmlns:a16="http://schemas.microsoft.com/office/drawing/2014/main" id="{B5C490FD-DDBD-6788-A430-6B29D99D24F8}"/>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0" name="Freeform 49">
                <a:extLst>
                  <a:ext uri="{FF2B5EF4-FFF2-40B4-BE49-F238E27FC236}">
                    <a16:creationId xmlns:a16="http://schemas.microsoft.com/office/drawing/2014/main" id="{52E021EF-57A1-F874-3A2A-85F329C67287}"/>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1" name="Freeform 50">
                <a:extLst>
                  <a:ext uri="{FF2B5EF4-FFF2-40B4-BE49-F238E27FC236}">
                    <a16:creationId xmlns:a16="http://schemas.microsoft.com/office/drawing/2014/main" id="{F878921D-C1B3-1660-1FF3-58C5E90D56D8}"/>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2" name="Freeform 51">
                <a:extLst>
                  <a:ext uri="{FF2B5EF4-FFF2-40B4-BE49-F238E27FC236}">
                    <a16:creationId xmlns:a16="http://schemas.microsoft.com/office/drawing/2014/main" id="{BF2DA1FD-9358-F8D0-23C6-AF6693B2955D}"/>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3" name="Freeform 52">
                <a:extLst>
                  <a:ext uri="{FF2B5EF4-FFF2-40B4-BE49-F238E27FC236}">
                    <a16:creationId xmlns:a16="http://schemas.microsoft.com/office/drawing/2014/main" id="{398D65B3-AA0F-C53D-FEFF-711138CEBA10}"/>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4" name="Freeform 53">
                <a:extLst>
                  <a:ext uri="{FF2B5EF4-FFF2-40B4-BE49-F238E27FC236}">
                    <a16:creationId xmlns:a16="http://schemas.microsoft.com/office/drawing/2014/main" id="{9ADB35BB-BED4-87CF-FEDD-1BE0D57EFDD7}"/>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5" name="Freeform 54">
                <a:extLst>
                  <a:ext uri="{FF2B5EF4-FFF2-40B4-BE49-F238E27FC236}">
                    <a16:creationId xmlns:a16="http://schemas.microsoft.com/office/drawing/2014/main" id="{A38AD39E-14A8-3155-B112-68126C19CB1E}"/>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6" name="Freeform 55">
                <a:extLst>
                  <a:ext uri="{FF2B5EF4-FFF2-40B4-BE49-F238E27FC236}">
                    <a16:creationId xmlns:a16="http://schemas.microsoft.com/office/drawing/2014/main" id="{95806385-5C2E-1A53-7ED4-D7F5290FA82F}"/>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13" name="Text Placeholder 18">
            <a:extLst>
              <a:ext uri="{FF2B5EF4-FFF2-40B4-BE49-F238E27FC236}">
                <a16:creationId xmlns:a16="http://schemas.microsoft.com/office/drawing/2014/main" id="{FB2DA148-A8D1-9ECB-D84C-9D97467184B0}"/>
              </a:ext>
            </a:extLst>
          </p:cNvPr>
          <p:cNvSpPr>
            <a:spLocks noGrp="1"/>
          </p:cNvSpPr>
          <p:nvPr>
            <p:ph type="body" sz="quarter" idx="13" hasCustomPrompt="1"/>
          </p:nvPr>
        </p:nvSpPr>
        <p:spPr>
          <a:xfrm>
            <a:off x="408000" y="936001"/>
            <a:ext cx="8490467" cy="962247"/>
          </a:xfrm>
        </p:spPr>
        <p:txBody>
          <a:bodyPr lIns="0" tIns="0" rIns="0" bIns="0">
            <a:noAutofit/>
          </a:bodyPr>
          <a:lstStyle>
            <a:lvl1pPr marL="0" indent="0">
              <a:lnSpc>
                <a:spcPct val="100000"/>
              </a:lnSpc>
              <a:buFontTx/>
              <a:buNone/>
              <a:defRPr sz="5333"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Divider Title</a:t>
            </a:r>
          </a:p>
        </p:txBody>
      </p:sp>
      <p:sp>
        <p:nvSpPr>
          <p:cNvPr id="14" name="Text Placeholder 24">
            <a:extLst>
              <a:ext uri="{FF2B5EF4-FFF2-40B4-BE49-F238E27FC236}">
                <a16:creationId xmlns:a16="http://schemas.microsoft.com/office/drawing/2014/main" id="{1271A545-49DA-1752-788E-AD672F3C8710}"/>
              </a:ext>
            </a:extLst>
          </p:cNvPr>
          <p:cNvSpPr>
            <a:spLocks noGrp="1"/>
          </p:cNvSpPr>
          <p:nvPr>
            <p:ph type="body" sz="quarter" idx="14"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Tree>
    <p:custDataLst>
      <p:tags r:id="rId1"/>
    </p:custDataLst>
    <p:extLst>
      <p:ext uri="{BB962C8B-B14F-4D97-AF65-F5344CB8AC3E}">
        <p14:creationId xmlns:p14="http://schemas.microsoft.com/office/powerpoint/2010/main" val="3519074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C">
    <p:spTree>
      <p:nvGrpSpPr>
        <p:cNvPr id="1" name=""/>
        <p:cNvGrpSpPr/>
        <p:nvPr/>
      </p:nvGrpSpPr>
      <p:grpSpPr>
        <a:xfrm>
          <a:off x="0" y="0"/>
          <a:ext cx="0" cy="0"/>
          <a:chOff x="0" y="0"/>
          <a:chExt cx="0" cy="0"/>
        </a:xfrm>
      </p:grpSpPr>
      <p:sp>
        <p:nvSpPr>
          <p:cNvPr id="12" name="Text Placeholder 18">
            <a:extLst>
              <a:ext uri="{FF2B5EF4-FFF2-40B4-BE49-F238E27FC236}">
                <a16:creationId xmlns:a16="http://schemas.microsoft.com/office/drawing/2014/main" id="{B516328C-78EB-D01C-DC06-020A3FF0173C}"/>
              </a:ext>
            </a:extLst>
          </p:cNvPr>
          <p:cNvSpPr>
            <a:spLocks noGrp="1"/>
          </p:cNvSpPr>
          <p:nvPr>
            <p:ph type="body" sz="quarter" idx="13" hasCustomPrompt="1"/>
          </p:nvPr>
        </p:nvSpPr>
        <p:spPr>
          <a:xfrm>
            <a:off x="408000" y="936001"/>
            <a:ext cx="8490467" cy="962247"/>
          </a:xfrm>
        </p:spPr>
        <p:txBody>
          <a:bodyPr lIns="0" tIns="0" rIns="0" bIns="0">
            <a:noAutofit/>
          </a:bodyPr>
          <a:lstStyle>
            <a:lvl1pPr marL="0" indent="0">
              <a:lnSpc>
                <a:spcPct val="100000"/>
              </a:lnSpc>
              <a:buFontTx/>
              <a:buNone/>
              <a:defRPr sz="5333"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Divider Title</a:t>
            </a:r>
          </a:p>
        </p:txBody>
      </p:sp>
      <p:pic>
        <p:nvPicPr>
          <p:cNvPr id="16" name="Graphic 15">
            <a:extLst>
              <a:ext uri="{FF2B5EF4-FFF2-40B4-BE49-F238E27FC236}">
                <a16:creationId xmlns:a16="http://schemas.microsoft.com/office/drawing/2014/main" id="{EE7C9D09-0DE9-1BC8-E31F-A8381E7B5AF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334343" y="768015"/>
            <a:ext cx="533400" cy="533400"/>
          </a:xfrm>
          <a:prstGeom prst="rect">
            <a:avLst/>
          </a:prstGeom>
        </p:spPr>
      </p:pic>
      <p:sp>
        <p:nvSpPr>
          <p:cNvPr id="4" name="TextBox 3">
            <a:extLst>
              <a:ext uri="{FF2B5EF4-FFF2-40B4-BE49-F238E27FC236}">
                <a16:creationId xmlns:a16="http://schemas.microsoft.com/office/drawing/2014/main" id="{949CD247-8E34-8BEB-4DBA-8F0B97E988FA}"/>
              </a:ext>
            </a:extLst>
          </p:cNvPr>
          <p:cNvSpPr txBox="1"/>
          <p:nvPr userDrawn="1"/>
        </p:nvSpPr>
        <p:spPr>
          <a:xfrm>
            <a:off x="12837459" y="-778"/>
            <a:ext cx="2510117" cy="584968"/>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Only update the main divider</a:t>
            </a: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text. Do not remove or alter the Blaze graphic.</a:t>
            </a:r>
          </a:p>
        </p:txBody>
      </p:sp>
      <p:grpSp>
        <p:nvGrpSpPr>
          <p:cNvPr id="60" name="Group 59">
            <a:extLst>
              <a:ext uri="{FF2B5EF4-FFF2-40B4-BE49-F238E27FC236}">
                <a16:creationId xmlns:a16="http://schemas.microsoft.com/office/drawing/2014/main" id="{EC513B28-2A86-7D72-D25E-B74558A16902}"/>
              </a:ext>
            </a:extLst>
          </p:cNvPr>
          <p:cNvGrpSpPr/>
          <p:nvPr userDrawn="1"/>
        </p:nvGrpSpPr>
        <p:grpSpPr>
          <a:xfrm>
            <a:off x="10609008" y="6203793"/>
            <a:ext cx="1111864" cy="408104"/>
            <a:chOff x="397414" y="755885"/>
            <a:chExt cx="2901256" cy="1064892"/>
          </a:xfrm>
        </p:grpSpPr>
        <p:grpSp>
          <p:nvGrpSpPr>
            <p:cNvPr id="61" name="Graphic 4">
              <a:extLst>
                <a:ext uri="{FF2B5EF4-FFF2-40B4-BE49-F238E27FC236}">
                  <a16:creationId xmlns:a16="http://schemas.microsoft.com/office/drawing/2014/main" id="{B784D008-3F2A-086B-BCE2-0A0BF267CD01}"/>
                </a:ext>
              </a:extLst>
            </p:cNvPr>
            <p:cNvGrpSpPr/>
            <p:nvPr/>
          </p:nvGrpSpPr>
          <p:grpSpPr>
            <a:xfrm>
              <a:off x="397414" y="755885"/>
              <a:ext cx="1031033" cy="1064892"/>
              <a:chOff x="397414" y="755885"/>
              <a:chExt cx="1031033" cy="1064892"/>
            </a:xfrm>
          </p:grpSpPr>
          <p:sp>
            <p:nvSpPr>
              <p:cNvPr id="81" name="Freeform 80">
                <a:extLst>
                  <a:ext uri="{FF2B5EF4-FFF2-40B4-BE49-F238E27FC236}">
                    <a16:creationId xmlns:a16="http://schemas.microsoft.com/office/drawing/2014/main" id="{47A2B076-D126-A9E3-D8A4-5DFDF77E1CEC}"/>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82" name="Freeform 81">
                <a:extLst>
                  <a:ext uri="{FF2B5EF4-FFF2-40B4-BE49-F238E27FC236}">
                    <a16:creationId xmlns:a16="http://schemas.microsoft.com/office/drawing/2014/main" id="{5B9C6B41-E8D8-8832-1AF1-C7E3268D0B1C}"/>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83" name="Freeform 82">
                <a:extLst>
                  <a:ext uri="{FF2B5EF4-FFF2-40B4-BE49-F238E27FC236}">
                    <a16:creationId xmlns:a16="http://schemas.microsoft.com/office/drawing/2014/main" id="{D68A8574-A37F-295B-ACA9-63E5C72DA5AD}"/>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62" name="Graphic 4">
              <a:extLst>
                <a:ext uri="{FF2B5EF4-FFF2-40B4-BE49-F238E27FC236}">
                  <a16:creationId xmlns:a16="http://schemas.microsoft.com/office/drawing/2014/main" id="{5744163A-A97F-48FD-443C-32A6254116C0}"/>
                </a:ext>
              </a:extLst>
            </p:cNvPr>
            <p:cNvGrpSpPr/>
            <p:nvPr/>
          </p:nvGrpSpPr>
          <p:grpSpPr>
            <a:xfrm>
              <a:off x="1208140" y="933050"/>
              <a:ext cx="2090530" cy="573060"/>
              <a:chOff x="1208140" y="933050"/>
              <a:chExt cx="2090530" cy="573060"/>
            </a:xfrm>
            <a:solidFill>
              <a:srgbClr val="333333"/>
            </a:solidFill>
          </p:grpSpPr>
          <p:sp>
            <p:nvSpPr>
              <p:cNvPr id="63" name="Freeform 62">
                <a:extLst>
                  <a:ext uri="{FF2B5EF4-FFF2-40B4-BE49-F238E27FC236}">
                    <a16:creationId xmlns:a16="http://schemas.microsoft.com/office/drawing/2014/main" id="{0437B835-78EE-1FE1-2CB3-10327FEB8E27}"/>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4" name="Freeform 63">
                <a:extLst>
                  <a:ext uri="{FF2B5EF4-FFF2-40B4-BE49-F238E27FC236}">
                    <a16:creationId xmlns:a16="http://schemas.microsoft.com/office/drawing/2014/main" id="{E490DC5B-7801-119C-AA95-3907A4897DF0}"/>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5" name="Freeform 64">
                <a:extLst>
                  <a:ext uri="{FF2B5EF4-FFF2-40B4-BE49-F238E27FC236}">
                    <a16:creationId xmlns:a16="http://schemas.microsoft.com/office/drawing/2014/main" id="{767066FF-3A84-28FA-6733-31FD0B4DDE72}"/>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6" name="Freeform 65">
                <a:extLst>
                  <a:ext uri="{FF2B5EF4-FFF2-40B4-BE49-F238E27FC236}">
                    <a16:creationId xmlns:a16="http://schemas.microsoft.com/office/drawing/2014/main" id="{024EA533-5B76-156A-E107-66A461F8CB50}"/>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7" name="Freeform 66">
                <a:extLst>
                  <a:ext uri="{FF2B5EF4-FFF2-40B4-BE49-F238E27FC236}">
                    <a16:creationId xmlns:a16="http://schemas.microsoft.com/office/drawing/2014/main" id="{B307B8E1-BF90-08AE-80B0-88236835702D}"/>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8" name="Freeform 67">
                <a:extLst>
                  <a:ext uri="{FF2B5EF4-FFF2-40B4-BE49-F238E27FC236}">
                    <a16:creationId xmlns:a16="http://schemas.microsoft.com/office/drawing/2014/main" id="{0CC73864-7E6B-3EE7-1F4D-9EA67D01FB9C}"/>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9" name="Freeform 68">
                <a:extLst>
                  <a:ext uri="{FF2B5EF4-FFF2-40B4-BE49-F238E27FC236}">
                    <a16:creationId xmlns:a16="http://schemas.microsoft.com/office/drawing/2014/main" id="{5639D5AF-45B9-6898-CD05-A8F07254DE8C}"/>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0" name="Freeform 69">
                <a:extLst>
                  <a:ext uri="{FF2B5EF4-FFF2-40B4-BE49-F238E27FC236}">
                    <a16:creationId xmlns:a16="http://schemas.microsoft.com/office/drawing/2014/main" id="{42B5C1C5-FC64-7BD1-FFBB-2E09A70F0436}"/>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1" name="Freeform 70">
                <a:extLst>
                  <a:ext uri="{FF2B5EF4-FFF2-40B4-BE49-F238E27FC236}">
                    <a16:creationId xmlns:a16="http://schemas.microsoft.com/office/drawing/2014/main" id="{D70EC79A-7BA5-E98F-5B22-150BF0D5693A}"/>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2" name="Freeform 71">
                <a:extLst>
                  <a:ext uri="{FF2B5EF4-FFF2-40B4-BE49-F238E27FC236}">
                    <a16:creationId xmlns:a16="http://schemas.microsoft.com/office/drawing/2014/main" id="{0D27D84E-E5D4-8F1A-9F38-A899F6767D15}"/>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3" name="Freeform 72">
                <a:extLst>
                  <a:ext uri="{FF2B5EF4-FFF2-40B4-BE49-F238E27FC236}">
                    <a16:creationId xmlns:a16="http://schemas.microsoft.com/office/drawing/2014/main" id="{39FEB451-36F1-A614-7CA0-1BB6EDDD49BD}"/>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4" name="Freeform 73">
                <a:extLst>
                  <a:ext uri="{FF2B5EF4-FFF2-40B4-BE49-F238E27FC236}">
                    <a16:creationId xmlns:a16="http://schemas.microsoft.com/office/drawing/2014/main" id="{84645BCC-880E-96B9-FF76-54529E90C39B}"/>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5" name="Freeform 74">
                <a:extLst>
                  <a:ext uri="{FF2B5EF4-FFF2-40B4-BE49-F238E27FC236}">
                    <a16:creationId xmlns:a16="http://schemas.microsoft.com/office/drawing/2014/main" id="{926E753C-E339-57EC-4F9F-8FBAA380E8C3}"/>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6" name="Freeform 75">
                <a:extLst>
                  <a:ext uri="{FF2B5EF4-FFF2-40B4-BE49-F238E27FC236}">
                    <a16:creationId xmlns:a16="http://schemas.microsoft.com/office/drawing/2014/main" id="{DC32CE48-B665-B260-FA68-2D48EF99A46B}"/>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7" name="Freeform 76">
                <a:extLst>
                  <a:ext uri="{FF2B5EF4-FFF2-40B4-BE49-F238E27FC236}">
                    <a16:creationId xmlns:a16="http://schemas.microsoft.com/office/drawing/2014/main" id="{89228FA2-8C4F-8749-CDD6-24ED8B8C1E3A}"/>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8" name="Freeform 77">
                <a:extLst>
                  <a:ext uri="{FF2B5EF4-FFF2-40B4-BE49-F238E27FC236}">
                    <a16:creationId xmlns:a16="http://schemas.microsoft.com/office/drawing/2014/main" id="{DEB27CC8-6E48-0F10-3384-A17D16D19467}"/>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9" name="Freeform 78">
                <a:extLst>
                  <a:ext uri="{FF2B5EF4-FFF2-40B4-BE49-F238E27FC236}">
                    <a16:creationId xmlns:a16="http://schemas.microsoft.com/office/drawing/2014/main" id="{1DE0A303-A841-DE4A-10CB-D53E1EBF0A58}"/>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80" name="Freeform 79">
                <a:extLst>
                  <a:ext uri="{FF2B5EF4-FFF2-40B4-BE49-F238E27FC236}">
                    <a16:creationId xmlns:a16="http://schemas.microsoft.com/office/drawing/2014/main" id="{40FC4393-BA14-2501-C473-45EEB71559F0}"/>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11" name="Text Placeholder 24">
            <a:extLst>
              <a:ext uri="{FF2B5EF4-FFF2-40B4-BE49-F238E27FC236}">
                <a16:creationId xmlns:a16="http://schemas.microsoft.com/office/drawing/2014/main" id="{6FE2EDC4-5022-2C54-89EC-7BC88E47CDDF}"/>
              </a:ext>
            </a:extLst>
          </p:cNvPr>
          <p:cNvSpPr>
            <a:spLocks noGrp="1"/>
          </p:cNvSpPr>
          <p:nvPr>
            <p:ph type="body" sz="quarter" idx="14"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13" name="Graphic 8">
            <a:extLst>
              <a:ext uri="{FF2B5EF4-FFF2-40B4-BE49-F238E27FC236}">
                <a16:creationId xmlns:a16="http://schemas.microsoft.com/office/drawing/2014/main" id="{A916DBFE-4CCC-CBB5-60E8-87AA3B2ED485}"/>
              </a:ext>
            </a:extLst>
          </p:cNvPr>
          <p:cNvSpPr/>
          <p:nvPr/>
        </p:nvSpPr>
        <p:spPr>
          <a:xfrm>
            <a:off x="-1" y="1150344"/>
            <a:ext cx="11492841" cy="5707657"/>
          </a:xfrm>
          <a:custGeom>
            <a:avLst/>
            <a:gdLst>
              <a:gd name="connsiteX0" fmla="*/ 0 w 8650576"/>
              <a:gd name="connsiteY0" fmla="*/ 4454544 h 4454544"/>
              <a:gd name="connsiteX1" fmla="*/ 0 w 8650576"/>
              <a:gd name="connsiteY1" fmla="*/ 1438025 h 4454544"/>
              <a:gd name="connsiteX2" fmla="*/ 8650576 w 8650576"/>
              <a:gd name="connsiteY2" fmla="*/ 0 h 4454544"/>
              <a:gd name="connsiteX3" fmla="*/ 7500816 w 8650576"/>
              <a:gd name="connsiteY3" fmla="*/ 4454544 h 4454544"/>
              <a:gd name="connsiteX4" fmla="*/ 0 w 8650576"/>
              <a:gd name="connsiteY4" fmla="*/ 4454544 h 44545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50576" h="4454544">
                <a:moveTo>
                  <a:pt x="0" y="4454544"/>
                </a:moveTo>
                <a:lnTo>
                  <a:pt x="0" y="1438025"/>
                </a:lnTo>
                <a:cubicBezTo>
                  <a:pt x="5041805" y="3302220"/>
                  <a:pt x="7767427" y="1073757"/>
                  <a:pt x="8650576" y="0"/>
                </a:cubicBezTo>
                <a:cubicBezTo>
                  <a:pt x="7995951" y="833293"/>
                  <a:pt x="7293717" y="3247460"/>
                  <a:pt x="7500816" y="4454544"/>
                </a:cubicBezTo>
                <a:lnTo>
                  <a:pt x="0" y="4454544"/>
                </a:lnTo>
                <a:close/>
              </a:path>
            </a:pathLst>
          </a:custGeom>
          <a:gradFill>
            <a:gsLst>
              <a:gs pos="4798">
                <a:srgbClr val="662D8F"/>
              </a:gs>
              <a:gs pos="50250">
                <a:srgbClr val="FF5A10"/>
              </a:gs>
              <a:gs pos="87145">
                <a:srgbClr val="FFBC03"/>
              </a:gs>
            </a:gsLst>
            <a:lin ang="17784813" scaled="1"/>
          </a:gradFill>
          <a:ln w="4760" cap="flat">
            <a:noFill/>
            <a:prstDash val="solid"/>
            <a:miter/>
          </a:ln>
          <a:effectLst>
            <a:outerShdw blurRad="203200" dist="304800" dir="4500000" sx="99088" sy="99088" algn="tl" rotWithShape="0">
              <a:schemeClr val="tx1">
                <a:alpha val="30000"/>
              </a:schemeClr>
            </a:outerShdw>
          </a:effectLst>
        </p:spPr>
        <p:txBody>
          <a:bodyPr rtlCol="0" anchor="ctr"/>
          <a:lstStyle/>
          <a:p>
            <a:endParaRPr lang="en-US" sz="2400"/>
          </a:p>
        </p:txBody>
      </p:sp>
      <p:sp>
        <p:nvSpPr>
          <p:cNvPr id="3" name="Text Placeholder 18">
            <a:extLst>
              <a:ext uri="{FF2B5EF4-FFF2-40B4-BE49-F238E27FC236}">
                <a16:creationId xmlns:a16="http://schemas.microsoft.com/office/drawing/2014/main" id="{E7275467-E53C-03AD-8DFB-CBB825543B79}"/>
              </a:ext>
            </a:extLst>
          </p:cNvPr>
          <p:cNvSpPr>
            <a:spLocks noGrp="1"/>
          </p:cNvSpPr>
          <p:nvPr>
            <p:ph type="body" sz="quarter" idx="37" hasCustomPrompt="1"/>
          </p:nvPr>
        </p:nvSpPr>
        <p:spPr>
          <a:xfrm>
            <a:off x="1775521" y="4930555"/>
            <a:ext cx="2352225" cy="575288"/>
          </a:xfrm>
        </p:spPr>
        <p:txBody>
          <a:bodyPr lIns="0" tIns="0" rIns="0" bIns="0">
            <a:noAutofit/>
          </a:bodyPr>
          <a:lstStyle>
            <a:lvl1pPr marL="0" indent="0">
              <a:buFontTx/>
              <a:buNone/>
              <a:defRPr sz="1867" b="1" i="0">
                <a:solidFill>
                  <a:schemeClr val="bg1"/>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John</a:t>
            </a:r>
            <a:br>
              <a:rPr lang="en-GB"/>
            </a:br>
            <a:r>
              <a:rPr lang="en-GB"/>
              <a:t>Doe</a:t>
            </a:r>
          </a:p>
        </p:txBody>
      </p:sp>
      <p:sp>
        <p:nvSpPr>
          <p:cNvPr id="6" name="Text Placeholder 18">
            <a:extLst>
              <a:ext uri="{FF2B5EF4-FFF2-40B4-BE49-F238E27FC236}">
                <a16:creationId xmlns:a16="http://schemas.microsoft.com/office/drawing/2014/main" id="{F5761869-DE87-FF09-8624-5F17FB51F587}"/>
              </a:ext>
            </a:extLst>
          </p:cNvPr>
          <p:cNvSpPr>
            <a:spLocks noGrp="1"/>
          </p:cNvSpPr>
          <p:nvPr>
            <p:ph type="body" sz="quarter" idx="18" hasCustomPrompt="1"/>
          </p:nvPr>
        </p:nvSpPr>
        <p:spPr>
          <a:xfrm>
            <a:off x="1775521" y="5580168"/>
            <a:ext cx="2352225" cy="312632"/>
          </a:xfrm>
        </p:spPr>
        <p:txBody>
          <a:bodyPr lIns="0" tIns="0" rIns="0" bIns="0">
            <a:noAutofit/>
          </a:bodyPr>
          <a:lstStyle>
            <a:lvl1pPr marL="0" indent="0">
              <a:buFontTx/>
              <a:buNone/>
              <a:defRPr sz="1067" b="0" i="0">
                <a:solidFill>
                  <a:srgbClr val="EEEEEE"/>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Position</a:t>
            </a:r>
          </a:p>
        </p:txBody>
      </p:sp>
      <p:sp>
        <p:nvSpPr>
          <p:cNvPr id="9" name="Picture Placeholder 11">
            <a:extLst>
              <a:ext uri="{FF2B5EF4-FFF2-40B4-BE49-F238E27FC236}">
                <a16:creationId xmlns:a16="http://schemas.microsoft.com/office/drawing/2014/main" id="{11299F84-DE14-63DD-3B7F-EFCDDABFC6FD}"/>
              </a:ext>
            </a:extLst>
          </p:cNvPr>
          <p:cNvSpPr>
            <a:spLocks noGrp="1"/>
          </p:cNvSpPr>
          <p:nvPr>
            <p:ph type="pic" sz="quarter" idx="15"/>
          </p:nvPr>
        </p:nvSpPr>
        <p:spPr>
          <a:xfrm>
            <a:off x="408000" y="4701267"/>
            <a:ext cx="1200000" cy="1200000"/>
          </a:xfrm>
          <a:prstGeom prst="roundRect">
            <a:avLst>
              <a:gd name="adj" fmla="val 2914"/>
            </a:avLst>
          </a:prstGeom>
          <a:solidFill>
            <a:srgbClr val="EEEEEE"/>
          </a:solidFill>
        </p:spPr>
        <p:txBody>
          <a:bodyPr anchor="ctr" anchorCtr="0">
            <a:normAutofit/>
          </a:bodyPr>
          <a:lstStyle>
            <a:lvl1pPr marL="0" indent="0" algn="ctr">
              <a:buNone/>
              <a:defRPr sz="1067" b="1" i="0">
                <a:latin typeface="Museo Sans 900" panose="02000000000000000000" pitchFamily="2" charset="77"/>
              </a:defRPr>
            </a:lvl1pPr>
          </a:lstStyle>
          <a:p>
            <a:r>
              <a:rPr lang="en-GB"/>
              <a:t>Click icon to add picture</a:t>
            </a:r>
            <a:endParaRPr lang="en-US"/>
          </a:p>
        </p:txBody>
      </p:sp>
    </p:spTree>
    <p:custDataLst>
      <p:tags r:id="rId1"/>
    </p:custDataLst>
    <p:extLst>
      <p:ext uri="{BB962C8B-B14F-4D97-AF65-F5344CB8AC3E}">
        <p14:creationId xmlns:p14="http://schemas.microsoft.com/office/powerpoint/2010/main" val="2304878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Image A">
    <p:spTree>
      <p:nvGrpSpPr>
        <p:cNvPr id="1" name=""/>
        <p:cNvGrpSpPr/>
        <p:nvPr/>
      </p:nvGrpSpPr>
      <p:grpSpPr>
        <a:xfrm>
          <a:off x="0" y="0"/>
          <a:ext cx="0" cy="0"/>
          <a:chOff x="0" y="0"/>
          <a:chExt cx="0" cy="0"/>
        </a:xfrm>
      </p:grpSpPr>
      <p:sp>
        <p:nvSpPr>
          <p:cNvPr id="41" name="Text Placeholder 18">
            <a:extLst>
              <a:ext uri="{FF2B5EF4-FFF2-40B4-BE49-F238E27FC236}">
                <a16:creationId xmlns:a16="http://schemas.microsoft.com/office/drawing/2014/main" id="{3D22DE68-C11F-DFC9-2F2E-3EC805B28688}"/>
              </a:ext>
            </a:extLst>
          </p:cNvPr>
          <p:cNvSpPr>
            <a:spLocks noGrp="1"/>
          </p:cNvSpPr>
          <p:nvPr>
            <p:ph type="body" sz="quarter" idx="38" hasCustomPrompt="1"/>
          </p:nvPr>
        </p:nvSpPr>
        <p:spPr>
          <a:xfrm>
            <a:off x="408000" y="936001"/>
            <a:ext cx="5280000" cy="962247"/>
          </a:xfrm>
        </p:spPr>
        <p:txBody>
          <a:bodyPr lIns="0" tIns="0" rIns="0" bIns="0">
            <a:noAutofit/>
          </a:bodyPr>
          <a:lstStyle>
            <a:lvl1pPr marL="0" indent="0">
              <a:lnSpc>
                <a:spcPct val="100000"/>
              </a:lnSpc>
              <a:buFontTx/>
              <a:buNone/>
              <a:defRPr sz="5333"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a:t>
            </a:r>
          </a:p>
        </p:txBody>
      </p:sp>
      <p:sp>
        <p:nvSpPr>
          <p:cNvPr id="4" name="TextBox 3">
            <a:extLst>
              <a:ext uri="{FF2B5EF4-FFF2-40B4-BE49-F238E27FC236}">
                <a16:creationId xmlns:a16="http://schemas.microsoft.com/office/drawing/2014/main" id="{437468B2-AE81-AC1C-8BC8-AA90C3CA6308}"/>
              </a:ext>
            </a:extLst>
          </p:cNvPr>
          <p:cNvSpPr txBox="1"/>
          <p:nvPr userDrawn="1"/>
        </p:nvSpPr>
        <p:spPr>
          <a:xfrm>
            <a:off x="12837459" y="-779"/>
            <a:ext cx="2510117" cy="749179"/>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Images can be used in the place holder frame. The orange corner graphic is an additional element and must remain in place.</a:t>
            </a:r>
          </a:p>
        </p:txBody>
      </p:sp>
      <p:grpSp>
        <p:nvGrpSpPr>
          <p:cNvPr id="9" name="Group 8">
            <a:extLst>
              <a:ext uri="{FF2B5EF4-FFF2-40B4-BE49-F238E27FC236}">
                <a16:creationId xmlns:a16="http://schemas.microsoft.com/office/drawing/2014/main" id="{081342DE-4EC9-FED2-A8F9-66D708A440F9}"/>
              </a:ext>
            </a:extLst>
          </p:cNvPr>
          <p:cNvGrpSpPr/>
          <p:nvPr userDrawn="1"/>
        </p:nvGrpSpPr>
        <p:grpSpPr>
          <a:xfrm>
            <a:off x="10609008" y="6203793"/>
            <a:ext cx="1111864" cy="408104"/>
            <a:chOff x="397414" y="755885"/>
            <a:chExt cx="2901256" cy="1064892"/>
          </a:xfrm>
        </p:grpSpPr>
        <p:grpSp>
          <p:nvGrpSpPr>
            <p:cNvPr id="10" name="Graphic 4">
              <a:extLst>
                <a:ext uri="{FF2B5EF4-FFF2-40B4-BE49-F238E27FC236}">
                  <a16:creationId xmlns:a16="http://schemas.microsoft.com/office/drawing/2014/main" id="{C1F47080-2D59-B575-9E6D-654CC3EA4B47}"/>
                </a:ext>
              </a:extLst>
            </p:cNvPr>
            <p:cNvGrpSpPr/>
            <p:nvPr/>
          </p:nvGrpSpPr>
          <p:grpSpPr>
            <a:xfrm>
              <a:off x="397414" y="755885"/>
              <a:ext cx="1031033" cy="1064892"/>
              <a:chOff x="397414" y="755885"/>
              <a:chExt cx="1031033" cy="1064892"/>
            </a:xfrm>
          </p:grpSpPr>
          <p:sp>
            <p:nvSpPr>
              <p:cNvPr id="34" name="Freeform 33">
                <a:extLst>
                  <a:ext uri="{FF2B5EF4-FFF2-40B4-BE49-F238E27FC236}">
                    <a16:creationId xmlns:a16="http://schemas.microsoft.com/office/drawing/2014/main" id="{63A66297-8E02-24AC-1CBC-390D3859A530}"/>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26DD59D5-D0C6-C0B4-8EED-E6EEC16E0845}"/>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88A1538E-2D29-9670-476C-04C307EAB784}"/>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11" name="Graphic 4">
              <a:extLst>
                <a:ext uri="{FF2B5EF4-FFF2-40B4-BE49-F238E27FC236}">
                  <a16:creationId xmlns:a16="http://schemas.microsoft.com/office/drawing/2014/main" id="{215DED03-6318-AC72-0780-7416AF0A2F5C}"/>
                </a:ext>
              </a:extLst>
            </p:cNvPr>
            <p:cNvGrpSpPr/>
            <p:nvPr/>
          </p:nvGrpSpPr>
          <p:grpSpPr>
            <a:xfrm>
              <a:off x="1208140" y="933050"/>
              <a:ext cx="2090530" cy="573060"/>
              <a:chOff x="1208140" y="933050"/>
              <a:chExt cx="2090530" cy="573060"/>
            </a:xfrm>
            <a:solidFill>
              <a:srgbClr val="333333"/>
            </a:solidFill>
          </p:grpSpPr>
          <p:sp>
            <p:nvSpPr>
              <p:cNvPr id="12" name="Freeform 11">
                <a:extLst>
                  <a:ext uri="{FF2B5EF4-FFF2-40B4-BE49-F238E27FC236}">
                    <a16:creationId xmlns:a16="http://schemas.microsoft.com/office/drawing/2014/main" id="{63520540-BA8C-D323-62F0-E404B5922AFB}"/>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1E13CD60-0AC3-6A09-12B3-5B0ED561EB75}"/>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64F6AF3C-EA28-9B15-B68D-48742234D81F}"/>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209F5C05-F892-601D-B51E-77CE2090F2DE}"/>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34553746-9369-085B-C667-D6C7AA357E06}"/>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3C2AFB6B-DBCB-4498-8391-41CA10F7A934}"/>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0F104378-1F58-EA73-E5CC-106BDCA845DF}"/>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1767F03F-2A98-93FD-A882-F5FC0653A961}"/>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B2A2B35D-03C3-9367-D947-5B7FF653CD53}"/>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40DCE9E3-5D5D-2E58-C720-457BC984CA3D}"/>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5" name="Freeform 24">
                <a:extLst>
                  <a:ext uri="{FF2B5EF4-FFF2-40B4-BE49-F238E27FC236}">
                    <a16:creationId xmlns:a16="http://schemas.microsoft.com/office/drawing/2014/main" id="{31887940-904C-4BB4-4151-984C0B4A6991}"/>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E3ED516A-705D-77D4-FB47-7C606D0202E5}"/>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A4425732-6C46-5DAB-7424-FF47BF752DD4}"/>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E2EAF7F8-AC61-EB2C-C575-1F072F306887}"/>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26E11809-7B51-FB17-52F0-23B85FB11D2B}"/>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863D7BC9-5289-A2B5-B842-83B39C878C20}"/>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FF08D607-077F-4D59-E2AF-44BC06D7568E}"/>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ECBFE842-340E-3EBB-1A44-4946F4C39A71}"/>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44" name="Text Placeholder 24">
            <a:extLst>
              <a:ext uri="{FF2B5EF4-FFF2-40B4-BE49-F238E27FC236}">
                <a16:creationId xmlns:a16="http://schemas.microsoft.com/office/drawing/2014/main" id="{8FCA09E2-5A94-0330-DC9F-61557E0BC97D}"/>
              </a:ext>
            </a:extLst>
          </p:cNvPr>
          <p:cNvSpPr>
            <a:spLocks noGrp="1"/>
          </p:cNvSpPr>
          <p:nvPr>
            <p:ph type="body" sz="quarter" idx="26"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45" name="Text Placeholder 24">
            <a:extLst>
              <a:ext uri="{FF2B5EF4-FFF2-40B4-BE49-F238E27FC236}">
                <a16:creationId xmlns:a16="http://schemas.microsoft.com/office/drawing/2014/main" id="{88E73BE4-C258-A44A-E5FE-9B69AE75BFC0}"/>
              </a:ext>
            </a:extLst>
          </p:cNvPr>
          <p:cNvSpPr>
            <a:spLocks noGrp="1"/>
          </p:cNvSpPr>
          <p:nvPr>
            <p:ph type="body" sz="quarter" idx="14"/>
          </p:nvPr>
        </p:nvSpPr>
        <p:spPr>
          <a:xfrm>
            <a:off x="408000" y="2394114"/>
            <a:ext cx="5280000" cy="3527885"/>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38" name="Picture Placeholder 11">
            <a:extLst>
              <a:ext uri="{FF2B5EF4-FFF2-40B4-BE49-F238E27FC236}">
                <a16:creationId xmlns:a16="http://schemas.microsoft.com/office/drawing/2014/main" id="{A6BA3BC5-896F-BD57-482C-89C5D359CB65}"/>
              </a:ext>
            </a:extLst>
          </p:cNvPr>
          <p:cNvSpPr>
            <a:spLocks noGrp="1"/>
          </p:cNvSpPr>
          <p:nvPr>
            <p:ph type="pic" sz="quarter" idx="15"/>
          </p:nvPr>
        </p:nvSpPr>
        <p:spPr>
          <a:xfrm>
            <a:off x="6047458" y="1098697"/>
            <a:ext cx="5740885" cy="4823303"/>
          </a:xfrm>
          <a:prstGeom prst="roundRect">
            <a:avLst>
              <a:gd name="adj" fmla="val 2914"/>
            </a:avLst>
          </a:prstGeom>
          <a:solidFill>
            <a:srgbClr val="EEEEEE"/>
          </a:solidFill>
        </p:spPr>
        <p:txBody>
          <a:bodyPr anchor="ctr" anchorCtr="0">
            <a:normAutofit/>
          </a:bodyPr>
          <a:lstStyle>
            <a:lvl1pPr marL="0" indent="0" algn="ctr">
              <a:buNone/>
              <a:defRPr sz="1867" b="1" i="0">
                <a:latin typeface="Museo Sans 900" panose="02000000000000000000" pitchFamily="2" charset="77"/>
              </a:defRPr>
            </a:lvl1pPr>
          </a:lstStyle>
          <a:p>
            <a:r>
              <a:rPr lang="en-GB"/>
              <a:t>Click icon to add picture</a:t>
            </a:r>
            <a:endParaRPr lang="en-US"/>
          </a:p>
        </p:txBody>
      </p:sp>
    </p:spTree>
    <p:custDataLst>
      <p:tags r:id="rId1"/>
    </p:custDataLst>
    <p:extLst>
      <p:ext uri="{BB962C8B-B14F-4D97-AF65-F5344CB8AC3E}">
        <p14:creationId xmlns:p14="http://schemas.microsoft.com/office/powerpoint/2010/main" val="1548567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Image B">
    <p:spTree>
      <p:nvGrpSpPr>
        <p:cNvPr id="1" name=""/>
        <p:cNvGrpSpPr/>
        <p:nvPr/>
      </p:nvGrpSpPr>
      <p:grpSpPr>
        <a:xfrm>
          <a:off x="0" y="0"/>
          <a:ext cx="0" cy="0"/>
          <a:chOff x="0" y="0"/>
          <a:chExt cx="0" cy="0"/>
        </a:xfrm>
      </p:grpSpPr>
      <p:sp>
        <p:nvSpPr>
          <p:cNvPr id="41" name="Text Placeholder 18">
            <a:extLst>
              <a:ext uri="{FF2B5EF4-FFF2-40B4-BE49-F238E27FC236}">
                <a16:creationId xmlns:a16="http://schemas.microsoft.com/office/drawing/2014/main" id="{3D22DE68-C11F-DFC9-2F2E-3EC805B28688}"/>
              </a:ext>
            </a:extLst>
          </p:cNvPr>
          <p:cNvSpPr>
            <a:spLocks noGrp="1"/>
          </p:cNvSpPr>
          <p:nvPr>
            <p:ph type="body" sz="quarter" idx="38" hasCustomPrompt="1"/>
          </p:nvPr>
        </p:nvSpPr>
        <p:spPr>
          <a:xfrm>
            <a:off x="408000" y="936000"/>
            <a:ext cx="5280000" cy="1767245"/>
          </a:xfrm>
        </p:spPr>
        <p:txBody>
          <a:bodyPr lIns="0" tIns="0" rIns="0" bIns="0">
            <a:noAutofit/>
          </a:bodyPr>
          <a:lstStyle>
            <a:lvl1pPr marL="0" indent="0">
              <a:lnSpc>
                <a:spcPct val="100000"/>
              </a:lnSpc>
              <a:buFontTx/>
              <a:buNone/>
              <a:defRPr sz="5333"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 </a:t>
            </a:r>
            <a:br>
              <a:rPr lang="en-GB"/>
            </a:br>
            <a:r>
              <a:rPr lang="en-GB"/>
              <a:t>on Two Lines</a:t>
            </a:r>
          </a:p>
        </p:txBody>
      </p:sp>
      <p:sp>
        <p:nvSpPr>
          <p:cNvPr id="4" name="TextBox 3">
            <a:extLst>
              <a:ext uri="{FF2B5EF4-FFF2-40B4-BE49-F238E27FC236}">
                <a16:creationId xmlns:a16="http://schemas.microsoft.com/office/drawing/2014/main" id="{437468B2-AE81-AC1C-8BC8-AA90C3CA6308}"/>
              </a:ext>
            </a:extLst>
          </p:cNvPr>
          <p:cNvSpPr txBox="1"/>
          <p:nvPr userDrawn="1"/>
        </p:nvSpPr>
        <p:spPr>
          <a:xfrm>
            <a:off x="12837459" y="-779"/>
            <a:ext cx="2510117" cy="749179"/>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Images can be used in the place holder frame. The orange corner graphic is an additional element and must remain in place.</a:t>
            </a:r>
          </a:p>
        </p:txBody>
      </p:sp>
      <p:grpSp>
        <p:nvGrpSpPr>
          <p:cNvPr id="9" name="Group 8">
            <a:extLst>
              <a:ext uri="{FF2B5EF4-FFF2-40B4-BE49-F238E27FC236}">
                <a16:creationId xmlns:a16="http://schemas.microsoft.com/office/drawing/2014/main" id="{081342DE-4EC9-FED2-A8F9-66D708A440F9}"/>
              </a:ext>
            </a:extLst>
          </p:cNvPr>
          <p:cNvGrpSpPr/>
          <p:nvPr userDrawn="1"/>
        </p:nvGrpSpPr>
        <p:grpSpPr>
          <a:xfrm>
            <a:off x="10609008" y="6203793"/>
            <a:ext cx="1111864" cy="408104"/>
            <a:chOff x="397414" y="755885"/>
            <a:chExt cx="2901256" cy="1064892"/>
          </a:xfrm>
        </p:grpSpPr>
        <p:grpSp>
          <p:nvGrpSpPr>
            <p:cNvPr id="10" name="Graphic 4">
              <a:extLst>
                <a:ext uri="{FF2B5EF4-FFF2-40B4-BE49-F238E27FC236}">
                  <a16:creationId xmlns:a16="http://schemas.microsoft.com/office/drawing/2014/main" id="{C1F47080-2D59-B575-9E6D-654CC3EA4B47}"/>
                </a:ext>
              </a:extLst>
            </p:cNvPr>
            <p:cNvGrpSpPr/>
            <p:nvPr/>
          </p:nvGrpSpPr>
          <p:grpSpPr>
            <a:xfrm>
              <a:off x="397414" y="755885"/>
              <a:ext cx="1031033" cy="1064892"/>
              <a:chOff x="397414" y="755885"/>
              <a:chExt cx="1031033" cy="1064892"/>
            </a:xfrm>
          </p:grpSpPr>
          <p:sp>
            <p:nvSpPr>
              <p:cNvPr id="34" name="Freeform 33">
                <a:extLst>
                  <a:ext uri="{FF2B5EF4-FFF2-40B4-BE49-F238E27FC236}">
                    <a16:creationId xmlns:a16="http://schemas.microsoft.com/office/drawing/2014/main" id="{63A66297-8E02-24AC-1CBC-390D3859A530}"/>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26DD59D5-D0C6-C0B4-8EED-E6EEC16E0845}"/>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88A1538E-2D29-9670-476C-04C307EAB784}"/>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11" name="Graphic 4">
              <a:extLst>
                <a:ext uri="{FF2B5EF4-FFF2-40B4-BE49-F238E27FC236}">
                  <a16:creationId xmlns:a16="http://schemas.microsoft.com/office/drawing/2014/main" id="{215DED03-6318-AC72-0780-7416AF0A2F5C}"/>
                </a:ext>
              </a:extLst>
            </p:cNvPr>
            <p:cNvGrpSpPr/>
            <p:nvPr/>
          </p:nvGrpSpPr>
          <p:grpSpPr>
            <a:xfrm>
              <a:off x="1208140" y="933050"/>
              <a:ext cx="2090530" cy="573060"/>
              <a:chOff x="1208140" y="933050"/>
              <a:chExt cx="2090530" cy="573060"/>
            </a:xfrm>
            <a:solidFill>
              <a:srgbClr val="333333"/>
            </a:solidFill>
          </p:grpSpPr>
          <p:sp>
            <p:nvSpPr>
              <p:cNvPr id="12" name="Freeform 11">
                <a:extLst>
                  <a:ext uri="{FF2B5EF4-FFF2-40B4-BE49-F238E27FC236}">
                    <a16:creationId xmlns:a16="http://schemas.microsoft.com/office/drawing/2014/main" id="{63520540-BA8C-D323-62F0-E404B5922AFB}"/>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1E13CD60-0AC3-6A09-12B3-5B0ED561EB75}"/>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64F6AF3C-EA28-9B15-B68D-48742234D81F}"/>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209F5C05-F892-601D-B51E-77CE2090F2DE}"/>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34553746-9369-085B-C667-D6C7AA357E06}"/>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3C2AFB6B-DBCB-4498-8391-41CA10F7A934}"/>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0F104378-1F58-EA73-E5CC-106BDCA845DF}"/>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1767F03F-2A98-93FD-A882-F5FC0653A961}"/>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B2A2B35D-03C3-9367-D947-5B7FF653CD53}"/>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40DCE9E3-5D5D-2E58-C720-457BC984CA3D}"/>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5" name="Freeform 24">
                <a:extLst>
                  <a:ext uri="{FF2B5EF4-FFF2-40B4-BE49-F238E27FC236}">
                    <a16:creationId xmlns:a16="http://schemas.microsoft.com/office/drawing/2014/main" id="{31887940-904C-4BB4-4151-984C0B4A6991}"/>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E3ED516A-705D-77D4-FB47-7C606D0202E5}"/>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A4425732-6C46-5DAB-7424-FF47BF752DD4}"/>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E2EAF7F8-AC61-EB2C-C575-1F072F306887}"/>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26E11809-7B51-FB17-52F0-23B85FB11D2B}"/>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863D7BC9-5289-A2B5-B842-83B39C878C20}"/>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FF08D607-077F-4D59-E2AF-44BC06D7568E}"/>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ECBFE842-340E-3EBB-1A44-4946F4C39A71}"/>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40" name="Text Placeholder 24">
            <a:extLst>
              <a:ext uri="{FF2B5EF4-FFF2-40B4-BE49-F238E27FC236}">
                <a16:creationId xmlns:a16="http://schemas.microsoft.com/office/drawing/2014/main" id="{A737B48E-27A1-6439-5724-8BB745DAEC34}"/>
              </a:ext>
            </a:extLst>
          </p:cNvPr>
          <p:cNvSpPr>
            <a:spLocks noGrp="1"/>
          </p:cNvSpPr>
          <p:nvPr>
            <p:ph type="body" sz="quarter" idx="37" hasCustomPrompt="1"/>
          </p:nvPr>
        </p:nvSpPr>
        <p:spPr>
          <a:xfrm>
            <a:off x="408000" y="2710439"/>
            <a:ext cx="5280000" cy="480000"/>
          </a:xfrm>
        </p:spPr>
        <p:txBody>
          <a:bodyPr lIns="0" tIns="0" rIns="0" bIns="0">
            <a:noAutofit/>
          </a:bodyPr>
          <a:lstStyle>
            <a:lvl1pPr marL="0" indent="0">
              <a:lnSpc>
                <a:spcPts val="1867"/>
              </a:lnSpc>
              <a:buFontTx/>
              <a:buNone/>
              <a:defRPr sz="1600" b="0" i="0">
                <a:solidFill>
                  <a:srgbClr val="FF5A10"/>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2" name="Text Placeholder 24">
            <a:extLst>
              <a:ext uri="{FF2B5EF4-FFF2-40B4-BE49-F238E27FC236}">
                <a16:creationId xmlns:a16="http://schemas.microsoft.com/office/drawing/2014/main" id="{7ACA3305-D788-765F-E846-C220CD46777B}"/>
              </a:ext>
            </a:extLst>
          </p:cNvPr>
          <p:cNvSpPr>
            <a:spLocks noGrp="1"/>
          </p:cNvSpPr>
          <p:nvPr>
            <p:ph type="body" sz="quarter" idx="14"/>
          </p:nvPr>
        </p:nvSpPr>
        <p:spPr>
          <a:xfrm>
            <a:off x="408000" y="3190439"/>
            <a:ext cx="5280000" cy="2731561"/>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3" name="Picture Placeholder 11">
            <a:extLst>
              <a:ext uri="{FF2B5EF4-FFF2-40B4-BE49-F238E27FC236}">
                <a16:creationId xmlns:a16="http://schemas.microsoft.com/office/drawing/2014/main" id="{9A2FB4EE-57DD-4028-F2B7-B60BD377C56E}"/>
              </a:ext>
            </a:extLst>
          </p:cNvPr>
          <p:cNvSpPr>
            <a:spLocks noGrp="1"/>
          </p:cNvSpPr>
          <p:nvPr>
            <p:ph type="pic" sz="quarter" idx="15"/>
          </p:nvPr>
        </p:nvSpPr>
        <p:spPr>
          <a:xfrm>
            <a:off x="6006574" y="1098697"/>
            <a:ext cx="5781769" cy="4823303"/>
          </a:xfrm>
          <a:prstGeom prst="roundRect">
            <a:avLst>
              <a:gd name="adj" fmla="val 2914"/>
            </a:avLst>
          </a:prstGeom>
          <a:solidFill>
            <a:srgbClr val="EEEEEE"/>
          </a:solidFill>
        </p:spPr>
        <p:txBody>
          <a:bodyPr anchor="ctr" anchorCtr="0">
            <a:normAutofit/>
          </a:bodyPr>
          <a:lstStyle>
            <a:lvl1pPr marL="0" indent="0" algn="ctr">
              <a:buNone/>
              <a:defRPr sz="1867" b="1" i="0">
                <a:latin typeface="Museo Sans 900" panose="02000000000000000000" pitchFamily="2" charset="77"/>
              </a:defRPr>
            </a:lvl1pPr>
          </a:lstStyle>
          <a:p>
            <a:r>
              <a:rPr lang="en-GB"/>
              <a:t>Click icon to add picture</a:t>
            </a:r>
            <a:endParaRPr lang="en-US"/>
          </a:p>
        </p:txBody>
      </p:sp>
    </p:spTree>
    <p:custDataLst>
      <p:tags r:id="rId1"/>
    </p:custDataLst>
    <p:extLst>
      <p:ext uri="{BB962C8B-B14F-4D97-AF65-F5344CB8AC3E}">
        <p14:creationId xmlns:p14="http://schemas.microsoft.com/office/powerpoint/2010/main" val="751517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Image C">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0BCAA425-67B4-5BDF-FC9B-95100F18ADCC}"/>
              </a:ext>
            </a:extLst>
          </p:cNvPr>
          <p:cNvSpPr txBox="1"/>
          <p:nvPr userDrawn="1"/>
        </p:nvSpPr>
        <p:spPr>
          <a:xfrm>
            <a:off x="12837459" y="-779"/>
            <a:ext cx="2510117" cy="749179"/>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Images can be used in the place holder frame. The orange corner graphic is an additional element and must remain in place.</a:t>
            </a:r>
          </a:p>
        </p:txBody>
      </p:sp>
      <p:grpSp>
        <p:nvGrpSpPr>
          <p:cNvPr id="4" name="Group 3">
            <a:extLst>
              <a:ext uri="{FF2B5EF4-FFF2-40B4-BE49-F238E27FC236}">
                <a16:creationId xmlns:a16="http://schemas.microsoft.com/office/drawing/2014/main" id="{8CBCCF14-35FF-6F10-B4EF-7D7B5ECEDDD1}"/>
              </a:ext>
            </a:extLst>
          </p:cNvPr>
          <p:cNvGrpSpPr/>
          <p:nvPr userDrawn="1"/>
        </p:nvGrpSpPr>
        <p:grpSpPr>
          <a:xfrm>
            <a:off x="10609008" y="6203793"/>
            <a:ext cx="1111864" cy="408104"/>
            <a:chOff x="397414" y="755885"/>
            <a:chExt cx="2901256" cy="1064892"/>
          </a:xfrm>
        </p:grpSpPr>
        <p:grpSp>
          <p:nvGrpSpPr>
            <p:cNvPr id="5" name="Graphic 4">
              <a:extLst>
                <a:ext uri="{FF2B5EF4-FFF2-40B4-BE49-F238E27FC236}">
                  <a16:creationId xmlns:a16="http://schemas.microsoft.com/office/drawing/2014/main" id="{81B2B83D-C8C7-D047-6845-DF4C9F2006D1}"/>
                </a:ext>
              </a:extLst>
            </p:cNvPr>
            <p:cNvGrpSpPr/>
            <p:nvPr/>
          </p:nvGrpSpPr>
          <p:grpSpPr>
            <a:xfrm>
              <a:off x="397414" y="755885"/>
              <a:ext cx="1031033" cy="1064892"/>
              <a:chOff x="397414" y="755885"/>
              <a:chExt cx="1031033" cy="1064892"/>
            </a:xfrm>
          </p:grpSpPr>
          <p:sp>
            <p:nvSpPr>
              <p:cNvPr id="34" name="Freeform 33">
                <a:extLst>
                  <a:ext uri="{FF2B5EF4-FFF2-40B4-BE49-F238E27FC236}">
                    <a16:creationId xmlns:a16="http://schemas.microsoft.com/office/drawing/2014/main" id="{5A3E9C46-04F7-DE70-6883-9D2AD10F8B1E}"/>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D4552B29-BE55-1DAA-16A1-F03398E365EB}"/>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ED5F1605-64EC-CD61-34B3-7A4791237AC2}"/>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8" name="Graphic 4">
              <a:extLst>
                <a:ext uri="{FF2B5EF4-FFF2-40B4-BE49-F238E27FC236}">
                  <a16:creationId xmlns:a16="http://schemas.microsoft.com/office/drawing/2014/main" id="{46BF4429-5EB1-1CF7-78B4-2BB4E6A35671}"/>
                </a:ext>
              </a:extLst>
            </p:cNvPr>
            <p:cNvGrpSpPr/>
            <p:nvPr/>
          </p:nvGrpSpPr>
          <p:grpSpPr>
            <a:xfrm>
              <a:off x="1208140" y="933050"/>
              <a:ext cx="2090530" cy="573060"/>
              <a:chOff x="1208140" y="933050"/>
              <a:chExt cx="2090530" cy="573060"/>
            </a:xfrm>
            <a:solidFill>
              <a:srgbClr val="333333"/>
            </a:solidFill>
          </p:grpSpPr>
          <p:sp>
            <p:nvSpPr>
              <p:cNvPr id="9" name="Freeform 8">
                <a:extLst>
                  <a:ext uri="{FF2B5EF4-FFF2-40B4-BE49-F238E27FC236}">
                    <a16:creationId xmlns:a16="http://schemas.microsoft.com/office/drawing/2014/main" id="{7478D1A8-1330-1A37-5FF3-2264A42DC734}"/>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51DEEE78-78E1-3249-1C19-06202448EB10}"/>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54841845-CADC-6A7C-FD4A-956B8C1A990B}"/>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22007AA5-4F16-24A0-17F0-FFEA295E7FE6}"/>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8D6D52E4-1C43-E293-A8B0-F8217E0F0D20}"/>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CE663B51-BB0C-CD9D-164F-5C8DB1495BB1}"/>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4B4CF2A6-EDD2-956F-43CA-48B959C94CD0}"/>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46EA19BB-2E5B-E1FB-5D08-018B2525EE04}"/>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F58D9B40-559F-55FB-BDD4-F98FF9CE8CED}"/>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1B2B43FF-1B00-9A1D-BF49-B665D52379F3}"/>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5" name="Freeform 24">
                <a:extLst>
                  <a:ext uri="{FF2B5EF4-FFF2-40B4-BE49-F238E27FC236}">
                    <a16:creationId xmlns:a16="http://schemas.microsoft.com/office/drawing/2014/main" id="{7F9E7D86-BCE8-347C-7137-3BDE3A3925CB}"/>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C52419FB-71FA-ED51-BB51-2124B61CB1C5}"/>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27345EEB-FDB0-31F1-75EA-F31BA8543437}"/>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3CAD6E66-539D-6AAA-0A72-21A20787B6A8}"/>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9B764C8B-22B1-50C8-5A58-8859817E79D0}"/>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5202B015-91C3-FF17-DCCC-98F3F344C638}"/>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549AEA1F-8E17-6FC7-CF0E-DA29A63BDB0E}"/>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F9122648-1253-1E6C-7219-F9327901A409}"/>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14" name="Text Placeholder 18">
            <a:extLst>
              <a:ext uri="{FF2B5EF4-FFF2-40B4-BE49-F238E27FC236}">
                <a16:creationId xmlns:a16="http://schemas.microsoft.com/office/drawing/2014/main" id="{4EFA1F18-094E-746F-C191-787DB843A292}"/>
              </a:ext>
            </a:extLst>
          </p:cNvPr>
          <p:cNvSpPr>
            <a:spLocks noGrp="1"/>
          </p:cNvSpPr>
          <p:nvPr>
            <p:ph type="body" sz="quarter" idx="38" hasCustomPrompt="1"/>
          </p:nvPr>
        </p:nvSpPr>
        <p:spPr>
          <a:xfrm>
            <a:off x="6478472" y="943088"/>
            <a:ext cx="5280000" cy="525927"/>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a:t>
            </a:r>
          </a:p>
        </p:txBody>
      </p:sp>
      <p:sp>
        <p:nvSpPr>
          <p:cNvPr id="16" name="Text Placeholder 24">
            <a:extLst>
              <a:ext uri="{FF2B5EF4-FFF2-40B4-BE49-F238E27FC236}">
                <a16:creationId xmlns:a16="http://schemas.microsoft.com/office/drawing/2014/main" id="{EE068F4C-9820-9591-0FBC-12587C2449D0}"/>
              </a:ext>
            </a:extLst>
          </p:cNvPr>
          <p:cNvSpPr>
            <a:spLocks noGrp="1"/>
          </p:cNvSpPr>
          <p:nvPr>
            <p:ph type="body" sz="quarter" idx="37" hasCustomPrompt="1"/>
          </p:nvPr>
        </p:nvSpPr>
        <p:spPr>
          <a:xfrm>
            <a:off x="6478472" y="1561568"/>
            <a:ext cx="5280000" cy="480000"/>
          </a:xfrm>
        </p:spPr>
        <p:txBody>
          <a:bodyPr lIns="0" tIns="0" rIns="0" bIns="0">
            <a:noAutofit/>
          </a:bodyPr>
          <a:lstStyle>
            <a:lvl1pPr marL="0" indent="0">
              <a:lnSpc>
                <a:spcPts val="1867"/>
              </a:lnSpc>
              <a:buFontTx/>
              <a:buNone/>
              <a:defRPr sz="1600" b="0" i="0">
                <a:solidFill>
                  <a:srgbClr val="FF5A10"/>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17" name="Text Placeholder 24">
            <a:extLst>
              <a:ext uri="{FF2B5EF4-FFF2-40B4-BE49-F238E27FC236}">
                <a16:creationId xmlns:a16="http://schemas.microsoft.com/office/drawing/2014/main" id="{1D4B709A-FB8C-F31E-731F-C79B7B61B3D7}"/>
              </a:ext>
            </a:extLst>
          </p:cNvPr>
          <p:cNvSpPr>
            <a:spLocks noGrp="1"/>
          </p:cNvSpPr>
          <p:nvPr>
            <p:ph type="body" sz="quarter" idx="14"/>
          </p:nvPr>
        </p:nvSpPr>
        <p:spPr>
          <a:xfrm>
            <a:off x="6478472" y="2131748"/>
            <a:ext cx="5280000" cy="3821244"/>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3" name="Picture Placeholder 11">
            <a:extLst>
              <a:ext uri="{FF2B5EF4-FFF2-40B4-BE49-F238E27FC236}">
                <a16:creationId xmlns:a16="http://schemas.microsoft.com/office/drawing/2014/main" id="{540BCB58-92F8-E29C-9F96-97115E250863}"/>
              </a:ext>
            </a:extLst>
          </p:cNvPr>
          <p:cNvSpPr>
            <a:spLocks noGrp="1"/>
          </p:cNvSpPr>
          <p:nvPr>
            <p:ph type="pic" sz="quarter" idx="39"/>
          </p:nvPr>
        </p:nvSpPr>
        <p:spPr>
          <a:xfrm>
            <a:off x="433528" y="1049408"/>
            <a:ext cx="5687568" cy="4910672"/>
          </a:xfrm>
          <a:prstGeom prst="roundRect">
            <a:avLst>
              <a:gd name="adj" fmla="val 2914"/>
            </a:avLst>
          </a:prstGeom>
          <a:solidFill>
            <a:srgbClr val="EEEEEE"/>
          </a:solidFill>
        </p:spPr>
        <p:txBody>
          <a:bodyPr anchor="ctr" anchorCtr="0">
            <a:normAutofit/>
          </a:bodyPr>
          <a:lstStyle>
            <a:lvl1pPr marL="0" indent="0" algn="ctr">
              <a:buNone/>
              <a:defRPr sz="1867" b="1" i="0">
                <a:latin typeface="Museo Sans 900" panose="02000000000000000000" pitchFamily="2" charset="77"/>
              </a:defRPr>
            </a:lvl1pPr>
          </a:lstStyle>
          <a:p>
            <a:r>
              <a:rPr lang="en-GB"/>
              <a:t>Click icon to add picture</a:t>
            </a:r>
            <a:endParaRPr lang="en-US"/>
          </a:p>
        </p:txBody>
      </p:sp>
    </p:spTree>
    <p:extLst>
      <p:ext uri="{BB962C8B-B14F-4D97-AF65-F5344CB8AC3E}">
        <p14:creationId xmlns:p14="http://schemas.microsoft.com/office/powerpoint/2010/main" val="773144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Image 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0BCAA425-67B4-5BDF-FC9B-95100F18ADCC}"/>
              </a:ext>
            </a:extLst>
          </p:cNvPr>
          <p:cNvSpPr txBox="1"/>
          <p:nvPr userDrawn="1"/>
        </p:nvSpPr>
        <p:spPr>
          <a:xfrm>
            <a:off x="12837459" y="-779"/>
            <a:ext cx="2510117" cy="749179"/>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Images can be used in the place holder frame. The orange corner graphic is an additional element and must remain in place.</a:t>
            </a:r>
          </a:p>
        </p:txBody>
      </p:sp>
      <p:grpSp>
        <p:nvGrpSpPr>
          <p:cNvPr id="4" name="Group 3">
            <a:extLst>
              <a:ext uri="{FF2B5EF4-FFF2-40B4-BE49-F238E27FC236}">
                <a16:creationId xmlns:a16="http://schemas.microsoft.com/office/drawing/2014/main" id="{8CBCCF14-35FF-6F10-B4EF-7D7B5ECEDDD1}"/>
              </a:ext>
            </a:extLst>
          </p:cNvPr>
          <p:cNvGrpSpPr/>
          <p:nvPr userDrawn="1"/>
        </p:nvGrpSpPr>
        <p:grpSpPr>
          <a:xfrm>
            <a:off x="10609008" y="6203793"/>
            <a:ext cx="1111864" cy="408104"/>
            <a:chOff x="397414" y="755885"/>
            <a:chExt cx="2901256" cy="1064892"/>
          </a:xfrm>
        </p:grpSpPr>
        <p:grpSp>
          <p:nvGrpSpPr>
            <p:cNvPr id="5" name="Graphic 4">
              <a:extLst>
                <a:ext uri="{FF2B5EF4-FFF2-40B4-BE49-F238E27FC236}">
                  <a16:creationId xmlns:a16="http://schemas.microsoft.com/office/drawing/2014/main" id="{81B2B83D-C8C7-D047-6845-DF4C9F2006D1}"/>
                </a:ext>
              </a:extLst>
            </p:cNvPr>
            <p:cNvGrpSpPr/>
            <p:nvPr/>
          </p:nvGrpSpPr>
          <p:grpSpPr>
            <a:xfrm>
              <a:off x="397414" y="755885"/>
              <a:ext cx="1031033" cy="1064892"/>
              <a:chOff x="397414" y="755885"/>
              <a:chExt cx="1031033" cy="1064892"/>
            </a:xfrm>
          </p:grpSpPr>
          <p:sp>
            <p:nvSpPr>
              <p:cNvPr id="34" name="Freeform 33">
                <a:extLst>
                  <a:ext uri="{FF2B5EF4-FFF2-40B4-BE49-F238E27FC236}">
                    <a16:creationId xmlns:a16="http://schemas.microsoft.com/office/drawing/2014/main" id="{5A3E9C46-04F7-DE70-6883-9D2AD10F8B1E}"/>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D4552B29-BE55-1DAA-16A1-F03398E365EB}"/>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ED5F1605-64EC-CD61-34B3-7A4791237AC2}"/>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8" name="Graphic 4">
              <a:extLst>
                <a:ext uri="{FF2B5EF4-FFF2-40B4-BE49-F238E27FC236}">
                  <a16:creationId xmlns:a16="http://schemas.microsoft.com/office/drawing/2014/main" id="{46BF4429-5EB1-1CF7-78B4-2BB4E6A35671}"/>
                </a:ext>
              </a:extLst>
            </p:cNvPr>
            <p:cNvGrpSpPr/>
            <p:nvPr/>
          </p:nvGrpSpPr>
          <p:grpSpPr>
            <a:xfrm>
              <a:off x="1208140" y="933050"/>
              <a:ext cx="2090530" cy="573060"/>
              <a:chOff x="1208140" y="933050"/>
              <a:chExt cx="2090530" cy="573060"/>
            </a:xfrm>
            <a:solidFill>
              <a:srgbClr val="333333"/>
            </a:solidFill>
          </p:grpSpPr>
          <p:sp>
            <p:nvSpPr>
              <p:cNvPr id="9" name="Freeform 8">
                <a:extLst>
                  <a:ext uri="{FF2B5EF4-FFF2-40B4-BE49-F238E27FC236}">
                    <a16:creationId xmlns:a16="http://schemas.microsoft.com/office/drawing/2014/main" id="{7478D1A8-1330-1A37-5FF3-2264A42DC734}"/>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51DEEE78-78E1-3249-1C19-06202448EB10}"/>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54841845-CADC-6A7C-FD4A-956B8C1A990B}"/>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22007AA5-4F16-24A0-17F0-FFEA295E7FE6}"/>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8D6D52E4-1C43-E293-A8B0-F8217E0F0D20}"/>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CE663B51-BB0C-CD9D-164F-5C8DB1495BB1}"/>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4B4CF2A6-EDD2-956F-43CA-48B959C94CD0}"/>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46EA19BB-2E5B-E1FB-5D08-018B2525EE04}"/>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F58D9B40-559F-55FB-BDD4-F98FF9CE8CED}"/>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1B2B43FF-1B00-9A1D-BF49-B665D52379F3}"/>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5" name="Freeform 24">
                <a:extLst>
                  <a:ext uri="{FF2B5EF4-FFF2-40B4-BE49-F238E27FC236}">
                    <a16:creationId xmlns:a16="http://schemas.microsoft.com/office/drawing/2014/main" id="{7F9E7D86-BCE8-347C-7137-3BDE3A3925CB}"/>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C52419FB-71FA-ED51-BB51-2124B61CB1C5}"/>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27345EEB-FDB0-31F1-75EA-F31BA8543437}"/>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3CAD6E66-539D-6AAA-0A72-21A20787B6A8}"/>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9B764C8B-22B1-50C8-5A58-8859817E79D0}"/>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5202B015-91C3-FF17-DCCC-98F3F344C638}"/>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549AEA1F-8E17-6FC7-CF0E-DA29A63BDB0E}"/>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F9122648-1253-1E6C-7219-F9327901A409}"/>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51" name="Text Placeholder 18">
            <a:extLst>
              <a:ext uri="{FF2B5EF4-FFF2-40B4-BE49-F238E27FC236}">
                <a16:creationId xmlns:a16="http://schemas.microsoft.com/office/drawing/2014/main" id="{B5D3EDC4-70C3-4FD9-89AC-29EAF2E6D70C}"/>
              </a:ext>
            </a:extLst>
          </p:cNvPr>
          <p:cNvSpPr>
            <a:spLocks noGrp="1"/>
          </p:cNvSpPr>
          <p:nvPr>
            <p:ph type="body" sz="quarter" idx="38" hasCustomPrompt="1"/>
          </p:nvPr>
        </p:nvSpPr>
        <p:spPr>
          <a:xfrm>
            <a:off x="6478472" y="936001"/>
            <a:ext cx="5280000" cy="1024536"/>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 </a:t>
            </a:r>
            <a:br>
              <a:rPr lang="en-GB"/>
            </a:br>
            <a:r>
              <a:rPr lang="en-GB"/>
              <a:t>on Two Lines</a:t>
            </a:r>
          </a:p>
        </p:txBody>
      </p:sp>
      <p:sp>
        <p:nvSpPr>
          <p:cNvPr id="52" name="Text Placeholder 24">
            <a:extLst>
              <a:ext uri="{FF2B5EF4-FFF2-40B4-BE49-F238E27FC236}">
                <a16:creationId xmlns:a16="http://schemas.microsoft.com/office/drawing/2014/main" id="{6BE4F945-9CDD-AC58-2CDE-9CD900630D27}"/>
              </a:ext>
            </a:extLst>
          </p:cNvPr>
          <p:cNvSpPr>
            <a:spLocks noGrp="1"/>
          </p:cNvSpPr>
          <p:nvPr>
            <p:ph type="body" sz="quarter" idx="37" hasCustomPrompt="1"/>
          </p:nvPr>
        </p:nvSpPr>
        <p:spPr>
          <a:xfrm>
            <a:off x="6478472" y="2029342"/>
            <a:ext cx="5280000" cy="480000"/>
          </a:xfrm>
        </p:spPr>
        <p:txBody>
          <a:bodyPr lIns="0" tIns="0" rIns="0" bIns="0">
            <a:noAutofit/>
          </a:bodyPr>
          <a:lstStyle>
            <a:lvl1pPr marL="0" indent="0">
              <a:lnSpc>
                <a:spcPts val="1867"/>
              </a:lnSpc>
              <a:buFontTx/>
              <a:buNone/>
              <a:defRPr sz="1600" b="0" i="0">
                <a:solidFill>
                  <a:srgbClr val="FF5A10"/>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53" name="Text Placeholder 24">
            <a:extLst>
              <a:ext uri="{FF2B5EF4-FFF2-40B4-BE49-F238E27FC236}">
                <a16:creationId xmlns:a16="http://schemas.microsoft.com/office/drawing/2014/main" id="{9169A1C1-1CE6-88C5-3CD1-C841B101407F}"/>
              </a:ext>
            </a:extLst>
          </p:cNvPr>
          <p:cNvSpPr>
            <a:spLocks noGrp="1"/>
          </p:cNvSpPr>
          <p:nvPr>
            <p:ph type="body" sz="quarter" idx="14"/>
          </p:nvPr>
        </p:nvSpPr>
        <p:spPr>
          <a:xfrm>
            <a:off x="6478472" y="2578147"/>
            <a:ext cx="5280000" cy="3330334"/>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2" name="Picture Placeholder 11">
            <a:extLst>
              <a:ext uri="{FF2B5EF4-FFF2-40B4-BE49-F238E27FC236}">
                <a16:creationId xmlns:a16="http://schemas.microsoft.com/office/drawing/2014/main" id="{DD862ECE-AB83-6D19-8C72-553F51A367E8}"/>
              </a:ext>
            </a:extLst>
          </p:cNvPr>
          <p:cNvSpPr>
            <a:spLocks noGrp="1"/>
          </p:cNvSpPr>
          <p:nvPr>
            <p:ph type="pic" sz="quarter" idx="39"/>
          </p:nvPr>
        </p:nvSpPr>
        <p:spPr>
          <a:xfrm>
            <a:off x="433528" y="1036144"/>
            <a:ext cx="5775886" cy="4925501"/>
          </a:xfrm>
          <a:prstGeom prst="roundRect">
            <a:avLst>
              <a:gd name="adj" fmla="val 2914"/>
            </a:avLst>
          </a:prstGeom>
          <a:solidFill>
            <a:srgbClr val="EEEEEE"/>
          </a:solidFill>
        </p:spPr>
        <p:txBody>
          <a:bodyPr anchor="ctr" anchorCtr="0">
            <a:normAutofit/>
          </a:bodyPr>
          <a:lstStyle>
            <a:lvl1pPr marL="0" indent="0" algn="ctr">
              <a:buNone/>
              <a:defRPr sz="1867" b="1" i="0">
                <a:latin typeface="Museo Sans 900" panose="02000000000000000000" pitchFamily="2" charset="77"/>
              </a:defRPr>
            </a:lvl1pPr>
          </a:lstStyle>
          <a:p>
            <a:r>
              <a:rPr lang="en-GB"/>
              <a:t>Click icon to add picture</a:t>
            </a:r>
            <a:endParaRPr lang="en-US"/>
          </a:p>
        </p:txBody>
      </p:sp>
    </p:spTree>
    <p:custDataLst>
      <p:tags r:id="rId1"/>
    </p:custDataLst>
    <p:extLst>
      <p:ext uri="{BB962C8B-B14F-4D97-AF65-F5344CB8AC3E}">
        <p14:creationId xmlns:p14="http://schemas.microsoft.com/office/powerpoint/2010/main" val="38326066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Image 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26C58B75-5550-7C4B-7FD9-2274E4FEF0DD}"/>
              </a:ext>
            </a:extLst>
          </p:cNvPr>
          <p:cNvSpPr>
            <a:spLocks noGrp="1"/>
          </p:cNvSpPr>
          <p:nvPr>
            <p:ph type="pic" sz="quarter" idx="15"/>
          </p:nvPr>
        </p:nvSpPr>
        <p:spPr>
          <a:xfrm>
            <a:off x="407999" y="2503493"/>
            <a:ext cx="11375484" cy="3515959"/>
          </a:xfrm>
          <a:prstGeom prst="roundRect">
            <a:avLst>
              <a:gd name="adj" fmla="val 2914"/>
            </a:avLst>
          </a:prstGeom>
          <a:solidFill>
            <a:srgbClr val="EEEEEE"/>
          </a:solidFill>
        </p:spPr>
        <p:txBody>
          <a:bodyPr anchor="ctr" anchorCtr="0">
            <a:normAutofit/>
          </a:bodyPr>
          <a:lstStyle>
            <a:lvl1pPr marL="0" indent="0" algn="ctr">
              <a:buNone/>
              <a:defRPr sz="1867" b="1" i="0">
                <a:latin typeface="Museo Sans 900" panose="02000000000000000000" pitchFamily="2" charset="77"/>
              </a:defRPr>
            </a:lvl1pPr>
          </a:lstStyle>
          <a:p>
            <a:r>
              <a:rPr lang="en-GB"/>
              <a:t>Click icon to add picture</a:t>
            </a:r>
            <a:endParaRPr lang="en-US"/>
          </a:p>
        </p:txBody>
      </p:sp>
      <p:sp>
        <p:nvSpPr>
          <p:cNvPr id="25" name="Text Placeholder 24">
            <a:extLst>
              <a:ext uri="{FF2B5EF4-FFF2-40B4-BE49-F238E27FC236}">
                <a16:creationId xmlns:a16="http://schemas.microsoft.com/office/drawing/2014/main" id="{E757EA63-E167-38AF-0199-96BB61E6F3F5}"/>
              </a:ext>
            </a:extLst>
          </p:cNvPr>
          <p:cNvSpPr>
            <a:spLocks noGrp="1"/>
          </p:cNvSpPr>
          <p:nvPr>
            <p:ph type="body" sz="quarter" idx="14"/>
          </p:nvPr>
        </p:nvSpPr>
        <p:spPr>
          <a:xfrm>
            <a:off x="7180997" y="966143"/>
            <a:ext cx="4579203" cy="1131759"/>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4" name="TextBox 3">
            <a:extLst>
              <a:ext uri="{FF2B5EF4-FFF2-40B4-BE49-F238E27FC236}">
                <a16:creationId xmlns:a16="http://schemas.microsoft.com/office/drawing/2014/main" id="{72EA4006-955A-22C6-DAC5-A781D037FDE6}"/>
              </a:ext>
            </a:extLst>
          </p:cNvPr>
          <p:cNvSpPr txBox="1"/>
          <p:nvPr userDrawn="1"/>
        </p:nvSpPr>
        <p:spPr>
          <a:xfrm>
            <a:off x="12837459" y="-778"/>
            <a:ext cx="2510117" cy="1077603"/>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Images can be used in the</a:t>
            </a: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placeholder frame. Please don’t extend of alter the frame, or use images that are clearly too small.</a:t>
            </a:r>
          </a:p>
          <a:p>
            <a:pPr algn="l">
              <a:buFont typeface="Arial" panose="020B0604020202020204" pitchFamily="34" charset="0"/>
              <a:buNone/>
            </a:pPr>
            <a:r>
              <a:rPr lang="en-GB" sz="1067" b="0" i="0">
                <a:solidFill>
                  <a:srgbClr val="333333"/>
                </a:solidFill>
                <a:latin typeface="Museo Sans 500" panose="02000000000000000000" pitchFamily="2" charset="77"/>
              </a:rPr>
              <a:t>There are other slides with frames for smaller images.</a:t>
            </a:r>
          </a:p>
        </p:txBody>
      </p:sp>
      <p:grpSp>
        <p:nvGrpSpPr>
          <p:cNvPr id="5" name="Group 4">
            <a:extLst>
              <a:ext uri="{FF2B5EF4-FFF2-40B4-BE49-F238E27FC236}">
                <a16:creationId xmlns:a16="http://schemas.microsoft.com/office/drawing/2014/main" id="{B2E3BB4C-4BC2-CB60-39EB-D2F2D8CC2E38}"/>
              </a:ext>
            </a:extLst>
          </p:cNvPr>
          <p:cNvGrpSpPr/>
          <p:nvPr userDrawn="1"/>
        </p:nvGrpSpPr>
        <p:grpSpPr>
          <a:xfrm>
            <a:off x="10609008" y="6203793"/>
            <a:ext cx="1111864" cy="408104"/>
            <a:chOff x="397414" y="755885"/>
            <a:chExt cx="2901256" cy="1064892"/>
          </a:xfrm>
        </p:grpSpPr>
        <p:grpSp>
          <p:nvGrpSpPr>
            <p:cNvPr id="8" name="Graphic 4">
              <a:extLst>
                <a:ext uri="{FF2B5EF4-FFF2-40B4-BE49-F238E27FC236}">
                  <a16:creationId xmlns:a16="http://schemas.microsoft.com/office/drawing/2014/main" id="{84401569-044D-F939-1EA7-1DFE64ABAFDB}"/>
                </a:ext>
              </a:extLst>
            </p:cNvPr>
            <p:cNvGrpSpPr/>
            <p:nvPr/>
          </p:nvGrpSpPr>
          <p:grpSpPr>
            <a:xfrm>
              <a:off x="397414" y="755885"/>
              <a:ext cx="1031033" cy="1064892"/>
              <a:chOff x="397414" y="755885"/>
              <a:chExt cx="1031033" cy="1064892"/>
            </a:xfrm>
          </p:grpSpPr>
          <p:sp>
            <p:nvSpPr>
              <p:cNvPr id="33" name="Freeform 32">
                <a:extLst>
                  <a:ext uri="{FF2B5EF4-FFF2-40B4-BE49-F238E27FC236}">
                    <a16:creationId xmlns:a16="http://schemas.microsoft.com/office/drawing/2014/main" id="{A3213264-0DBF-30C9-CC09-39D6FB6B83BF}"/>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4" name="Freeform 33">
                <a:extLst>
                  <a:ext uri="{FF2B5EF4-FFF2-40B4-BE49-F238E27FC236}">
                    <a16:creationId xmlns:a16="http://schemas.microsoft.com/office/drawing/2014/main" id="{94013726-CC87-84EB-2CA7-6AC6577FDEEE}"/>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D89CC377-607B-BB45-1C6F-94D39C89D2AB}"/>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9" name="Graphic 4">
              <a:extLst>
                <a:ext uri="{FF2B5EF4-FFF2-40B4-BE49-F238E27FC236}">
                  <a16:creationId xmlns:a16="http://schemas.microsoft.com/office/drawing/2014/main" id="{F563DC01-80F2-A6D4-8A9C-F6214B98CFDE}"/>
                </a:ext>
              </a:extLst>
            </p:cNvPr>
            <p:cNvGrpSpPr/>
            <p:nvPr/>
          </p:nvGrpSpPr>
          <p:grpSpPr>
            <a:xfrm>
              <a:off x="1208140" y="933050"/>
              <a:ext cx="2090530" cy="573060"/>
              <a:chOff x="1208140" y="933050"/>
              <a:chExt cx="2090530" cy="573060"/>
            </a:xfrm>
            <a:solidFill>
              <a:srgbClr val="333333"/>
            </a:solidFill>
          </p:grpSpPr>
          <p:sp>
            <p:nvSpPr>
              <p:cNvPr id="10" name="Freeform 9">
                <a:extLst>
                  <a:ext uri="{FF2B5EF4-FFF2-40B4-BE49-F238E27FC236}">
                    <a16:creationId xmlns:a16="http://schemas.microsoft.com/office/drawing/2014/main" id="{7FA94AAA-7452-620D-5AA7-E11181251D4B}"/>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1" name="Freeform 10">
                <a:extLst>
                  <a:ext uri="{FF2B5EF4-FFF2-40B4-BE49-F238E27FC236}">
                    <a16:creationId xmlns:a16="http://schemas.microsoft.com/office/drawing/2014/main" id="{58518E09-9B11-50F0-5BBC-254034E21EF6}"/>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2D70725D-AE4F-BF74-4FBD-F4982919A936}"/>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22C2752C-7348-F9AE-B2DE-A49D6B19EE88}"/>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6" name="Freeform 15">
                <a:extLst>
                  <a:ext uri="{FF2B5EF4-FFF2-40B4-BE49-F238E27FC236}">
                    <a16:creationId xmlns:a16="http://schemas.microsoft.com/office/drawing/2014/main" id="{332E18AE-F32B-25DA-90CF-C6C20B25594E}"/>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E8355B09-A2F8-3947-D095-5CCBB6E01236}"/>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8BEF6F31-9E98-21F0-87A4-24C7844300C0}"/>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300376E1-300C-D932-14DA-0E4B68CF2B88}"/>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96BE0330-7ABD-2DA6-4E9C-4C7701B9C5B7}"/>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A61C5A45-3CA4-AC4E-3871-F831D22C2B8A}"/>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AC6FB1F4-8679-C481-9C66-AB5D346027BB}"/>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869BA3E0-AE70-9788-BE5A-33CCB94F9942}"/>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42F34904-AF52-4748-1BB0-09DC41F931FB}"/>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2AD4BE00-4A49-3F86-F795-6EC4B15F0ADE}"/>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F7949414-438E-D5CD-DC3D-4343818E298D}"/>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E86EBC25-ADA9-6AC1-421D-5C191A091432}"/>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437B7D57-36F1-D9E8-CA1E-8DB439F4E94B}"/>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177E37C7-C93E-4E31-B44C-45AAB975325B}"/>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41" name="Text Placeholder 18">
            <a:extLst>
              <a:ext uri="{FF2B5EF4-FFF2-40B4-BE49-F238E27FC236}">
                <a16:creationId xmlns:a16="http://schemas.microsoft.com/office/drawing/2014/main" id="{5EB9D75F-8A53-B249-53E1-BA44B5A30CBC}"/>
              </a:ext>
            </a:extLst>
          </p:cNvPr>
          <p:cNvSpPr>
            <a:spLocks noGrp="1"/>
          </p:cNvSpPr>
          <p:nvPr>
            <p:ph type="body" sz="quarter" idx="13" hasCustomPrompt="1"/>
          </p:nvPr>
        </p:nvSpPr>
        <p:spPr>
          <a:xfrm>
            <a:off x="407999" y="936001"/>
            <a:ext cx="6588223" cy="962247"/>
          </a:xfrm>
        </p:spPr>
        <p:txBody>
          <a:bodyPr lIns="0" tIns="0" rIns="0" bIns="0">
            <a:noAutofit/>
          </a:bodyPr>
          <a:lstStyle>
            <a:lvl1pPr marL="0" indent="0">
              <a:lnSpc>
                <a:spcPct val="100000"/>
              </a:lnSpc>
              <a:buFontTx/>
              <a:buNone/>
              <a:defRPr sz="5333"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a:t>
            </a:r>
          </a:p>
        </p:txBody>
      </p:sp>
      <p:sp>
        <p:nvSpPr>
          <p:cNvPr id="43" name="Text Placeholder 24">
            <a:extLst>
              <a:ext uri="{FF2B5EF4-FFF2-40B4-BE49-F238E27FC236}">
                <a16:creationId xmlns:a16="http://schemas.microsoft.com/office/drawing/2014/main" id="{3AB36E84-CA8A-D304-276F-00CDCFA5B7E6}"/>
              </a:ext>
            </a:extLst>
          </p:cNvPr>
          <p:cNvSpPr>
            <a:spLocks noGrp="1"/>
          </p:cNvSpPr>
          <p:nvPr>
            <p:ph type="body" sz="quarter" idx="26"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Tree>
    <p:custDataLst>
      <p:tags r:id="rId1"/>
    </p:custDataLst>
    <p:extLst>
      <p:ext uri="{BB962C8B-B14F-4D97-AF65-F5344CB8AC3E}">
        <p14:creationId xmlns:p14="http://schemas.microsoft.com/office/powerpoint/2010/main" val="31426928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A - One Line">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ADC33EA-3585-4331-B68F-AF1D3E0E7CC8}"/>
              </a:ext>
            </a:extLst>
          </p:cNvPr>
          <p:cNvSpPr txBox="1"/>
          <p:nvPr userDrawn="1"/>
        </p:nvSpPr>
        <p:spPr>
          <a:xfrm>
            <a:off x="12837459" y="-778"/>
            <a:ext cx="2510117" cy="1241815"/>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For text-only slides. Please do not edit the sizes of the text boxes just to squeeze more information in.</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You can duplicate the slides if you absolutely need more words, but remember: simple is better.</a:t>
            </a:r>
          </a:p>
        </p:txBody>
      </p:sp>
      <p:sp>
        <p:nvSpPr>
          <p:cNvPr id="41" name="Text Placeholder 18">
            <a:extLst>
              <a:ext uri="{FF2B5EF4-FFF2-40B4-BE49-F238E27FC236}">
                <a16:creationId xmlns:a16="http://schemas.microsoft.com/office/drawing/2014/main" id="{B64A94CD-D7E6-6A8C-E7D6-CDB5751BF1C3}"/>
              </a:ext>
            </a:extLst>
          </p:cNvPr>
          <p:cNvSpPr>
            <a:spLocks noGrp="1"/>
          </p:cNvSpPr>
          <p:nvPr>
            <p:ph type="body" sz="quarter" idx="13" hasCustomPrompt="1"/>
          </p:nvPr>
        </p:nvSpPr>
        <p:spPr>
          <a:xfrm>
            <a:off x="408000" y="936001"/>
            <a:ext cx="11345400" cy="598331"/>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Simple Text Slide One Line</a:t>
            </a:r>
          </a:p>
        </p:txBody>
      </p:sp>
      <p:pic>
        <p:nvPicPr>
          <p:cNvPr id="3" name="Picture 2">
            <a:extLst>
              <a:ext uri="{FF2B5EF4-FFF2-40B4-BE49-F238E27FC236}">
                <a16:creationId xmlns:a16="http://schemas.microsoft.com/office/drawing/2014/main" id="{51867371-5370-B437-07F7-D01E8B46F5A7}"/>
              </a:ext>
            </a:extLst>
          </p:cNvPr>
          <p:cNvPicPr>
            <a:picLocks noChangeAspect="1"/>
          </p:cNvPicPr>
          <p:nvPr userDrawn="1"/>
        </p:nvPicPr>
        <p:blipFill>
          <a:blip r:embed="rId3"/>
          <a:stretch>
            <a:fillRect/>
          </a:stretch>
        </p:blipFill>
        <p:spPr>
          <a:xfrm>
            <a:off x="10512371" y="6096746"/>
            <a:ext cx="1241029" cy="466775"/>
          </a:xfrm>
          <a:prstGeom prst="rect">
            <a:avLst/>
          </a:prstGeom>
        </p:spPr>
      </p:pic>
    </p:spTree>
    <p:custDataLst>
      <p:tags r:id="rId1"/>
    </p:custDataLst>
    <p:extLst>
      <p:ext uri="{BB962C8B-B14F-4D97-AF65-F5344CB8AC3E}">
        <p14:creationId xmlns:p14="http://schemas.microsoft.com/office/powerpoint/2010/main" val="30800438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 - 2 Lines">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ADC33EA-3585-4331-B68F-AF1D3E0E7CC8}"/>
              </a:ext>
            </a:extLst>
          </p:cNvPr>
          <p:cNvSpPr txBox="1"/>
          <p:nvPr userDrawn="1"/>
        </p:nvSpPr>
        <p:spPr>
          <a:xfrm>
            <a:off x="12837459" y="-778"/>
            <a:ext cx="2510117" cy="1241815"/>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For text-only slides. Please do not edit the sizes of the text boxes just to squeeze more information in.</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You can duplicate the slides if you absolutely need more words, but remember: simple is better.</a:t>
            </a:r>
          </a:p>
        </p:txBody>
      </p:sp>
      <p:grpSp>
        <p:nvGrpSpPr>
          <p:cNvPr id="5" name="Group 4">
            <a:extLst>
              <a:ext uri="{FF2B5EF4-FFF2-40B4-BE49-F238E27FC236}">
                <a16:creationId xmlns:a16="http://schemas.microsoft.com/office/drawing/2014/main" id="{EC492D6E-ED6F-0090-2846-DC8C00040931}"/>
              </a:ext>
            </a:extLst>
          </p:cNvPr>
          <p:cNvGrpSpPr/>
          <p:nvPr userDrawn="1"/>
        </p:nvGrpSpPr>
        <p:grpSpPr>
          <a:xfrm>
            <a:off x="10609008" y="6203793"/>
            <a:ext cx="1111864" cy="408104"/>
            <a:chOff x="397414" y="755885"/>
            <a:chExt cx="2901256" cy="1064892"/>
          </a:xfrm>
        </p:grpSpPr>
        <p:grpSp>
          <p:nvGrpSpPr>
            <p:cNvPr id="8" name="Graphic 4">
              <a:extLst>
                <a:ext uri="{FF2B5EF4-FFF2-40B4-BE49-F238E27FC236}">
                  <a16:creationId xmlns:a16="http://schemas.microsoft.com/office/drawing/2014/main" id="{1014F4A1-5F1B-F11B-3A47-11840AF40191}"/>
                </a:ext>
              </a:extLst>
            </p:cNvPr>
            <p:cNvGrpSpPr/>
            <p:nvPr/>
          </p:nvGrpSpPr>
          <p:grpSpPr>
            <a:xfrm>
              <a:off x="397414" y="755885"/>
              <a:ext cx="1031033" cy="1064892"/>
              <a:chOff x="397414" y="755885"/>
              <a:chExt cx="1031033" cy="1064892"/>
            </a:xfrm>
          </p:grpSpPr>
          <p:sp>
            <p:nvSpPr>
              <p:cNvPr id="34" name="Freeform 33">
                <a:extLst>
                  <a:ext uri="{FF2B5EF4-FFF2-40B4-BE49-F238E27FC236}">
                    <a16:creationId xmlns:a16="http://schemas.microsoft.com/office/drawing/2014/main" id="{AFFB774A-2322-697D-7E56-1EC45B70F2D2}"/>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3BA0088D-3CD7-682D-E14A-FF59440FA2E8}"/>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F6E5F12B-86BD-F993-A6ED-879BB8D90CAD}"/>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9" name="Graphic 4">
              <a:extLst>
                <a:ext uri="{FF2B5EF4-FFF2-40B4-BE49-F238E27FC236}">
                  <a16:creationId xmlns:a16="http://schemas.microsoft.com/office/drawing/2014/main" id="{2A0DDC72-66B5-B72B-6DC5-EEAFFFF5C892}"/>
                </a:ext>
              </a:extLst>
            </p:cNvPr>
            <p:cNvGrpSpPr/>
            <p:nvPr/>
          </p:nvGrpSpPr>
          <p:grpSpPr>
            <a:xfrm>
              <a:off x="1208140" y="933050"/>
              <a:ext cx="2090530" cy="573060"/>
              <a:chOff x="1208140" y="933050"/>
              <a:chExt cx="2090530" cy="573060"/>
            </a:xfrm>
            <a:solidFill>
              <a:srgbClr val="333333"/>
            </a:solidFill>
          </p:grpSpPr>
          <p:sp>
            <p:nvSpPr>
              <p:cNvPr id="10" name="Freeform 9">
                <a:extLst>
                  <a:ext uri="{FF2B5EF4-FFF2-40B4-BE49-F238E27FC236}">
                    <a16:creationId xmlns:a16="http://schemas.microsoft.com/office/drawing/2014/main" id="{5BBE9566-6495-8991-627B-07A9B79ECA48}"/>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1" name="Freeform 10">
                <a:extLst>
                  <a:ext uri="{FF2B5EF4-FFF2-40B4-BE49-F238E27FC236}">
                    <a16:creationId xmlns:a16="http://schemas.microsoft.com/office/drawing/2014/main" id="{06FC5D45-B46B-12A4-8B37-E5074CA23CDE}"/>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2" name="Freeform 11">
                <a:extLst>
                  <a:ext uri="{FF2B5EF4-FFF2-40B4-BE49-F238E27FC236}">
                    <a16:creationId xmlns:a16="http://schemas.microsoft.com/office/drawing/2014/main" id="{44B5D08C-58B2-B150-BE76-28B14A9BAD8D}"/>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55C55F62-AE8D-2F81-AFCA-5743E3D92ED3}"/>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E16A78BF-C052-7711-D1CE-2E7A63CC12B2}"/>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6" name="Freeform 15">
                <a:extLst>
                  <a:ext uri="{FF2B5EF4-FFF2-40B4-BE49-F238E27FC236}">
                    <a16:creationId xmlns:a16="http://schemas.microsoft.com/office/drawing/2014/main" id="{F8D65756-B030-1D4B-15B6-517F6D73F6E2}"/>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EBB2DC45-D64C-6F65-39A3-0443FB62A64F}"/>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3A2304B1-410D-F38B-2428-1B771AE7AC60}"/>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2FD2F930-B0FD-E224-8072-3729B08B874C}"/>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330A4E00-0FFF-B275-8B98-ACB7C25D0907}"/>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4086B057-31FE-EC62-C975-5B301CB45BDE}"/>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71944823-E610-FB1E-8533-5BF54F696CCE}"/>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5034B719-E5DF-A9EA-B054-BF78A92E0D70}"/>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3E169D02-8CBF-178C-ABA4-0945A71607FB}"/>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1B9C45F0-8515-6214-A5F6-AD40C3259C76}"/>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63E01AB6-754C-FEF2-E499-8078E58908E0}"/>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B1C6F105-38A1-CD1C-22EC-81620C72AD1F}"/>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83EB7101-62A2-C406-7BE3-2E7F5B7F37AF}"/>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41" name="Text Placeholder 18">
            <a:extLst>
              <a:ext uri="{FF2B5EF4-FFF2-40B4-BE49-F238E27FC236}">
                <a16:creationId xmlns:a16="http://schemas.microsoft.com/office/drawing/2014/main" id="{B64A94CD-D7E6-6A8C-E7D6-CDB5751BF1C3}"/>
              </a:ext>
            </a:extLst>
          </p:cNvPr>
          <p:cNvSpPr>
            <a:spLocks noGrp="1"/>
          </p:cNvSpPr>
          <p:nvPr>
            <p:ph type="body" sz="quarter" idx="13" hasCustomPrompt="1"/>
          </p:nvPr>
        </p:nvSpPr>
        <p:spPr>
          <a:xfrm>
            <a:off x="408000" y="936002"/>
            <a:ext cx="11358584" cy="1032284"/>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Simple Text Slide</a:t>
            </a:r>
            <a:br>
              <a:rPr lang="en-GB"/>
            </a:br>
            <a:r>
              <a:rPr lang="en-GB"/>
              <a:t>Over Two Lines</a:t>
            </a:r>
          </a:p>
        </p:txBody>
      </p:sp>
    </p:spTree>
    <p:custDataLst>
      <p:tags r:id="rId1"/>
    </p:custDataLst>
    <p:extLst>
      <p:ext uri="{BB962C8B-B14F-4D97-AF65-F5344CB8AC3E}">
        <p14:creationId xmlns:p14="http://schemas.microsoft.com/office/powerpoint/2010/main" val="33899179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D - One Line and Subhea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ADC33EA-3585-4331-B68F-AF1D3E0E7CC8}"/>
              </a:ext>
            </a:extLst>
          </p:cNvPr>
          <p:cNvSpPr txBox="1"/>
          <p:nvPr userDrawn="1"/>
        </p:nvSpPr>
        <p:spPr>
          <a:xfrm>
            <a:off x="12837459" y="-778"/>
            <a:ext cx="2510117" cy="1241815"/>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For text-only slides. Please do not edit the sizes of the text boxes just to squeeze more information in.</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You can duplicate the slides if you absolutely need more words, but remember: simple is better.</a:t>
            </a:r>
          </a:p>
        </p:txBody>
      </p:sp>
      <p:sp>
        <p:nvSpPr>
          <p:cNvPr id="2" name="Text Placeholder 18">
            <a:extLst>
              <a:ext uri="{FF2B5EF4-FFF2-40B4-BE49-F238E27FC236}">
                <a16:creationId xmlns:a16="http://schemas.microsoft.com/office/drawing/2014/main" id="{016C9410-7300-0568-8084-4292FEBD4D51}"/>
              </a:ext>
            </a:extLst>
          </p:cNvPr>
          <p:cNvSpPr>
            <a:spLocks noGrp="1"/>
          </p:cNvSpPr>
          <p:nvPr>
            <p:ph type="body" sz="quarter" idx="13" hasCustomPrompt="1"/>
          </p:nvPr>
        </p:nvSpPr>
        <p:spPr>
          <a:xfrm>
            <a:off x="408000" y="936001"/>
            <a:ext cx="11345400" cy="574111"/>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Simple Text Slide One Line</a:t>
            </a:r>
          </a:p>
        </p:txBody>
      </p:sp>
      <p:sp>
        <p:nvSpPr>
          <p:cNvPr id="3" name="Text Placeholder 24">
            <a:extLst>
              <a:ext uri="{FF2B5EF4-FFF2-40B4-BE49-F238E27FC236}">
                <a16:creationId xmlns:a16="http://schemas.microsoft.com/office/drawing/2014/main" id="{E2A3FC0A-7D65-1D57-CB9D-26806DB13C84}"/>
              </a:ext>
            </a:extLst>
          </p:cNvPr>
          <p:cNvSpPr>
            <a:spLocks noGrp="1"/>
          </p:cNvSpPr>
          <p:nvPr>
            <p:ph type="body" sz="quarter" idx="26" hasCustomPrompt="1"/>
          </p:nvPr>
        </p:nvSpPr>
        <p:spPr>
          <a:xfrm>
            <a:off x="408000" y="1554480"/>
            <a:ext cx="11358584"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pic>
        <p:nvPicPr>
          <p:cNvPr id="7" name="Picture 6">
            <a:extLst>
              <a:ext uri="{FF2B5EF4-FFF2-40B4-BE49-F238E27FC236}">
                <a16:creationId xmlns:a16="http://schemas.microsoft.com/office/drawing/2014/main" id="{2519689A-81B3-D684-FF89-7D274F7D58D5}"/>
              </a:ext>
            </a:extLst>
          </p:cNvPr>
          <p:cNvPicPr>
            <a:picLocks noChangeAspect="1"/>
          </p:cNvPicPr>
          <p:nvPr userDrawn="1"/>
        </p:nvPicPr>
        <p:blipFill>
          <a:blip r:embed="rId3"/>
          <a:stretch>
            <a:fillRect/>
          </a:stretch>
        </p:blipFill>
        <p:spPr>
          <a:xfrm>
            <a:off x="10512371" y="6096746"/>
            <a:ext cx="1241029" cy="466775"/>
          </a:xfrm>
          <a:prstGeom prst="rect">
            <a:avLst/>
          </a:prstGeom>
        </p:spPr>
      </p:pic>
    </p:spTree>
    <p:custDataLst>
      <p:tags r:id="rId1"/>
    </p:custDataLst>
    <p:extLst>
      <p:ext uri="{BB962C8B-B14F-4D97-AF65-F5344CB8AC3E}">
        <p14:creationId xmlns:p14="http://schemas.microsoft.com/office/powerpoint/2010/main" val="14054320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D -One Line and Subhead - no Logo">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ADC33EA-3585-4331-B68F-AF1D3E0E7CC8}"/>
              </a:ext>
            </a:extLst>
          </p:cNvPr>
          <p:cNvSpPr txBox="1"/>
          <p:nvPr userDrawn="1"/>
        </p:nvSpPr>
        <p:spPr>
          <a:xfrm>
            <a:off x="12837459" y="-778"/>
            <a:ext cx="2510117" cy="1241815"/>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For text-only slides. Please do not edit the sizes of the text boxes just to squeeze more information in.</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You can duplicate the slides if you absolutely need more words, but remember: simple is better.</a:t>
            </a:r>
          </a:p>
        </p:txBody>
      </p:sp>
      <p:sp>
        <p:nvSpPr>
          <p:cNvPr id="2" name="Text Placeholder 18">
            <a:extLst>
              <a:ext uri="{FF2B5EF4-FFF2-40B4-BE49-F238E27FC236}">
                <a16:creationId xmlns:a16="http://schemas.microsoft.com/office/drawing/2014/main" id="{016C9410-7300-0568-8084-4292FEBD4D51}"/>
              </a:ext>
            </a:extLst>
          </p:cNvPr>
          <p:cNvSpPr>
            <a:spLocks noGrp="1"/>
          </p:cNvSpPr>
          <p:nvPr>
            <p:ph type="body" sz="quarter" idx="13" hasCustomPrompt="1"/>
          </p:nvPr>
        </p:nvSpPr>
        <p:spPr>
          <a:xfrm>
            <a:off x="408000" y="936001"/>
            <a:ext cx="11345400" cy="574111"/>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Simple Text Slide One Line</a:t>
            </a:r>
          </a:p>
        </p:txBody>
      </p:sp>
      <p:sp>
        <p:nvSpPr>
          <p:cNvPr id="3" name="Text Placeholder 24">
            <a:extLst>
              <a:ext uri="{FF2B5EF4-FFF2-40B4-BE49-F238E27FC236}">
                <a16:creationId xmlns:a16="http://schemas.microsoft.com/office/drawing/2014/main" id="{E2A3FC0A-7D65-1D57-CB9D-26806DB13C84}"/>
              </a:ext>
            </a:extLst>
          </p:cNvPr>
          <p:cNvSpPr>
            <a:spLocks noGrp="1"/>
          </p:cNvSpPr>
          <p:nvPr>
            <p:ph type="body" sz="quarter" idx="26" hasCustomPrompt="1"/>
          </p:nvPr>
        </p:nvSpPr>
        <p:spPr>
          <a:xfrm>
            <a:off x="408000" y="1554480"/>
            <a:ext cx="11358584"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Tree>
    <p:custDataLst>
      <p:tags r:id="rId1"/>
    </p:custDataLst>
    <p:extLst>
      <p:ext uri="{BB962C8B-B14F-4D97-AF65-F5344CB8AC3E}">
        <p14:creationId xmlns:p14="http://schemas.microsoft.com/office/powerpoint/2010/main" val="39624476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C - One Line and Content">
    <p:spTree>
      <p:nvGrpSpPr>
        <p:cNvPr id="1" name=""/>
        <p:cNvGrpSpPr/>
        <p:nvPr/>
      </p:nvGrpSpPr>
      <p:grpSpPr>
        <a:xfrm>
          <a:off x="0" y="0"/>
          <a:ext cx="0" cy="0"/>
          <a:chOff x="0" y="0"/>
          <a:chExt cx="0" cy="0"/>
        </a:xfrm>
      </p:grpSpPr>
      <p:sp>
        <p:nvSpPr>
          <p:cNvPr id="25" name="Text Placeholder 24">
            <a:extLst>
              <a:ext uri="{FF2B5EF4-FFF2-40B4-BE49-F238E27FC236}">
                <a16:creationId xmlns:a16="http://schemas.microsoft.com/office/drawing/2014/main" id="{E757EA63-E167-38AF-0199-96BB61E6F3F5}"/>
              </a:ext>
            </a:extLst>
          </p:cNvPr>
          <p:cNvSpPr>
            <a:spLocks noGrp="1"/>
          </p:cNvSpPr>
          <p:nvPr>
            <p:ph type="body" sz="quarter" idx="14"/>
          </p:nvPr>
        </p:nvSpPr>
        <p:spPr>
          <a:xfrm>
            <a:off x="401616" y="1554480"/>
            <a:ext cx="11358584" cy="4003020"/>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4" name="TextBox 3">
            <a:extLst>
              <a:ext uri="{FF2B5EF4-FFF2-40B4-BE49-F238E27FC236}">
                <a16:creationId xmlns:a16="http://schemas.microsoft.com/office/drawing/2014/main" id="{9ADC33EA-3585-4331-B68F-AF1D3E0E7CC8}"/>
              </a:ext>
            </a:extLst>
          </p:cNvPr>
          <p:cNvSpPr txBox="1"/>
          <p:nvPr userDrawn="1"/>
        </p:nvSpPr>
        <p:spPr>
          <a:xfrm>
            <a:off x="12837459" y="-778"/>
            <a:ext cx="2510117" cy="1241815"/>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For text-only slides. Please do not edit the sizes of the text boxes just to squeeze more information in.</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You can duplicate the slides if you absolutely need more words, but remember: simple is better.</a:t>
            </a:r>
          </a:p>
        </p:txBody>
      </p:sp>
      <p:grpSp>
        <p:nvGrpSpPr>
          <p:cNvPr id="5" name="Group 4">
            <a:extLst>
              <a:ext uri="{FF2B5EF4-FFF2-40B4-BE49-F238E27FC236}">
                <a16:creationId xmlns:a16="http://schemas.microsoft.com/office/drawing/2014/main" id="{EC492D6E-ED6F-0090-2846-DC8C00040931}"/>
              </a:ext>
            </a:extLst>
          </p:cNvPr>
          <p:cNvGrpSpPr/>
          <p:nvPr userDrawn="1"/>
        </p:nvGrpSpPr>
        <p:grpSpPr>
          <a:xfrm>
            <a:off x="10609008" y="6203793"/>
            <a:ext cx="1111864" cy="408104"/>
            <a:chOff x="397414" y="755885"/>
            <a:chExt cx="2901256" cy="1064892"/>
          </a:xfrm>
        </p:grpSpPr>
        <p:grpSp>
          <p:nvGrpSpPr>
            <p:cNvPr id="8" name="Graphic 4">
              <a:extLst>
                <a:ext uri="{FF2B5EF4-FFF2-40B4-BE49-F238E27FC236}">
                  <a16:creationId xmlns:a16="http://schemas.microsoft.com/office/drawing/2014/main" id="{1014F4A1-5F1B-F11B-3A47-11840AF40191}"/>
                </a:ext>
              </a:extLst>
            </p:cNvPr>
            <p:cNvGrpSpPr/>
            <p:nvPr/>
          </p:nvGrpSpPr>
          <p:grpSpPr>
            <a:xfrm>
              <a:off x="397414" y="755885"/>
              <a:ext cx="1031033" cy="1064892"/>
              <a:chOff x="397414" y="755885"/>
              <a:chExt cx="1031033" cy="1064892"/>
            </a:xfrm>
          </p:grpSpPr>
          <p:sp>
            <p:nvSpPr>
              <p:cNvPr id="34" name="Freeform 33">
                <a:extLst>
                  <a:ext uri="{FF2B5EF4-FFF2-40B4-BE49-F238E27FC236}">
                    <a16:creationId xmlns:a16="http://schemas.microsoft.com/office/drawing/2014/main" id="{AFFB774A-2322-697D-7E56-1EC45B70F2D2}"/>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3BA0088D-3CD7-682D-E14A-FF59440FA2E8}"/>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F6E5F12B-86BD-F993-A6ED-879BB8D90CAD}"/>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9" name="Graphic 4">
              <a:extLst>
                <a:ext uri="{FF2B5EF4-FFF2-40B4-BE49-F238E27FC236}">
                  <a16:creationId xmlns:a16="http://schemas.microsoft.com/office/drawing/2014/main" id="{2A0DDC72-66B5-B72B-6DC5-EEAFFFF5C892}"/>
                </a:ext>
              </a:extLst>
            </p:cNvPr>
            <p:cNvGrpSpPr/>
            <p:nvPr/>
          </p:nvGrpSpPr>
          <p:grpSpPr>
            <a:xfrm>
              <a:off x="1208140" y="933050"/>
              <a:ext cx="2090530" cy="573060"/>
              <a:chOff x="1208140" y="933050"/>
              <a:chExt cx="2090530" cy="573060"/>
            </a:xfrm>
            <a:solidFill>
              <a:srgbClr val="333333"/>
            </a:solidFill>
          </p:grpSpPr>
          <p:sp>
            <p:nvSpPr>
              <p:cNvPr id="10" name="Freeform 9">
                <a:extLst>
                  <a:ext uri="{FF2B5EF4-FFF2-40B4-BE49-F238E27FC236}">
                    <a16:creationId xmlns:a16="http://schemas.microsoft.com/office/drawing/2014/main" id="{5BBE9566-6495-8991-627B-07A9B79ECA48}"/>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1" name="Freeform 10">
                <a:extLst>
                  <a:ext uri="{FF2B5EF4-FFF2-40B4-BE49-F238E27FC236}">
                    <a16:creationId xmlns:a16="http://schemas.microsoft.com/office/drawing/2014/main" id="{06FC5D45-B46B-12A4-8B37-E5074CA23CDE}"/>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2" name="Freeform 11">
                <a:extLst>
                  <a:ext uri="{FF2B5EF4-FFF2-40B4-BE49-F238E27FC236}">
                    <a16:creationId xmlns:a16="http://schemas.microsoft.com/office/drawing/2014/main" id="{44B5D08C-58B2-B150-BE76-28B14A9BAD8D}"/>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55C55F62-AE8D-2F81-AFCA-5743E3D92ED3}"/>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E16A78BF-C052-7711-D1CE-2E7A63CC12B2}"/>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6" name="Freeform 15">
                <a:extLst>
                  <a:ext uri="{FF2B5EF4-FFF2-40B4-BE49-F238E27FC236}">
                    <a16:creationId xmlns:a16="http://schemas.microsoft.com/office/drawing/2014/main" id="{F8D65756-B030-1D4B-15B6-517F6D73F6E2}"/>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EBB2DC45-D64C-6F65-39A3-0443FB62A64F}"/>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3A2304B1-410D-F38B-2428-1B771AE7AC60}"/>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2FD2F930-B0FD-E224-8072-3729B08B874C}"/>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330A4E00-0FFF-B275-8B98-ACB7C25D0907}"/>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4086B057-31FE-EC62-C975-5B301CB45BDE}"/>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71944823-E610-FB1E-8533-5BF54F696CCE}"/>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5034B719-E5DF-A9EA-B054-BF78A92E0D70}"/>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3E169D02-8CBF-178C-ABA4-0945A71607FB}"/>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1B9C45F0-8515-6214-A5F6-AD40C3259C76}"/>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63E01AB6-754C-FEF2-E499-8078E58908E0}"/>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B1C6F105-38A1-CD1C-22EC-81620C72AD1F}"/>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83EB7101-62A2-C406-7BE3-2E7F5B7F37AF}"/>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41" name="Text Placeholder 18">
            <a:extLst>
              <a:ext uri="{FF2B5EF4-FFF2-40B4-BE49-F238E27FC236}">
                <a16:creationId xmlns:a16="http://schemas.microsoft.com/office/drawing/2014/main" id="{B64A94CD-D7E6-6A8C-E7D6-CDB5751BF1C3}"/>
              </a:ext>
            </a:extLst>
          </p:cNvPr>
          <p:cNvSpPr>
            <a:spLocks noGrp="1"/>
          </p:cNvSpPr>
          <p:nvPr>
            <p:ph type="body" sz="quarter" idx="13" hasCustomPrompt="1"/>
          </p:nvPr>
        </p:nvSpPr>
        <p:spPr>
          <a:xfrm>
            <a:off x="408000" y="936002"/>
            <a:ext cx="11345400" cy="590296"/>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Simple Text Slide</a:t>
            </a:r>
          </a:p>
        </p:txBody>
      </p:sp>
    </p:spTree>
    <p:custDataLst>
      <p:tags r:id="rId1"/>
    </p:custDataLst>
    <p:extLst>
      <p:ext uri="{BB962C8B-B14F-4D97-AF65-F5344CB8AC3E}">
        <p14:creationId xmlns:p14="http://schemas.microsoft.com/office/powerpoint/2010/main" val="18630991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E - One Line, Subhead and Content">
    <p:spTree>
      <p:nvGrpSpPr>
        <p:cNvPr id="1" name=""/>
        <p:cNvGrpSpPr/>
        <p:nvPr/>
      </p:nvGrpSpPr>
      <p:grpSpPr>
        <a:xfrm>
          <a:off x="0" y="0"/>
          <a:ext cx="0" cy="0"/>
          <a:chOff x="0" y="0"/>
          <a:chExt cx="0" cy="0"/>
        </a:xfrm>
      </p:grpSpPr>
      <p:sp>
        <p:nvSpPr>
          <p:cNvPr id="25" name="Text Placeholder 24">
            <a:extLst>
              <a:ext uri="{FF2B5EF4-FFF2-40B4-BE49-F238E27FC236}">
                <a16:creationId xmlns:a16="http://schemas.microsoft.com/office/drawing/2014/main" id="{E757EA63-E167-38AF-0199-96BB61E6F3F5}"/>
              </a:ext>
            </a:extLst>
          </p:cNvPr>
          <p:cNvSpPr>
            <a:spLocks noGrp="1"/>
          </p:cNvSpPr>
          <p:nvPr>
            <p:ph type="body" sz="quarter" idx="14"/>
          </p:nvPr>
        </p:nvSpPr>
        <p:spPr>
          <a:xfrm>
            <a:off x="401616" y="2096337"/>
            <a:ext cx="11358584" cy="3528437"/>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4" name="TextBox 3">
            <a:extLst>
              <a:ext uri="{FF2B5EF4-FFF2-40B4-BE49-F238E27FC236}">
                <a16:creationId xmlns:a16="http://schemas.microsoft.com/office/drawing/2014/main" id="{9ADC33EA-3585-4331-B68F-AF1D3E0E7CC8}"/>
              </a:ext>
            </a:extLst>
          </p:cNvPr>
          <p:cNvSpPr txBox="1"/>
          <p:nvPr userDrawn="1"/>
        </p:nvSpPr>
        <p:spPr>
          <a:xfrm>
            <a:off x="12837459" y="-778"/>
            <a:ext cx="2510117" cy="1241815"/>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For text-only slides. Please do not edit the sizes of the text boxes just to squeeze more information in.</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You can duplicate the slides if you absolutely need more words, but remember: simple is better.</a:t>
            </a:r>
          </a:p>
        </p:txBody>
      </p:sp>
      <p:sp>
        <p:nvSpPr>
          <p:cNvPr id="41" name="Text Placeholder 18">
            <a:extLst>
              <a:ext uri="{FF2B5EF4-FFF2-40B4-BE49-F238E27FC236}">
                <a16:creationId xmlns:a16="http://schemas.microsoft.com/office/drawing/2014/main" id="{B64A94CD-D7E6-6A8C-E7D6-CDB5751BF1C3}"/>
              </a:ext>
            </a:extLst>
          </p:cNvPr>
          <p:cNvSpPr>
            <a:spLocks noGrp="1"/>
          </p:cNvSpPr>
          <p:nvPr>
            <p:ph type="body" sz="quarter" idx="13" hasCustomPrompt="1"/>
          </p:nvPr>
        </p:nvSpPr>
        <p:spPr>
          <a:xfrm>
            <a:off x="408000" y="936001"/>
            <a:ext cx="11345400" cy="584877"/>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Simple Text Slide</a:t>
            </a:r>
          </a:p>
        </p:txBody>
      </p:sp>
      <p:sp>
        <p:nvSpPr>
          <p:cNvPr id="42" name="Text Placeholder 24">
            <a:extLst>
              <a:ext uri="{FF2B5EF4-FFF2-40B4-BE49-F238E27FC236}">
                <a16:creationId xmlns:a16="http://schemas.microsoft.com/office/drawing/2014/main" id="{25B2C319-86DF-718D-389E-23A936A572C8}"/>
              </a:ext>
            </a:extLst>
          </p:cNvPr>
          <p:cNvSpPr>
            <a:spLocks noGrp="1"/>
          </p:cNvSpPr>
          <p:nvPr>
            <p:ph type="body" sz="quarter" idx="26" hasCustomPrompt="1"/>
          </p:nvPr>
        </p:nvSpPr>
        <p:spPr>
          <a:xfrm>
            <a:off x="408000" y="1554480"/>
            <a:ext cx="11358584"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pic>
        <p:nvPicPr>
          <p:cNvPr id="2" name="Picture 1">
            <a:extLst>
              <a:ext uri="{FF2B5EF4-FFF2-40B4-BE49-F238E27FC236}">
                <a16:creationId xmlns:a16="http://schemas.microsoft.com/office/drawing/2014/main" id="{8735324C-EFD7-8C01-0581-8EECFE5EE3A9}"/>
              </a:ext>
            </a:extLst>
          </p:cNvPr>
          <p:cNvPicPr>
            <a:picLocks noChangeAspect="1"/>
          </p:cNvPicPr>
          <p:nvPr userDrawn="1"/>
        </p:nvPicPr>
        <p:blipFill>
          <a:blip r:embed="rId3"/>
          <a:stretch>
            <a:fillRect/>
          </a:stretch>
        </p:blipFill>
        <p:spPr>
          <a:xfrm>
            <a:off x="10512371" y="6096746"/>
            <a:ext cx="1241029" cy="466775"/>
          </a:xfrm>
          <a:prstGeom prst="rect">
            <a:avLst/>
          </a:prstGeom>
        </p:spPr>
      </p:pic>
    </p:spTree>
    <p:custDataLst>
      <p:tags r:id="rId1"/>
    </p:custDataLst>
    <p:extLst>
      <p:ext uri="{BB962C8B-B14F-4D97-AF65-F5344CB8AC3E}">
        <p14:creationId xmlns:p14="http://schemas.microsoft.com/office/powerpoint/2010/main" val="14713639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Columns">
    <p:bg>
      <p:bgPr>
        <a:solidFill>
          <a:schemeClr val="bg1"/>
        </a:solidFill>
        <a:effectLst/>
      </p:bgPr>
    </p:bg>
    <p:spTree>
      <p:nvGrpSpPr>
        <p:cNvPr id="1" name=""/>
        <p:cNvGrpSpPr/>
        <p:nvPr/>
      </p:nvGrpSpPr>
      <p:grpSpPr>
        <a:xfrm>
          <a:off x="0" y="0"/>
          <a:ext cx="0" cy="0"/>
          <a:chOff x="0" y="0"/>
          <a:chExt cx="0" cy="0"/>
        </a:xfrm>
      </p:grpSpPr>
      <p:grpSp>
        <p:nvGrpSpPr>
          <p:cNvPr id="44" name="Group 43">
            <a:extLst>
              <a:ext uri="{FF2B5EF4-FFF2-40B4-BE49-F238E27FC236}">
                <a16:creationId xmlns:a16="http://schemas.microsoft.com/office/drawing/2014/main" id="{A2D1AB85-400B-10E1-35EA-ADFA2BEADF46}"/>
              </a:ext>
            </a:extLst>
          </p:cNvPr>
          <p:cNvGrpSpPr/>
          <p:nvPr userDrawn="1"/>
        </p:nvGrpSpPr>
        <p:grpSpPr>
          <a:xfrm>
            <a:off x="383119" y="2372831"/>
            <a:ext cx="2768077" cy="3528437"/>
            <a:chOff x="287339" y="1360262"/>
            <a:chExt cx="2076058" cy="3119663"/>
          </a:xfrm>
        </p:grpSpPr>
        <p:sp>
          <p:nvSpPr>
            <p:cNvPr id="14" name="Rounded Rectangle 13">
              <a:extLst>
                <a:ext uri="{FF2B5EF4-FFF2-40B4-BE49-F238E27FC236}">
                  <a16:creationId xmlns:a16="http://schemas.microsoft.com/office/drawing/2014/main" id="{BB0C5109-C7CE-1E29-AF37-93DB11B1C22E}"/>
                </a:ext>
              </a:extLst>
            </p:cNvPr>
            <p:cNvSpPr/>
            <p:nvPr userDrawn="1"/>
          </p:nvSpPr>
          <p:spPr>
            <a:xfrm>
              <a:off x="306000" y="1443037"/>
              <a:ext cx="2057397" cy="3036888"/>
            </a:xfrm>
            <a:prstGeom prst="roundRect">
              <a:avLst>
                <a:gd name="adj" fmla="val 8991"/>
              </a:avLst>
            </a:prstGeom>
            <a:gradFill>
              <a:gsLst>
                <a:gs pos="9000">
                  <a:srgbClr val="662D8F"/>
                </a:gs>
                <a:gs pos="61000">
                  <a:srgbClr val="FF5A10"/>
                </a:gs>
                <a:gs pos="100000">
                  <a:srgbClr val="FFBC03"/>
                </a:gs>
              </a:gsLst>
              <a:lin ang="20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sp>
          <p:nvSpPr>
            <p:cNvPr id="43" name="Rounded Rectangle 42">
              <a:extLst>
                <a:ext uri="{FF2B5EF4-FFF2-40B4-BE49-F238E27FC236}">
                  <a16:creationId xmlns:a16="http://schemas.microsoft.com/office/drawing/2014/main" id="{FFEA8293-89B6-8257-C581-8C31F61EA49E}"/>
                </a:ext>
              </a:extLst>
            </p:cNvPr>
            <p:cNvSpPr/>
            <p:nvPr userDrawn="1"/>
          </p:nvSpPr>
          <p:spPr>
            <a:xfrm>
              <a:off x="287339" y="1360262"/>
              <a:ext cx="1984326" cy="3036888"/>
            </a:xfrm>
            <a:prstGeom prst="roundRect">
              <a:avLst>
                <a:gd name="adj" fmla="val 8991"/>
              </a:avLst>
            </a:prstGeom>
            <a:solidFill>
              <a:schemeClr val="bg1"/>
            </a:solidFill>
            <a:ln>
              <a:noFill/>
            </a:ln>
            <a:effectLst>
              <a:outerShdw blurRad="1270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grpSp>
      <p:grpSp>
        <p:nvGrpSpPr>
          <p:cNvPr id="45" name="Group 44">
            <a:extLst>
              <a:ext uri="{FF2B5EF4-FFF2-40B4-BE49-F238E27FC236}">
                <a16:creationId xmlns:a16="http://schemas.microsoft.com/office/drawing/2014/main" id="{70B0FA3D-4CE7-1218-EF53-08F4C27D5E2A}"/>
              </a:ext>
            </a:extLst>
          </p:cNvPr>
          <p:cNvGrpSpPr/>
          <p:nvPr userDrawn="1"/>
        </p:nvGrpSpPr>
        <p:grpSpPr>
          <a:xfrm>
            <a:off x="3266482" y="2372831"/>
            <a:ext cx="2768077" cy="3528437"/>
            <a:chOff x="287339" y="1360262"/>
            <a:chExt cx="2076058" cy="3119663"/>
          </a:xfrm>
        </p:grpSpPr>
        <p:sp>
          <p:nvSpPr>
            <p:cNvPr id="46" name="Rounded Rectangle 45">
              <a:extLst>
                <a:ext uri="{FF2B5EF4-FFF2-40B4-BE49-F238E27FC236}">
                  <a16:creationId xmlns:a16="http://schemas.microsoft.com/office/drawing/2014/main" id="{EF0D27C5-DB1F-D31D-9DC2-BA186668040C}"/>
                </a:ext>
              </a:extLst>
            </p:cNvPr>
            <p:cNvSpPr/>
            <p:nvPr userDrawn="1"/>
          </p:nvSpPr>
          <p:spPr>
            <a:xfrm>
              <a:off x="306000" y="1443037"/>
              <a:ext cx="2057397" cy="3036888"/>
            </a:xfrm>
            <a:prstGeom prst="roundRect">
              <a:avLst>
                <a:gd name="adj" fmla="val 8991"/>
              </a:avLst>
            </a:prstGeom>
            <a:gradFill>
              <a:gsLst>
                <a:gs pos="9000">
                  <a:srgbClr val="662D8F"/>
                </a:gs>
                <a:gs pos="61000">
                  <a:srgbClr val="FF5A10"/>
                </a:gs>
                <a:gs pos="100000">
                  <a:srgbClr val="FFBC03"/>
                </a:gs>
              </a:gsLst>
              <a:lin ang="20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sp>
          <p:nvSpPr>
            <p:cNvPr id="47" name="Rounded Rectangle 46">
              <a:extLst>
                <a:ext uri="{FF2B5EF4-FFF2-40B4-BE49-F238E27FC236}">
                  <a16:creationId xmlns:a16="http://schemas.microsoft.com/office/drawing/2014/main" id="{DFB6DB1D-EA6F-13B2-BFD3-566540B64283}"/>
                </a:ext>
              </a:extLst>
            </p:cNvPr>
            <p:cNvSpPr/>
            <p:nvPr userDrawn="1"/>
          </p:nvSpPr>
          <p:spPr>
            <a:xfrm>
              <a:off x="287339" y="1360262"/>
              <a:ext cx="1984326" cy="3036888"/>
            </a:xfrm>
            <a:prstGeom prst="roundRect">
              <a:avLst>
                <a:gd name="adj" fmla="val 8991"/>
              </a:avLst>
            </a:prstGeom>
            <a:solidFill>
              <a:schemeClr val="bg1"/>
            </a:solidFill>
            <a:ln>
              <a:noFill/>
            </a:ln>
            <a:effectLst>
              <a:outerShdw blurRad="1270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grpSp>
      <p:grpSp>
        <p:nvGrpSpPr>
          <p:cNvPr id="48" name="Group 47">
            <a:extLst>
              <a:ext uri="{FF2B5EF4-FFF2-40B4-BE49-F238E27FC236}">
                <a16:creationId xmlns:a16="http://schemas.microsoft.com/office/drawing/2014/main" id="{5C642C93-7423-2412-F0E1-A894EBD1D2DB}"/>
              </a:ext>
            </a:extLst>
          </p:cNvPr>
          <p:cNvGrpSpPr/>
          <p:nvPr userDrawn="1"/>
        </p:nvGrpSpPr>
        <p:grpSpPr>
          <a:xfrm>
            <a:off x="6140946" y="2372831"/>
            <a:ext cx="2768077" cy="3528437"/>
            <a:chOff x="287339" y="1360262"/>
            <a:chExt cx="2076058" cy="3119663"/>
          </a:xfrm>
        </p:grpSpPr>
        <p:sp>
          <p:nvSpPr>
            <p:cNvPr id="49" name="Rounded Rectangle 48">
              <a:extLst>
                <a:ext uri="{FF2B5EF4-FFF2-40B4-BE49-F238E27FC236}">
                  <a16:creationId xmlns:a16="http://schemas.microsoft.com/office/drawing/2014/main" id="{CBD41BA1-47B9-FCFD-0A5D-296F87660620}"/>
                </a:ext>
              </a:extLst>
            </p:cNvPr>
            <p:cNvSpPr/>
            <p:nvPr userDrawn="1"/>
          </p:nvSpPr>
          <p:spPr>
            <a:xfrm>
              <a:off x="306000" y="1443037"/>
              <a:ext cx="2057397" cy="3036888"/>
            </a:xfrm>
            <a:prstGeom prst="roundRect">
              <a:avLst>
                <a:gd name="adj" fmla="val 8991"/>
              </a:avLst>
            </a:prstGeom>
            <a:gradFill>
              <a:gsLst>
                <a:gs pos="9000">
                  <a:srgbClr val="662D8F"/>
                </a:gs>
                <a:gs pos="61000">
                  <a:srgbClr val="FF5A10"/>
                </a:gs>
                <a:gs pos="100000">
                  <a:srgbClr val="FFBC03"/>
                </a:gs>
              </a:gsLst>
              <a:lin ang="20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sp>
          <p:nvSpPr>
            <p:cNvPr id="50" name="Rounded Rectangle 49">
              <a:extLst>
                <a:ext uri="{FF2B5EF4-FFF2-40B4-BE49-F238E27FC236}">
                  <a16:creationId xmlns:a16="http://schemas.microsoft.com/office/drawing/2014/main" id="{BEB9C9F6-7024-B35D-253A-3E31ACA12D5F}"/>
                </a:ext>
              </a:extLst>
            </p:cNvPr>
            <p:cNvSpPr/>
            <p:nvPr userDrawn="1"/>
          </p:nvSpPr>
          <p:spPr>
            <a:xfrm>
              <a:off x="287339" y="1360262"/>
              <a:ext cx="1984326" cy="3036888"/>
            </a:xfrm>
            <a:prstGeom prst="roundRect">
              <a:avLst>
                <a:gd name="adj" fmla="val 8991"/>
              </a:avLst>
            </a:prstGeom>
            <a:solidFill>
              <a:schemeClr val="bg1"/>
            </a:solidFill>
            <a:ln>
              <a:noFill/>
            </a:ln>
            <a:effectLst>
              <a:outerShdw blurRad="1270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grpSp>
      <p:grpSp>
        <p:nvGrpSpPr>
          <p:cNvPr id="51" name="Group 50">
            <a:extLst>
              <a:ext uri="{FF2B5EF4-FFF2-40B4-BE49-F238E27FC236}">
                <a16:creationId xmlns:a16="http://schemas.microsoft.com/office/drawing/2014/main" id="{2DDE6D60-231C-B1C8-F582-2098856CAB3E}"/>
              </a:ext>
            </a:extLst>
          </p:cNvPr>
          <p:cNvGrpSpPr/>
          <p:nvPr userDrawn="1"/>
        </p:nvGrpSpPr>
        <p:grpSpPr>
          <a:xfrm>
            <a:off x="9006510" y="2372831"/>
            <a:ext cx="2768077" cy="3528437"/>
            <a:chOff x="287339" y="1360262"/>
            <a:chExt cx="2076058" cy="3119663"/>
          </a:xfrm>
        </p:grpSpPr>
        <p:sp>
          <p:nvSpPr>
            <p:cNvPr id="52" name="Rounded Rectangle 51">
              <a:extLst>
                <a:ext uri="{FF2B5EF4-FFF2-40B4-BE49-F238E27FC236}">
                  <a16:creationId xmlns:a16="http://schemas.microsoft.com/office/drawing/2014/main" id="{544936DB-F4B3-4BEA-8671-8B0AFD1A807E}"/>
                </a:ext>
              </a:extLst>
            </p:cNvPr>
            <p:cNvSpPr/>
            <p:nvPr userDrawn="1"/>
          </p:nvSpPr>
          <p:spPr>
            <a:xfrm>
              <a:off x="306000" y="1443037"/>
              <a:ext cx="2057397" cy="3036888"/>
            </a:xfrm>
            <a:prstGeom prst="roundRect">
              <a:avLst>
                <a:gd name="adj" fmla="val 8991"/>
              </a:avLst>
            </a:prstGeom>
            <a:gradFill>
              <a:gsLst>
                <a:gs pos="9000">
                  <a:srgbClr val="662D8F"/>
                </a:gs>
                <a:gs pos="61000">
                  <a:srgbClr val="FF5A10"/>
                </a:gs>
                <a:gs pos="100000">
                  <a:srgbClr val="FFBC03"/>
                </a:gs>
              </a:gsLst>
              <a:lin ang="20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sp>
          <p:nvSpPr>
            <p:cNvPr id="53" name="Rounded Rectangle 52">
              <a:extLst>
                <a:ext uri="{FF2B5EF4-FFF2-40B4-BE49-F238E27FC236}">
                  <a16:creationId xmlns:a16="http://schemas.microsoft.com/office/drawing/2014/main" id="{8672856B-595F-CCF5-1B2F-D15B653D8642}"/>
                </a:ext>
              </a:extLst>
            </p:cNvPr>
            <p:cNvSpPr/>
            <p:nvPr userDrawn="1"/>
          </p:nvSpPr>
          <p:spPr>
            <a:xfrm>
              <a:off x="287339" y="1360262"/>
              <a:ext cx="1984326" cy="3036888"/>
            </a:xfrm>
            <a:prstGeom prst="roundRect">
              <a:avLst>
                <a:gd name="adj" fmla="val 8991"/>
              </a:avLst>
            </a:prstGeom>
            <a:solidFill>
              <a:schemeClr val="bg1"/>
            </a:solidFill>
            <a:ln>
              <a:noFill/>
            </a:ln>
            <a:effectLst>
              <a:outerShdw blurRad="1270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grpSp>
      <p:sp>
        <p:nvSpPr>
          <p:cNvPr id="24" name="Text Placeholder 18">
            <a:extLst>
              <a:ext uri="{FF2B5EF4-FFF2-40B4-BE49-F238E27FC236}">
                <a16:creationId xmlns:a16="http://schemas.microsoft.com/office/drawing/2014/main" id="{4F161B68-93A5-9373-F839-9EFB3D60B27D}"/>
              </a:ext>
            </a:extLst>
          </p:cNvPr>
          <p:cNvSpPr>
            <a:spLocks noGrp="1"/>
          </p:cNvSpPr>
          <p:nvPr>
            <p:ph type="body" sz="quarter" idx="15" hasCustomPrompt="1"/>
          </p:nvPr>
        </p:nvSpPr>
        <p:spPr>
          <a:xfrm>
            <a:off x="408518" y="2660916"/>
            <a:ext cx="2620369" cy="280118"/>
          </a:xfrm>
        </p:spPr>
        <p:txBody>
          <a:bodyPr lIns="0" tIns="0" rIns="0" bIns="0">
            <a:noAutofit/>
          </a:bodyPr>
          <a:lstStyle>
            <a:lvl1pPr marL="0" indent="0" algn="ctr">
              <a:lnSpc>
                <a:spcPct val="100000"/>
              </a:lnSpc>
              <a:spcBef>
                <a:spcPts val="0"/>
              </a:spcBef>
              <a:buFontTx/>
              <a:buNone/>
              <a:defRPr sz="1600" b="1" i="0">
                <a:solidFill>
                  <a:srgbClr val="FF5A10"/>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Card Title</a:t>
            </a:r>
          </a:p>
        </p:txBody>
      </p:sp>
      <p:sp>
        <p:nvSpPr>
          <p:cNvPr id="26" name="Text Placeholder 18">
            <a:extLst>
              <a:ext uri="{FF2B5EF4-FFF2-40B4-BE49-F238E27FC236}">
                <a16:creationId xmlns:a16="http://schemas.microsoft.com/office/drawing/2014/main" id="{7F7B3230-D2B2-D0D7-5694-5218855637C2}"/>
              </a:ext>
            </a:extLst>
          </p:cNvPr>
          <p:cNvSpPr>
            <a:spLocks noGrp="1"/>
          </p:cNvSpPr>
          <p:nvPr>
            <p:ph type="body" sz="quarter" idx="16" hasCustomPrompt="1"/>
          </p:nvPr>
        </p:nvSpPr>
        <p:spPr>
          <a:xfrm>
            <a:off x="3285427" y="2660916"/>
            <a:ext cx="2645767" cy="280118"/>
          </a:xfrm>
        </p:spPr>
        <p:txBody>
          <a:bodyPr lIns="0" tIns="0" rIns="0" bIns="0">
            <a:noAutofit/>
          </a:bodyPr>
          <a:lstStyle>
            <a:lvl1pPr marL="0" indent="0" algn="ctr">
              <a:lnSpc>
                <a:spcPct val="100000"/>
              </a:lnSpc>
              <a:spcBef>
                <a:spcPts val="0"/>
              </a:spcBef>
              <a:buFontTx/>
              <a:buNone/>
              <a:defRPr sz="1600" b="1" i="0">
                <a:solidFill>
                  <a:srgbClr val="FF5A10"/>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Card Title</a:t>
            </a:r>
          </a:p>
        </p:txBody>
      </p:sp>
      <p:sp>
        <p:nvSpPr>
          <p:cNvPr id="27" name="Text Placeholder 18">
            <a:extLst>
              <a:ext uri="{FF2B5EF4-FFF2-40B4-BE49-F238E27FC236}">
                <a16:creationId xmlns:a16="http://schemas.microsoft.com/office/drawing/2014/main" id="{3BDD6D61-521E-2795-F3A6-9A612537E60F}"/>
              </a:ext>
            </a:extLst>
          </p:cNvPr>
          <p:cNvSpPr>
            <a:spLocks noGrp="1"/>
          </p:cNvSpPr>
          <p:nvPr>
            <p:ph type="body" sz="quarter" idx="17" hasCustomPrompt="1"/>
          </p:nvPr>
        </p:nvSpPr>
        <p:spPr>
          <a:xfrm>
            <a:off x="6162855" y="2660915"/>
            <a:ext cx="2645767" cy="280119"/>
          </a:xfrm>
        </p:spPr>
        <p:txBody>
          <a:bodyPr lIns="0" tIns="0" rIns="0" bIns="0">
            <a:noAutofit/>
          </a:bodyPr>
          <a:lstStyle>
            <a:lvl1pPr marL="0" indent="0" algn="ctr">
              <a:lnSpc>
                <a:spcPct val="100000"/>
              </a:lnSpc>
              <a:spcBef>
                <a:spcPts val="0"/>
              </a:spcBef>
              <a:buFontTx/>
              <a:buNone/>
              <a:defRPr sz="1600" b="1" i="0">
                <a:solidFill>
                  <a:srgbClr val="FF5A10"/>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Card Title</a:t>
            </a:r>
          </a:p>
        </p:txBody>
      </p:sp>
      <p:sp>
        <p:nvSpPr>
          <p:cNvPr id="28" name="Text Placeholder 18">
            <a:extLst>
              <a:ext uri="{FF2B5EF4-FFF2-40B4-BE49-F238E27FC236}">
                <a16:creationId xmlns:a16="http://schemas.microsoft.com/office/drawing/2014/main" id="{E9F323C0-1414-B1DA-AE00-579A211D3FDE}"/>
              </a:ext>
            </a:extLst>
          </p:cNvPr>
          <p:cNvSpPr>
            <a:spLocks noGrp="1"/>
          </p:cNvSpPr>
          <p:nvPr>
            <p:ph type="body" sz="quarter" idx="18" hasCustomPrompt="1"/>
          </p:nvPr>
        </p:nvSpPr>
        <p:spPr>
          <a:xfrm>
            <a:off x="9040285" y="2660915"/>
            <a:ext cx="2645767" cy="280119"/>
          </a:xfrm>
        </p:spPr>
        <p:txBody>
          <a:bodyPr lIns="0" tIns="0" rIns="0" bIns="0">
            <a:noAutofit/>
          </a:bodyPr>
          <a:lstStyle>
            <a:lvl1pPr marL="0" indent="0" algn="ctr">
              <a:lnSpc>
                <a:spcPct val="100000"/>
              </a:lnSpc>
              <a:spcBef>
                <a:spcPts val="0"/>
              </a:spcBef>
              <a:buFontTx/>
              <a:buNone/>
              <a:defRPr sz="1600" b="1" i="0">
                <a:solidFill>
                  <a:srgbClr val="FF5A10"/>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Card Title</a:t>
            </a:r>
          </a:p>
        </p:txBody>
      </p:sp>
      <p:sp>
        <p:nvSpPr>
          <p:cNvPr id="4" name="TextBox 3">
            <a:extLst>
              <a:ext uri="{FF2B5EF4-FFF2-40B4-BE49-F238E27FC236}">
                <a16:creationId xmlns:a16="http://schemas.microsoft.com/office/drawing/2014/main" id="{D3C017AB-AD2F-5FAC-CAB0-8C9E13EA88B7}"/>
              </a:ext>
            </a:extLst>
          </p:cNvPr>
          <p:cNvSpPr txBox="1"/>
          <p:nvPr userDrawn="1"/>
        </p:nvSpPr>
        <p:spPr>
          <a:xfrm>
            <a:off x="12837459" y="-778"/>
            <a:ext cx="2510117" cy="1077603"/>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Use for splitting copy into multiple columns for visual effect.</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Don’t try to add more columns — if you need more, you can duplicate the slide.</a:t>
            </a:r>
          </a:p>
        </p:txBody>
      </p:sp>
      <p:grpSp>
        <p:nvGrpSpPr>
          <p:cNvPr id="5" name="Group 4">
            <a:extLst>
              <a:ext uri="{FF2B5EF4-FFF2-40B4-BE49-F238E27FC236}">
                <a16:creationId xmlns:a16="http://schemas.microsoft.com/office/drawing/2014/main" id="{534E6240-FFE4-48CE-3589-4A17D036D64A}"/>
              </a:ext>
            </a:extLst>
          </p:cNvPr>
          <p:cNvGrpSpPr/>
          <p:nvPr userDrawn="1"/>
        </p:nvGrpSpPr>
        <p:grpSpPr>
          <a:xfrm>
            <a:off x="10609008" y="6203793"/>
            <a:ext cx="1111864" cy="408104"/>
            <a:chOff x="397414" y="755885"/>
            <a:chExt cx="2901256" cy="1064892"/>
          </a:xfrm>
        </p:grpSpPr>
        <p:grpSp>
          <p:nvGrpSpPr>
            <p:cNvPr id="8" name="Graphic 4">
              <a:extLst>
                <a:ext uri="{FF2B5EF4-FFF2-40B4-BE49-F238E27FC236}">
                  <a16:creationId xmlns:a16="http://schemas.microsoft.com/office/drawing/2014/main" id="{4F7545C7-6023-04CB-C568-EC03AD0319D8}"/>
                </a:ext>
              </a:extLst>
            </p:cNvPr>
            <p:cNvGrpSpPr/>
            <p:nvPr/>
          </p:nvGrpSpPr>
          <p:grpSpPr>
            <a:xfrm>
              <a:off x="397414" y="755885"/>
              <a:ext cx="1031033" cy="1064892"/>
              <a:chOff x="397414" y="755885"/>
              <a:chExt cx="1031033" cy="1064892"/>
            </a:xfrm>
          </p:grpSpPr>
          <p:sp>
            <p:nvSpPr>
              <p:cNvPr id="40" name="Freeform 39">
                <a:extLst>
                  <a:ext uri="{FF2B5EF4-FFF2-40B4-BE49-F238E27FC236}">
                    <a16:creationId xmlns:a16="http://schemas.microsoft.com/office/drawing/2014/main" id="{34091B1E-C10A-4D90-0C82-D4D111FE894E}"/>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41" name="Freeform 40">
                <a:extLst>
                  <a:ext uri="{FF2B5EF4-FFF2-40B4-BE49-F238E27FC236}">
                    <a16:creationId xmlns:a16="http://schemas.microsoft.com/office/drawing/2014/main" id="{EBE1E6EC-91D3-0B10-5A21-F64B5A685883}"/>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42" name="Freeform 41">
                <a:extLst>
                  <a:ext uri="{FF2B5EF4-FFF2-40B4-BE49-F238E27FC236}">
                    <a16:creationId xmlns:a16="http://schemas.microsoft.com/office/drawing/2014/main" id="{E62678FF-29FB-BA14-E791-1531AB371E30}"/>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9" name="Graphic 4">
              <a:extLst>
                <a:ext uri="{FF2B5EF4-FFF2-40B4-BE49-F238E27FC236}">
                  <a16:creationId xmlns:a16="http://schemas.microsoft.com/office/drawing/2014/main" id="{3A587A75-C51E-14DC-8EBE-B3BF20C283C1}"/>
                </a:ext>
              </a:extLst>
            </p:cNvPr>
            <p:cNvGrpSpPr/>
            <p:nvPr/>
          </p:nvGrpSpPr>
          <p:grpSpPr>
            <a:xfrm>
              <a:off x="1208140" y="933050"/>
              <a:ext cx="2090530" cy="573060"/>
              <a:chOff x="1208140" y="933050"/>
              <a:chExt cx="2090530" cy="573060"/>
            </a:xfrm>
            <a:solidFill>
              <a:srgbClr val="333333"/>
            </a:solidFill>
          </p:grpSpPr>
          <p:sp>
            <p:nvSpPr>
              <p:cNvPr id="10" name="Freeform 9">
                <a:extLst>
                  <a:ext uri="{FF2B5EF4-FFF2-40B4-BE49-F238E27FC236}">
                    <a16:creationId xmlns:a16="http://schemas.microsoft.com/office/drawing/2014/main" id="{366EFCE6-0465-D133-BC99-E6E4D749F482}"/>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1" name="Freeform 10">
                <a:extLst>
                  <a:ext uri="{FF2B5EF4-FFF2-40B4-BE49-F238E27FC236}">
                    <a16:creationId xmlns:a16="http://schemas.microsoft.com/office/drawing/2014/main" id="{4600FE6A-338D-7FC0-E55D-DDDE420E826D}"/>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2" name="Freeform 11">
                <a:extLst>
                  <a:ext uri="{FF2B5EF4-FFF2-40B4-BE49-F238E27FC236}">
                    <a16:creationId xmlns:a16="http://schemas.microsoft.com/office/drawing/2014/main" id="{13EB52E6-5206-10AE-8AA4-D372D195F9BB}"/>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29E20D54-CED9-CEF9-29C8-0516324C8043}"/>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6" name="Freeform 15">
                <a:extLst>
                  <a:ext uri="{FF2B5EF4-FFF2-40B4-BE49-F238E27FC236}">
                    <a16:creationId xmlns:a16="http://schemas.microsoft.com/office/drawing/2014/main" id="{B59356EA-E70E-0A5F-3BC8-CFACCA5979BC}"/>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FC2CB3F6-99AD-830D-60EB-2192252B8CDF}"/>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01F10E3A-8726-1360-59FA-06AD808CB788}"/>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66F63B83-712C-5019-FAAC-07105CECA023}"/>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B65B1527-5C4F-7A36-CE64-EF7A77A83CA6}"/>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C8A87ADD-C1F6-73CA-E715-1772D4C0858B}"/>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2100C2C1-5447-2414-F6EC-487267971C24}"/>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E5D80D7D-7E8D-CE06-4388-D3639141FEC1}"/>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4" name="Freeform 33">
                <a:extLst>
                  <a:ext uri="{FF2B5EF4-FFF2-40B4-BE49-F238E27FC236}">
                    <a16:creationId xmlns:a16="http://schemas.microsoft.com/office/drawing/2014/main" id="{2249A6E6-C44F-88A9-6832-62ED1450DFA1}"/>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5C7A9495-4970-ACDC-84DE-CB4213D16544}"/>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A1ABA4A1-5798-D4D0-BF75-A9BD5F0F1BFA}"/>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7" name="Freeform 36">
                <a:extLst>
                  <a:ext uri="{FF2B5EF4-FFF2-40B4-BE49-F238E27FC236}">
                    <a16:creationId xmlns:a16="http://schemas.microsoft.com/office/drawing/2014/main" id="{EDE9687F-B79B-9F80-0406-F8914FAF7848}"/>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8" name="Freeform 37">
                <a:extLst>
                  <a:ext uri="{FF2B5EF4-FFF2-40B4-BE49-F238E27FC236}">
                    <a16:creationId xmlns:a16="http://schemas.microsoft.com/office/drawing/2014/main" id="{17D40497-3017-0230-DCED-5C2DD52D51D3}"/>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9" name="Freeform 38">
                <a:extLst>
                  <a:ext uri="{FF2B5EF4-FFF2-40B4-BE49-F238E27FC236}">
                    <a16:creationId xmlns:a16="http://schemas.microsoft.com/office/drawing/2014/main" id="{B2FB6D2F-8D4F-546A-3C08-0A13B044AA0B}"/>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58" name="Text Placeholder 24">
            <a:extLst>
              <a:ext uri="{FF2B5EF4-FFF2-40B4-BE49-F238E27FC236}">
                <a16:creationId xmlns:a16="http://schemas.microsoft.com/office/drawing/2014/main" id="{24A60376-7D90-287F-2C83-87496FA8C550}"/>
              </a:ext>
            </a:extLst>
          </p:cNvPr>
          <p:cNvSpPr>
            <a:spLocks noGrp="1"/>
          </p:cNvSpPr>
          <p:nvPr>
            <p:ph type="body" sz="quarter" idx="14"/>
          </p:nvPr>
        </p:nvSpPr>
        <p:spPr>
          <a:xfrm>
            <a:off x="7180997" y="966143"/>
            <a:ext cx="4579203" cy="1131759"/>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59" name="Text Placeholder 18">
            <a:extLst>
              <a:ext uri="{FF2B5EF4-FFF2-40B4-BE49-F238E27FC236}">
                <a16:creationId xmlns:a16="http://schemas.microsoft.com/office/drawing/2014/main" id="{165C6578-0B87-140A-12E3-E929F882BA8F}"/>
              </a:ext>
            </a:extLst>
          </p:cNvPr>
          <p:cNvSpPr>
            <a:spLocks noGrp="1"/>
          </p:cNvSpPr>
          <p:nvPr>
            <p:ph type="body" sz="quarter" idx="13" hasCustomPrompt="1"/>
          </p:nvPr>
        </p:nvSpPr>
        <p:spPr>
          <a:xfrm>
            <a:off x="408000" y="936001"/>
            <a:ext cx="6535060" cy="962247"/>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a:t>
            </a:r>
          </a:p>
        </p:txBody>
      </p:sp>
      <p:sp>
        <p:nvSpPr>
          <p:cNvPr id="60" name="Text Placeholder 24">
            <a:extLst>
              <a:ext uri="{FF2B5EF4-FFF2-40B4-BE49-F238E27FC236}">
                <a16:creationId xmlns:a16="http://schemas.microsoft.com/office/drawing/2014/main" id="{09F6D659-92C6-3A79-7259-078144892C99}"/>
              </a:ext>
            </a:extLst>
          </p:cNvPr>
          <p:cNvSpPr>
            <a:spLocks noGrp="1"/>
          </p:cNvSpPr>
          <p:nvPr>
            <p:ph type="body" sz="quarter" idx="26"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2" name="Text Placeholder 24">
            <a:extLst>
              <a:ext uri="{FF2B5EF4-FFF2-40B4-BE49-F238E27FC236}">
                <a16:creationId xmlns:a16="http://schemas.microsoft.com/office/drawing/2014/main" id="{65554EA4-B332-A82E-68DF-4F31098CE6A2}"/>
              </a:ext>
            </a:extLst>
          </p:cNvPr>
          <p:cNvSpPr>
            <a:spLocks noGrp="1"/>
          </p:cNvSpPr>
          <p:nvPr>
            <p:ph type="body" sz="quarter" idx="27"/>
          </p:nvPr>
        </p:nvSpPr>
        <p:spPr>
          <a:xfrm>
            <a:off x="505949" y="3021301"/>
            <a:ext cx="2343578" cy="1131759"/>
          </a:xfrm>
        </p:spPr>
        <p:txBody>
          <a:bodyPr lIns="0" tIns="0" rIns="0" bIns="0">
            <a:noAutofit/>
          </a:bodyPr>
          <a:lstStyle>
            <a:lvl1pPr marL="0" indent="0" algn="ctr">
              <a:lnSpc>
                <a:spcPts val="1867"/>
              </a:lnSpc>
              <a:buFontTx/>
              <a:buNone/>
              <a:defRPr sz="1600" b="0" i="0">
                <a:solidFill>
                  <a:srgbClr val="333333"/>
                </a:solidFill>
                <a:latin typeface="Museo Sans 300" panose="02000000000000000000" pitchFamily="50" charset="0"/>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3" name="Text Placeholder 24">
            <a:extLst>
              <a:ext uri="{FF2B5EF4-FFF2-40B4-BE49-F238E27FC236}">
                <a16:creationId xmlns:a16="http://schemas.microsoft.com/office/drawing/2014/main" id="{9B32AA6D-77ED-8EEE-3455-05E63BB62341}"/>
              </a:ext>
            </a:extLst>
          </p:cNvPr>
          <p:cNvSpPr>
            <a:spLocks noGrp="1"/>
          </p:cNvSpPr>
          <p:nvPr>
            <p:ph type="body" sz="quarter" idx="28"/>
          </p:nvPr>
        </p:nvSpPr>
        <p:spPr>
          <a:xfrm>
            <a:off x="3436521" y="3021300"/>
            <a:ext cx="2343578" cy="1131759"/>
          </a:xfrm>
        </p:spPr>
        <p:txBody>
          <a:bodyPr lIns="0" tIns="0" rIns="0" bIns="0">
            <a:noAutofit/>
          </a:bodyPr>
          <a:lstStyle>
            <a:lvl1pPr marL="0" indent="0" algn="ctr">
              <a:lnSpc>
                <a:spcPts val="1867"/>
              </a:lnSpc>
              <a:buFontTx/>
              <a:buNone/>
              <a:defRPr lang="en-GB" sz="1600" b="0" i="0" kern="1200" dirty="0">
                <a:solidFill>
                  <a:srgbClr val="333333"/>
                </a:solidFill>
                <a:latin typeface="Museo Sans 300" panose="02000000000000000000" pitchFamily="50" charset="0"/>
                <a:ea typeface="+mn-ea"/>
                <a:cs typeface="+mn-cs"/>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marL="0" lvl="0" indent="0" algn="ctr" defTabSz="914377" rtl="0" eaLnBrk="1" latinLnBrk="0" hangingPunct="1">
              <a:lnSpc>
                <a:spcPts val="1867"/>
              </a:lnSpc>
              <a:spcBef>
                <a:spcPts val="1000"/>
              </a:spcBef>
              <a:buFontTx/>
              <a:buNone/>
            </a:pPr>
            <a:r>
              <a:rPr lang="en-GB"/>
              <a:t>Click to edit Master text styles</a:t>
            </a:r>
          </a:p>
        </p:txBody>
      </p:sp>
      <p:sp>
        <p:nvSpPr>
          <p:cNvPr id="6" name="Text Placeholder 24">
            <a:extLst>
              <a:ext uri="{FF2B5EF4-FFF2-40B4-BE49-F238E27FC236}">
                <a16:creationId xmlns:a16="http://schemas.microsoft.com/office/drawing/2014/main" id="{1B88AAEB-F4EB-72CC-4CB1-B3CF0BF8112C}"/>
              </a:ext>
            </a:extLst>
          </p:cNvPr>
          <p:cNvSpPr>
            <a:spLocks noGrp="1"/>
          </p:cNvSpPr>
          <p:nvPr>
            <p:ph type="body" sz="quarter" idx="29"/>
          </p:nvPr>
        </p:nvSpPr>
        <p:spPr>
          <a:xfrm>
            <a:off x="6292041" y="3015932"/>
            <a:ext cx="2343578" cy="1131759"/>
          </a:xfrm>
        </p:spPr>
        <p:txBody>
          <a:bodyPr lIns="0" tIns="0" rIns="0" bIns="0">
            <a:noAutofit/>
          </a:bodyPr>
          <a:lstStyle>
            <a:lvl1pPr marL="0" indent="0" algn="ctr">
              <a:lnSpc>
                <a:spcPts val="1867"/>
              </a:lnSpc>
              <a:buFontTx/>
              <a:buNone/>
              <a:defRPr lang="en-GB" sz="1600" b="0" i="0" kern="1200" dirty="0">
                <a:solidFill>
                  <a:srgbClr val="333333"/>
                </a:solidFill>
                <a:latin typeface="Museo Sans 300" panose="02000000000000000000" pitchFamily="50" charset="0"/>
                <a:ea typeface="+mn-ea"/>
                <a:cs typeface="+mn-cs"/>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marL="0" lvl="0" indent="0" algn="ctr" defTabSz="914377" rtl="0" eaLnBrk="1" latinLnBrk="0" hangingPunct="1">
              <a:lnSpc>
                <a:spcPts val="1867"/>
              </a:lnSpc>
              <a:spcBef>
                <a:spcPts val="1000"/>
              </a:spcBef>
              <a:buFontTx/>
              <a:buNone/>
            </a:pPr>
            <a:r>
              <a:rPr lang="en-GB"/>
              <a:t>Click to edit Master text styles</a:t>
            </a:r>
          </a:p>
        </p:txBody>
      </p:sp>
      <p:sp>
        <p:nvSpPr>
          <p:cNvPr id="13" name="Text Placeholder 24">
            <a:extLst>
              <a:ext uri="{FF2B5EF4-FFF2-40B4-BE49-F238E27FC236}">
                <a16:creationId xmlns:a16="http://schemas.microsoft.com/office/drawing/2014/main" id="{81B4BE88-712D-95F8-3F33-C5B97C4A3389}"/>
              </a:ext>
            </a:extLst>
          </p:cNvPr>
          <p:cNvSpPr>
            <a:spLocks noGrp="1"/>
          </p:cNvSpPr>
          <p:nvPr>
            <p:ph type="body" sz="quarter" idx="30"/>
          </p:nvPr>
        </p:nvSpPr>
        <p:spPr>
          <a:xfrm>
            <a:off x="9163327" y="3009839"/>
            <a:ext cx="2343578" cy="1131759"/>
          </a:xfrm>
        </p:spPr>
        <p:txBody>
          <a:bodyPr lIns="0" tIns="0" rIns="0" bIns="0">
            <a:noAutofit/>
          </a:bodyPr>
          <a:lstStyle>
            <a:lvl1pPr marL="0" indent="0" algn="ctr">
              <a:lnSpc>
                <a:spcPts val="1867"/>
              </a:lnSpc>
              <a:buFontTx/>
              <a:buNone/>
              <a:defRPr lang="en-GB" sz="1600" b="0" i="0" kern="1200" dirty="0">
                <a:solidFill>
                  <a:srgbClr val="333333"/>
                </a:solidFill>
                <a:latin typeface="Museo Sans 300" panose="02000000000000000000" pitchFamily="50" charset="0"/>
                <a:ea typeface="+mn-ea"/>
                <a:cs typeface="+mn-cs"/>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marL="0" lvl="0" indent="0" algn="ctr" defTabSz="914377" rtl="0" eaLnBrk="1" latinLnBrk="0" hangingPunct="1">
              <a:lnSpc>
                <a:spcPts val="1867"/>
              </a:lnSpc>
              <a:spcBef>
                <a:spcPts val="1000"/>
              </a:spcBef>
              <a:buFontTx/>
              <a:buNone/>
            </a:pPr>
            <a:r>
              <a:rPr lang="en-GB"/>
              <a:t>Click to edit Master text styles</a:t>
            </a:r>
          </a:p>
        </p:txBody>
      </p:sp>
    </p:spTree>
    <p:custDataLst>
      <p:tags r:id="rId1"/>
    </p:custDataLst>
    <p:extLst>
      <p:ext uri="{BB962C8B-B14F-4D97-AF65-F5344CB8AC3E}">
        <p14:creationId xmlns:p14="http://schemas.microsoft.com/office/powerpoint/2010/main" val="3254975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46" name="Freeform 42">
            <a:extLst>
              <a:ext uri="{FF2B5EF4-FFF2-40B4-BE49-F238E27FC236}">
                <a16:creationId xmlns:a16="http://schemas.microsoft.com/office/drawing/2014/main" id="{97951881-5B10-6220-BC4F-327B10DC70F7}"/>
              </a:ext>
            </a:extLst>
          </p:cNvPr>
          <p:cNvSpPr txBox="1">
            <a:spLocks/>
          </p:cNvSpPr>
          <p:nvPr userDrawn="1"/>
        </p:nvSpPr>
        <p:spPr>
          <a:xfrm>
            <a:off x="3286398" y="4528968"/>
            <a:ext cx="2711449" cy="1377272"/>
          </a:xfrm>
          <a:custGeom>
            <a:avLst/>
            <a:gdLst>
              <a:gd name="connsiteX0" fmla="*/ 0 w 2033587"/>
              <a:gd name="connsiteY0" fmla="*/ 0 h 1032954"/>
              <a:gd name="connsiteX1" fmla="*/ 136587 w 2033587"/>
              <a:gd name="connsiteY1" fmla="*/ 46712 h 1032954"/>
              <a:gd name="connsiteX2" fmla="*/ 1166447 w 2033587"/>
              <a:gd name="connsiteY2" fmla="*/ 192197 h 1032954"/>
              <a:gd name="connsiteX3" fmla="*/ 2031963 w 2033587"/>
              <a:gd name="connsiteY3" fmla="*/ 90318 h 1032954"/>
              <a:gd name="connsiteX4" fmla="*/ 2033587 w 2033587"/>
              <a:gd name="connsiteY4" fmla="*/ 89887 h 1032954"/>
              <a:gd name="connsiteX5" fmla="*/ 2033587 w 2033587"/>
              <a:gd name="connsiteY5" fmla="*/ 931763 h 1032954"/>
              <a:gd name="connsiteX6" fmla="*/ 1932396 w 2033587"/>
              <a:gd name="connsiteY6" fmla="*/ 1032954 h 1032954"/>
              <a:gd name="connsiteX7" fmla="*/ 101191 w 2033587"/>
              <a:gd name="connsiteY7" fmla="*/ 1032954 h 1032954"/>
              <a:gd name="connsiteX8" fmla="*/ 0 w 2033587"/>
              <a:gd name="connsiteY8" fmla="*/ 931763 h 1032954"/>
              <a:gd name="connsiteX9" fmla="*/ 0 w 2033587"/>
              <a:gd name="connsiteY9" fmla="*/ 0 h 1032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3587" h="1032954">
                <a:moveTo>
                  <a:pt x="0" y="0"/>
                </a:moveTo>
                <a:lnTo>
                  <a:pt x="136587" y="46712"/>
                </a:lnTo>
                <a:cubicBezTo>
                  <a:pt x="461920" y="141262"/>
                  <a:pt x="807818" y="192197"/>
                  <a:pt x="1166447" y="192197"/>
                </a:cubicBezTo>
                <a:cubicBezTo>
                  <a:pt x="1465305" y="192197"/>
                  <a:pt x="1755321" y="156826"/>
                  <a:pt x="2031963" y="90318"/>
                </a:cubicBezTo>
                <a:lnTo>
                  <a:pt x="2033587" y="89887"/>
                </a:lnTo>
                <a:lnTo>
                  <a:pt x="2033587" y="931763"/>
                </a:lnTo>
                <a:cubicBezTo>
                  <a:pt x="2033587" y="987649"/>
                  <a:pt x="1988282" y="1032954"/>
                  <a:pt x="1932396" y="1032954"/>
                </a:cubicBezTo>
                <a:lnTo>
                  <a:pt x="101191" y="1032954"/>
                </a:lnTo>
                <a:cubicBezTo>
                  <a:pt x="45305" y="1032954"/>
                  <a:pt x="0" y="987649"/>
                  <a:pt x="0" y="931763"/>
                </a:cubicBezTo>
                <a:lnTo>
                  <a:pt x="0" y="0"/>
                </a:lnTo>
                <a:close/>
              </a:path>
            </a:pathLst>
          </a:custGeom>
          <a:gradFill>
            <a:gsLst>
              <a:gs pos="83000">
                <a:srgbClr val="FFBC03"/>
              </a:gs>
              <a:gs pos="61000">
                <a:srgbClr val="FF8B09"/>
              </a:gs>
              <a:gs pos="44000">
                <a:srgbClr val="FF5A10"/>
              </a:gs>
              <a:gs pos="3000">
                <a:srgbClr val="662D8F"/>
              </a:gs>
            </a:gsLst>
            <a:lin ang="18899387" scaled="1"/>
          </a:gradFill>
        </p:spPr>
        <p:txBody>
          <a:bodyPr vert="horz" wrap="square" lIns="0" tIns="0" rIns="0" bIns="0" rtlCol="0" anchor="ctr" anchorCtr="0">
            <a:noAutofit/>
          </a:bodyPr>
          <a:lstStyle>
            <a:lvl1pPr marL="0" indent="0" algn="ctr" defTabSz="685800" rtl="0" eaLnBrk="1" latinLnBrk="0" hangingPunct="1">
              <a:lnSpc>
                <a:spcPct val="90000"/>
              </a:lnSpc>
              <a:spcBef>
                <a:spcPts val="750"/>
              </a:spcBef>
              <a:buFontTx/>
              <a:buNone/>
              <a:defRPr sz="1400" b="1" i="0" kern="1200">
                <a:solidFill>
                  <a:srgbClr val="333333"/>
                </a:solidFill>
                <a:latin typeface="Museo Sans 900" panose="02000000000000000000" pitchFamily="2" charset="77"/>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rgbClr val="333333"/>
                </a:solidFill>
                <a:latin typeface="Museo Sans 500" panose="02000000000000000000" pitchFamily="2" charset="77"/>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rgbClr val="333333"/>
                </a:solidFill>
                <a:latin typeface="Museo Sans 500" panose="02000000000000000000" pitchFamily="2" charset="77"/>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rgbClr val="333333"/>
                </a:solidFill>
                <a:latin typeface="Museo Sans 500" panose="02000000000000000000" pitchFamily="2" charset="77"/>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rgbClr val="333333"/>
                </a:solidFill>
                <a:latin typeface="Museo Sans 500" panose="02000000000000000000" pitchFamily="2" charset="77"/>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sz="1867"/>
          </a:p>
        </p:txBody>
      </p:sp>
      <p:sp>
        <p:nvSpPr>
          <p:cNvPr id="48" name="Freeform 42">
            <a:extLst>
              <a:ext uri="{FF2B5EF4-FFF2-40B4-BE49-F238E27FC236}">
                <a16:creationId xmlns:a16="http://schemas.microsoft.com/office/drawing/2014/main" id="{55E7E350-5C20-EAB8-E153-6ABA25728A79}"/>
              </a:ext>
            </a:extLst>
          </p:cNvPr>
          <p:cNvSpPr txBox="1">
            <a:spLocks/>
          </p:cNvSpPr>
          <p:nvPr userDrawn="1"/>
        </p:nvSpPr>
        <p:spPr>
          <a:xfrm>
            <a:off x="6192632" y="4515528"/>
            <a:ext cx="2711449" cy="1377272"/>
          </a:xfrm>
          <a:custGeom>
            <a:avLst/>
            <a:gdLst>
              <a:gd name="connsiteX0" fmla="*/ 0 w 2033587"/>
              <a:gd name="connsiteY0" fmla="*/ 0 h 1032954"/>
              <a:gd name="connsiteX1" fmla="*/ 136587 w 2033587"/>
              <a:gd name="connsiteY1" fmla="*/ 46712 h 1032954"/>
              <a:gd name="connsiteX2" fmla="*/ 1166447 w 2033587"/>
              <a:gd name="connsiteY2" fmla="*/ 192197 h 1032954"/>
              <a:gd name="connsiteX3" fmla="*/ 2031963 w 2033587"/>
              <a:gd name="connsiteY3" fmla="*/ 90318 h 1032954"/>
              <a:gd name="connsiteX4" fmla="*/ 2033587 w 2033587"/>
              <a:gd name="connsiteY4" fmla="*/ 89887 h 1032954"/>
              <a:gd name="connsiteX5" fmla="*/ 2033587 w 2033587"/>
              <a:gd name="connsiteY5" fmla="*/ 931763 h 1032954"/>
              <a:gd name="connsiteX6" fmla="*/ 1932396 w 2033587"/>
              <a:gd name="connsiteY6" fmla="*/ 1032954 h 1032954"/>
              <a:gd name="connsiteX7" fmla="*/ 101191 w 2033587"/>
              <a:gd name="connsiteY7" fmla="*/ 1032954 h 1032954"/>
              <a:gd name="connsiteX8" fmla="*/ 0 w 2033587"/>
              <a:gd name="connsiteY8" fmla="*/ 931763 h 1032954"/>
              <a:gd name="connsiteX9" fmla="*/ 0 w 2033587"/>
              <a:gd name="connsiteY9" fmla="*/ 0 h 1032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3587" h="1032954">
                <a:moveTo>
                  <a:pt x="0" y="0"/>
                </a:moveTo>
                <a:lnTo>
                  <a:pt x="136587" y="46712"/>
                </a:lnTo>
                <a:cubicBezTo>
                  <a:pt x="461920" y="141262"/>
                  <a:pt x="807818" y="192197"/>
                  <a:pt x="1166447" y="192197"/>
                </a:cubicBezTo>
                <a:cubicBezTo>
                  <a:pt x="1465305" y="192197"/>
                  <a:pt x="1755321" y="156826"/>
                  <a:pt x="2031963" y="90318"/>
                </a:cubicBezTo>
                <a:lnTo>
                  <a:pt x="2033587" y="89887"/>
                </a:lnTo>
                <a:lnTo>
                  <a:pt x="2033587" y="931763"/>
                </a:lnTo>
                <a:cubicBezTo>
                  <a:pt x="2033587" y="987649"/>
                  <a:pt x="1988282" y="1032954"/>
                  <a:pt x="1932396" y="1032954"/>
                </a:cubicBezTo>
                <a:lnTo>
                  <a:pt x="101191" y="1032954"/>
                </a:lnTo>
                <a:cubicBezTo>
                  <a:pt x="45305" y="1032954"/>
                  <a:pt x="0" y="987649"/>
                  <a:pt x="0" y="931763"/>
                </a:cubicBezTo>
                <a:lnTo>
                  <a:pt x="0" y="0"/>
                </a:lnTo>
                <a:close/>
              </a:path>
            </a:pathLst>
          </a:custGeom>
          <a:gradFill>
            <a:gsLst>
              <a:gs pos="83000">
                <a:srgbClr val="FFBC03"/>
              </a:gs>
              <a:gs pos="61000">
                <a:srgbClr val="FF8B09"/>
              </a:gs>
              <a:gs pos="44000">
                <a:srgbClr val="FF5A10"/>
              </a:gs>
              <a:gs pos="3000">
                <a:srgbClr val="662D8F"/>
              </a:gs>
            </a:gsLst>
            <a:lin ang="18899387" scaled="1"/>
          </a:gradFill>
        </p:spPr>
        <p:txBody>
          <a:bodyPr vert="horz" wrap="square" lIns="0" tIns="0" rIns="0" bIns="0" rtlCol="0" anchor="ctr" anchorCtr="0">
            <a:noAutofit/>
          </a:bodyPr>
          <a:lstStyle>
            <a:lvl1pPr marL="0" indent="0" algn="ctr" defTabSz="685800" rtl="0" eaLnBrk="1" latinLnBrk="0" hangingPunct="1">
              <a:lnSpc>
                <a:spcPct val="90000"/>
              </a:lnSpc>
              <a:spcBef>
                <a:spcPts val="750"/>
              </a:spcBef>
              <a:buFontTx/>
              <a:buNone/>
              <a:defRPr sz="1400" b="1" i="0" kern="1200">
                <a:solidFill>
                  <a:srgbClr val="333333"/>
                </a:solidFill>
                <a:latin typeface="Museo Sans 900" panose="02000000000000000000" pitchFamily="2" charset="77"/>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rgbClr val="333333"/>
                </a:solidFill>
                <a:latin typeface="Museo Sans 500" panose="02000000000000000000" pitchFamily="2" charset="77"/>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rgbClr val="333333"/>
                </a:solidFill>
                <a:latin typeface="Museo Sans 500" panose="02000000000000000000" pitchFamily="2" charset="77"/>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rgbClr val="333333"/>
                </a:solidFill>
                <a:latin typeface="Museo Sans 500" panose="02000000000000000000" pitchFamily="2" charset="77"/>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rgbClr val="333333"/>
                </a:solidFill>
                <a:latin typeface="Museo Sans 500" panose="02000000000000000000" pitchFamily="2" charset="77"/>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sz="1867"/>
          </a:p>
        </p:txBody>
      </p:sp>
      <p:sp>
        <p:nvSpPr>
          <p:cNvPr id="50" name="Freeform 42">
            <a:extLst>
              <a:ext uri="{FF2B5EF4-FFF2-40B4-BE49-F238E27FC236}">
                <a16:creationId xmlns:a16="http://schemas.microsoft.com/office/drawing/2014/main" id="{EE95D28A-18CA-B629-9F53-866E5D230F7A}"/>
              </a:ext>
            </a:extLst>
          </p:cNvPr>
          <p:cNvSpPr txBox="1">
            <a:spLocks/>
          </p:cNvSpPr>
          <p:nvPr userDrawn="1"/>
        </p:nvSpPr>
        <p:spPr>
          <a:xfrm>
            <a:off x="9070510" y="4515528"/>
            <a:ext cx="2738375" cy="1377272"/>
          </a:xfrm>
          <a:custGeom>
            <a:avLst/>
            <a:gdLst>
              <a:gd name="connsiteX0" fmla="*/ 0 w 2033587"/>
              <a:gd name="connsiteY0" fmla="*/ 0 h 1032954"/>
              <a:gd name="connsiteX1" fmla="*/ 136587 w 2033587"/>
              <a:gd name="connsiteY1" fmla="*/ 46712 h 1032954"/>
              <a:gd name="connsiteX2" fmla="*/ 1166447 w 2033587"/>
              <a:gd name="connsiteY2" fmla="*/ 192197 h 1032954"/>
              <a:gd name="connsiteX3" fmla="*/ 2031963 w 2033587"/>
              <a:gd name="connsiteY3" fmla="*/ 90318 h 1032954"/>
              <a:gd name="connsiteX4" fmla="*/ 2033587 w 2033587"/>
              <a:gd name="connsiteY4" fmla="*/ 89887 h 1032954"/>
              <a:gd name="connsiteX5" fmla="*/ 2033587 w 2033587"/>
              <a:gd name="connsiteY5" fmla="*/ 931763 h 1032954"/>
              <a:gd name="connsiteX6" fmla="*/ 1932396 w 2033587"/>
              <a:gd name="connsiteY6" fmla="*/ 1032954 h 1032954"/>
              <a:gd name="connsiteX7" fmla="*/ 101191 w 2033587"/>
              <a:gd name="connsiteY7" fmla="*/ 1032954 h 1032954"/>
              <a:gd name="connsiteX8" fmla="*/ 0 w 2033587"/>
              <a:gd name="connsiteY8" fmla="*/ 931763 h 1032954"/>
              <a:gd name="connsiteX9" fmla="*/ 0 w 2033587"/>
              <a:gd name="connsiteY9" fmla="*/ 0 h 1032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3587" h="1032954">
                <a:moveTo>
                  <a:pt x="0" y="0"/>
                </a:moveTo>
                <a:lnTo>
                  <a:pt x="136587" y="46712"/>
                </a:lnTo>
                <a:cubicBezTo>
                  <a:pt x="461920" y="141262"/>
                  <a:pt x="807818" y="192197"/>
                  <a:pt x="1166447" y="192197"/>
                </a:cubicBezTo>
                <a:cubicBezTo>
                  <a:pt x="1465305" y="192197"/>
                  <a:pt x="1755321" y="156826"/>
                  <a:pt x="2031963" y="90318"/>
                </a:cubicBezTo>
                <a:lnTo>
                  <a:pt x="2033587" y="89887"/>
                </a:lnTo>
                <a:lnTo>
                  <a:pt x="2033587" y="931763"/>
                </a:lnTo>
                <a:cubicBezTo>
                  <a:pt x="2033587" y="987649"/>
                  <a:pt x="1988282" y="1032954"/>
                  <a:pt x="1932396" y="1032954"/>
                </a:cubicBezTo>
                <a:lnTo>
                  <a:pt x="101191" y="1032954"/>
                </a:lnTo>
                <a:cubicBezTo>
                  <a:pt x="45305" y="1032954"/>
                  <a:pt x="0" y="987649"/>
                  <a:pt x="0" y="931763"/>
                </a:cubicBezTo>
                <a:lnTo>
                  <a:pt x="0" y="0"/>
                </a:lnTo>
                <a:close/>
              </a:path>
            </a:pathLst>
          </a:custGeom>
          <a:gradFill>
            <a:gsLst>
              <a:gs pos="83000">
                <a:srgbClr val="FFBC03"/>
              </a:gs>
              <a:gs pos="61000">
                <a:srgbClr val="FF8B09"/>
              </a:gs>
              <a:gs pos="44000">
                <a:srgbClr val="FF5A10"/>
              </a:gs>
              <a:gs pos="3000">
                <a:srgbClr val="662D8F"/>
              </a:gs>
            </a:gsLst>
            <a:lin ang="18899387" scaled="1"/>
          </a:gradFill>
        </p:spPr>
        <p:txBody>
          <a:bodyPr vert="horz" wrap="square" lIns="0" tIns="0" rIns="0" bIns="0" rtlCol="0" anchor="ctr" anchorCtr="0">
            <a:noAutofit/>
          </a:bodyPr>
          <a:lstStyle>
            <a:lvl1pPr marL="0" indent="0" algn="ctr" defTabSz="685800" rtl="0" eaLnBrk="1" latinLnBrk="0" hangingPunct="1">
              <a:lnSpc>
                <a:spcPct val="90000"/>
              </a:lnSpc>
              <a:spcBef>
                <a:spcPts val="750"/>
              </a:spcBef>
              <a:buFontTx/>
              <a:buNone/>
              <a:defRPr sz="1400" b="1" i="0" kern="1200">
                <a:solidFill>
                  <a:srgbClr val="333333"/>
                </a:solidFill>
                <a:latin typeface="Museo Sans 900" panose="02000000000000000000" pitchFamily="2" charset="77"/>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rgbClr val="333333"/>
                </a:solidFill>
                <a:latin typeface="Museo Sans 500" panose="02000000000000000000" pitchFamily="2" charset="77"/>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rgbClr val="333333"/>
                </a:solidFill>
                <a:latin typeface="Museo Sans 500" panose="02000000000000000000" pitchFamily="2" charset="77"/>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rgbClr val="333333"/>
                </a:solidFill>
                <a:latin typeface="Museo Sans 500" panose="02000000000000000000" pitchFamily="2" charset="77"/>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rgbClr val="333333"/>
                </a:solidFill>
                <a:latin typeface="Museo Sans 500" panose="02000000000000000000" pitchFamily="2" charset="77"/>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sz="1867"/>
          </a:p>
        </p:txBody>
      </p:sp>
      <p:sp>
        <p:nvSpPr>
          <p:cNvPr id="43" name="Freeform 42">
            <a:extLst>
              <a:ext uri="{FF2B5EF4-FFF2-40B4-BE49-F238E27FC236}">
                <a16:creationId xmlns:a16="http://schemas.microsoft.com/office/drawing/2014/main" id="{CCFCF60F-07AA-AC80-2E18-842E33D15915}"/>
              </a:ext>
            </a:extLst>
          </p:cNvPr>
          <p:cNvSpPr txBox="1">
            <a:spLocks/>
          </p:cNvSpPr>
          <p:nvPr/>
        </p:nvSpPr>
        <p:spPr>
          <a:xfrm>
            <a:off x="408518" y="4515528"/>
            <a:ext cx="2711449" cy="1377272"/>
          </a:xfrm>
          <a:custGeom>
            <a:avLst/>
            <a:gdLst>
              <a:gd name="connsiteX0" fmla="*/ 0 w 2033587"/>
              <a:gd name="connsiteY0" fmla="*/ 0 h 1032954"/>
              <a:gd name="connsiteX1" fmla="*/ 136587 w 2033587"/>
              <a:gd name="connsiteY1" fmla="*/ 46712 h 1032954"/>
              <a:gd name="connsiteX2" fmla="*/ 1166447 w 2033587"/>
              <a:gd name="connsiteY2" fmla="*/ 192197 h 1032954"/>
              <a:gd name="connsiteX3" fmla="*/ 2031963 w 2033587"/>
              <a:gd name="connsiteY3" fmla="*/ 90318 h 1032954"/>
              <a:gd name="connsiteX4" fmla="*/ 2033587 w 2033587"/>
              <a:gd name="connsiteY4" fmla="*/ 89887 h 1032954"/>
              <a:gd name="connsiteX5" fmla="*/ 2033587 w 2033587"/>
              <a:gd name="connsiteY5" fmla="*/ 931763 h 1032954"/>
              <a:gd name="connsiteX6" fmla="*/ 1932396 w 2033587"/>
              <a:gd name="connsiteY6" fmla="*/ 1032954 h 1032954"/>
              <a:gd name="connsiteX7" fmla="*/ 101191 w 2033587"/>
              <a:gd name="connsiteY7" fmla="*/ 1032954 h 1032954"/>
              <a:gd name="connsiteX8" fmla="*/ 0 w 2033587"/>
              <a:gd name="connsiteY8" fmla="*/ 931763 h 1032954"/>
              <a:gd name="connsiteX9" fmla="*/ 0 w 2033587"/>
              <a:gd name="connsiteY9" fmla="*/ 0 h 1032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3587" h="1032954">
                <a:moveTo>
                  <a:pt x="0" y="0"/>
                </a:moveTo>
                <a:lnTo>
                  <a:pt x="136587" y="46712"/>
                </a:lnTo>
                <a:cubicBezTo>
                  <a:pt x="461920" y="141262"/>
                  <a:pt x="807818" y="192197"/>
                  <a:pt x="1166447" y="192197"/>
                </a:cubicBezTo>
                <a:cubicBezTo>
                  <a:pt x="1465305" y="192197"/>
                  <a:pt x="1755321" y="156826"/>
                  <a:pt x="2031963" y="90318"/>
                </a:cubicBezTo>
                <a:lnTo>
                  <a:pt x="2033587" y="89887"/>
                </a:lnTo>
                <a:lnTo>
                  <a:pt x="2033587" y="931763"/>
                </a:lnTo>
                <a:cubicBezTo>
                  <a:pt x="2033587" y="987649"/>
                  <a:pt x="1988282" y="1032954"/>
                  <a:pt x="1932396" y="1032954"/>
                </a:cubicBezTo>
                <a:lnTo>
                  <a:pt x="101191" y="1032954"/>
                </a:lnTo>
                <a:cubicBezTo>
                  <a:pt x="45305" y="1032954"/>
                  <a:pt x="0" y="987649"/>
                  <a:pt x="0" y="931763"/>
                </a:cubicBezTo>
                <a:lnTo>
                  <a:pt x="0" y="0"/>
                </a:lnTo>
                <a:close/>
              </a:path>
            </a:pathLst>
          </a:custGeom>
          <a:gradFill>
            <a:gsLst>
              <a:gs pos="83000">
                <a:srgbClr val="FFBC03"/>
              </a:gs>
              <a:gs pos="61000">
                <a:srgbClr val="FF8B09"/>
              </a:gs>
              <a:gs pos="44000">
                <a:srgbClr val="FF5A10"/>
              </a:gs>
              <a:gs pos="3000">
                <a:srgbClr val="662D8F"/>
              </a:gs>
            </a:gsLst>
            <a:lin ang="18899387" scaled="1"/>
          </a:gradFill>
        </p:spPr>
        <p:txBody>
          <a:bodyPr vert="horz" wrap="square" lIns="0" tIns="0" rIns="0" bIns="0" rtlCol="0" anchor="ctr" anchorCtr="0">
            <a:noAutofit/>
          </a:bodyPr>
          <a:lstStyle>
            <a:lvl1pPr marL="0" indent="0" algn="ctr" defTabSz="685800" rtl="0" eaLnBrk="1" latinLnBrk="0" hangingPunct="1">
              <a:lnSpc>
                <a:spcPct val="90000"/>
              </a:lnSpc>
              <a:spcBef>
                <a:spcPts val="750"/>
              </a:spcBef>
              <a:buFontTx/>
              <a:buNone/>
              <a:defRPr sz="1400" b="1" i="0" kern="1200">
                <a:solidFill>
                  <a:srgbClr val="333333"/>
                </a:solidFill>
                <a:latin typeface="Museo Sans 900" panose="02000000000000000000" pitchFamily="2" charset="77"/>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rgbClr val="333333"/>
                </a:solidFill>
                <a:latin typeface="Museo Sans 500" panose="02000000000000000000" pitchFamily="2" charset="77"/>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rgbClr val="333333"/>
                </a:solidFill>
                <a:latin typeface="Museo Sans 500" panose="02000000000000000000" pitchFamily="2" charset="77"/>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rgbClr val="333333"/>
                </a:solidFill>
                <a:latin typeface="Museo Sans 500" panose="02000000000000000000" pitchFamily="2" charset="77"/>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rgbClr val="333333"/>
                </a:solidFill>
                <a:latin typeface="Museo Sans 500" panose="02000000000000000000" pitchFamily="2" charset="77"/>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sz="1867"/>
          </a:p>
        </p:txBody>
      </p:sp>
      <p:sp>
        <p:nvSpPr>
          <p:cNvPr id="41" name="Picture Placeholder 40">
            <a:extLst>
              <a:ext uri="{FF2B5EF4-FFF2-40B4-BE49-F238E27FC236}">
                <a16:creationId xmlns:a16="http://schemas.microsoft.com/office/drawing/2014/main" id="{D2399857-4B5C-18D7-9637-3CFD4F08FD7B}"/>
              </a:ext>
            </a:extLst>
          </p:cNvPr>
          <p:cNvSpPr>
            <a:spLocks noGrp="1"/>
          </p:cNvSpPr>
          <p:nvPr>
            <p:ph type="pic" sz="quarter" idx="22"/>
          </p:nvPr>
        </p:nvSpPr>
        <p:spPr>
          <a:xfrm>
            <a:off x="408518" y="2680597"/>
            <a:ext cx="2711449" cy="2091196"/>
          </a:xfrm>
          <a:custGeom>
            <a:avLst/>
            <a:gdLst>
              <a:gd name="connsiteX0" fmla="*/ 101191 w 2033587"/>
              <a:gd name="connsiteY0" fmla="*/ 0 h 2023113"/>
              <a:gd name="connsiteX1" fmla="*/ 1932396 w 2033587"/>
              <a:gd name="connsiteY1" fmla="*/ 0 h 2023113"/>
              <a:gd name="connsiteX2" fmla="*/ 2033587 w 2033587"/>
              <a:gd name="connsiteY2" fmla="*/ 101191 h 2023113"/>
              <a:gd name="connsiteX3" fmla="*/ 2033587 w 2033587"/>
              <a:gd name="connsiteY3" fmla="*/ 1916722 h 2023113"/>
              <a:gd name="connsiteX4" fmla="*/ 1864409 w 2033587"/>
              <a:gd name="connsiteY4" fmla="*/ 1957369 h 2023113"/>
              <a:gd name="connsiteX5" fmla="*/ 1166447 w 2033587"/>
              <a:gd name="connsiteY5" fmla="*/ 2023113 h 2023113"/>
              <a:gd name="connsiteX6" fmla="*/ 136587 w 2033587"/>
              <a:gd name="connsiteY6" fmla="*/ 1877628 h 2023113"/>
              <a:gd name="connsiteX7" fmla="*/ 0 w 2033587"/>
              <a:gd name="connsiteY7" fmla="*/ 1830916 h 2023113"/>
              <a:gd name="connsiteX8" fmla="*/ 0 w 2033587"/>
              <a:gd name="connsiteY8" fmla="*/ 101191 h 2023113"/>
              <a:gd name="connsiteX9" fmla="*/ 101191 w 2033587"/>
              <a:gd name="connsiteY9" fmla="*/ 0 h 202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3587" h="2023113">
                <a:moveTo>
                  <a:pt x="101191" y="0"/>
                </a:moveTo>
                <a:lnTo>
                  <a:pt x="1932396" y="0"/>
                </a:lnTo>
                <a:cubicBezTo>
                  <a:pt x="1988282" y="0"/>
                  <a:pt x="2033587" y="45305"/>
                  <a:pt x="2033587" y="101191"/>
                </a:cubicBezTo>
                <a:lnTo>
                  <a:pt x="2033587" y="1916722"/>
                </a:lnTo>
                <a:lnTo>
                  <a:pt x="1864409" y="1957369"/>
                </a:lnTo>
                <a:cubicBezTo>
                  <a:pt x="1638961" y="2000475"/>
                  <a:pt x="1405533" y="2023113"/>
                  <a:pt x="1166447" y="2023113"/>
                </a:cubicBezTo>
                <a:cubicBezTo>
                  <a:pt x="807817" y="2023113"/>
                  <a:pt x="461920" y="1972178"/>
                  <a:pt x="136587" y="1877628"/>
                </a:cubicBezTo>
                <a:lnTo>
                  <a:pt x="0" y="1830916"/>
                </a:lnTo>
                <a:lnTo>
                  <a:pt x="0" y="101191"/>
                </a:lnTo>
                <a:cubicBezTo>
                  <a:pt x="0" y="45305"/>
                  <a:pt x="45305" y="0"/>
                  <a:pt x="101191" y="0"/>
                </a:cubicBezTo>
                <a:close/>
              </a:path>
            </a:pathLst>
          </a:custGeom>
          <a:solidFill>
            <a:srgbClr val="EEEEEE"/>
          </a:solidFill>
        </p:spPr>
        <p:txBody>
          <a:bodyPr wrap="square" lIns="0" tIns="0" rIns="0" bIns="0" anchor="ctr" anchorCtr="0">
            <a:noAutofit/>
          </a:bodyPr>
          <a:lstStyle>
            <a:lvl1pPr marL="0" indent="0" algn="ctr">
              <a:buFontTx/>
              <a:buNone/>
              <a:defRPr sz="1333" b="1" i="0">
                <a:solidFill>
                  <a:srgbClr val="333333"/>
                </a:solidFill>
                <a:latin typeface="Museo Sans 900" panose="02000000000000000000" pitchFamily="2" charset="77"/>
              </a:defRPr>
            </a:lvl1pPr>
          </a:lstStyle>
          <a:p>
            <a:r>
              <a:rPr lang="en-GB"/>
              <a:t>Click icon to add picture</a:t>
            </a:r>
            <a:endParaRPr lang="en-US"/>
          </a:p>
        </p:txBody>
      </p:sp>
      <p:sp>
        <p:nvSpPr>
          <p:cNvPr id="20" name="Text Placeholder 18">
            <a:extLst>
              <a:ext uri="{FF2B5EF4-FFF2-40B4-BE49-F238E27FC236}">
                <a16:creationId xmlns:a16="http://schemas.microsoft.com/office/drawing/2014/main" id="{F3E74E4D-50DA-92AE-46A6-4BD819AC6EA7}"/>
              </a:ext>
            </a:extLst>
          </p:cNvPr>
          <p:cNvSpPr>
            <a:spLocks noGrp="1"/>
          </p:cNvSpPr>
          <p:nvPr>
            <p:ph type="body" sz="quarter" idx="14" hasCustomPrompt="1"/>
          </p:nvPr>
        </p:nvSpPr>
        <p:spPr>
          <a:xfrm>
            <a:off x="575422" y="4930555"/>
            <a:ext cx="2352225" cy="575288"/>
          </a:xfrm>
        </p:spPr>
        <p:txBody>
          <a:bodyPr lIns="0" tIns="0" rIns="0" bIns="0">
            <a:noAutofit/>
          </a:bodyPr>
          <a:lstStyle>
            <a:lvl1pPr marL="0" indent="0">
              <a:buFontTx/>
              <a:buNone/>
              <a:defRPr sz="1867" b="1" i="0">
                <a:solidFill>
                  <a:schemeClr val="bg1"/>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John</a:t>
            </a:r>
            <a:br>
              <a:rPr lang="en-GB"/>
            </a:br>
            <a:r>
              <a:rPr lang="en-GB"/>
              <a:t>Doe</a:t>
            </a:r>
          </a:p>
        </p:txBody>
      </p:sp>
      <p:sp>
        <p:nvSpPr>
          <p:cNvPr id="21" name="Text Placeholder 18">
            <a:extLst>
              <a:ext uri="{FF2B5EF4-FFF2-40B4-BE49-F238E27FC236}">
                <a16:creationId xmlns:a16="http://schemas.microsoft.com/office/drawing/2014/main" id="{C212BD8C-9063-B848-BE21-7B9841292688}"/>
              </a:ext>
            </a:extLst>
          </p:cNvPr>
          <p:cNvSpPr>
            <a:spLocks noGrp="1"/>
          </p:cNvSpPr>
          <p:nvPr>
            <p:ph type="body" sz="quarter" idx="15" hasCustomPrompt="1"/>
          </p:nvPr>
        </p:nvSpPr>
        <p:spPr>
          <a:xfrm>
            <a:off x="3475141" y="4943995"/>
            <a:ext cx="2255371" cy="575288"/>
          </a:xfrm>
        </p:spPr>
        <p:txBody>
          <a:bodyPr lIns="0" tIns="0" rIns="0" bIns="0">
            <a:noAutofit/>
          </a:bodyPr>
          <a:lstStyle>
            <a:lvl1pPr marL="0" indent="0">
              <a:buFontTx/>
              <a:buNone/>
              <a:defRPr sz="1867"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Jane</a:t>
            </a:r>
            <a:br>
              <a:rPr lang="en-GB"/>
            </a:br>
            <a:r>
              <a:rPr lang="en-GB"/>
              <a:t>Doe</a:t>
            </a:r>
          </a:p>
        </p:txBody>
      </p:sp>
      <p:sp>
        <p:nvSpPr>
          <p:cNvPr id="22" name="Text Placeholder 18">
            <a:extLst>
              <a:ext uri="{FF2B5EF4-FFF2-40B4-BE49-F238E27FC236}">
                <a16:creationId xmlns:a16="http://schemas.microsoft.com/office/drawing/2014/main" id="{32AEFAE4-3F0B-F3BD-651E-35AAB39BA6B7}"/>
              </a:ext>
            </a:extLst>
          </p:cNvPr>
          <p:cNvSpPr>
            <a:spLocks noGrp="1"/>
          </p:cNvSpPr>
          <p:nvPr>
            <p:ph type="body" sz="quarter" idx="16" hasCustomPrompt="1"/>
          </p:nvPr>
        </p:nvSpPr>
        <p:spPr>
          <a:xfrm>
            <a:off x="6352893" y="4930554"/>
            <a:ext cx="2255371" cy="575289"/>
          </a:xfrm>
        </p:spPr>
        <p:txBody>
          <a:bodyPr lIns="0" tIns="0" rIns="0" bIns="0">
            <a:noAutofit/>
          </a:bodyPr>
          <a:lstStyle>
            <a:lvl1pPr marL="0" indent="0">
              <a:buFontTx/>
              <a:buNone/>
              <a:defRPr sz="1867"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John </a:t>
            </a:r>
            <a:br>
              <a:rPr lang="en-GB"/>
            </a:br>
            <a:r>
              <a:rPr lang="en-GB"/>
              <a:t>Doe</a:t>
            </a:r>
          </a:p>
        </p:txBody>
      </p:sp>
      <p:sp>
        <p:nvSpPr>
          <p:cNvPr id="23" name="Text Placeholder 18">
            <a:extLst>
              <a:ext uri="{FF2B5EF4-FFF2-40B4-BE49-F238E27FC236}">
                <a16:creationId xmlns:a16="http://schemas.microsoft.com/office/drawing/2014/main" id="{A65605AD-B2CD-E6C0-5ED1-8EA77C30371D}"/>
              </a:ext>
            </a:extLst>
          </p:cNvPr>
          <p:cNvSpPr>
            <a:spLocks noGrp="1"/>
          </p:cNvSpPr>
          <p:nvPr>
            <p:ph type="body" sz="quarter" idx="17" hasCustomPrompt="1"/>
          </p:nvPr>
        </p:nvSpPr>
        <p:spPr>
          <a:xfrm>
            <a:off x="9241628" y="4930554"/>
            <a:ext cx="2255371" cy="575289"/>
          </a:xfrm>
        </p:spPr>
        <p:txBody>
          <a:bodyPr lIns="0" tIns="0" rIns="0" bIns="0">
            <a:noAutofit/>
          </a:bodyPr>
          <a:lstStyle>
            <a:lvl1pPr marL="0" indent="0">
              <a:buFontTx/>
              <a:buNone/>
              <a:defRPr sz="1867"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Jane Doe</a:t>
            </a:r>
          </a:p>
        </p:txBody>
      </p:sp>
      <p:sp>
        <p:nvSpPr>
          <p:cNvPr id="24" name="Text Placeholder 18">
            <a:extLst>
              <a:ext uri="{FF2B5EF4-FFF2-40B4-BE49-F238E27FC236}">
                <a16:creationId xmlns:a16="http://schemas.microsoft.com/office/drawing/2014/main" id="{AA89A6D1-7395-1A9E-1014-9292E97A59B0}"/>
              </a:ext>
            </a:extLst>
          </p:cNvPr>
          <p:cNvSpPr>
            <a:spLocks noGrp="1"/>
          </p:cNvSpPr>
          <p:nvPr>
            <p:ph type="body" sz="quarter" idx="18" hasCustomPrompt="1"/>
          </p:nvPr>
        </p:nvSpPr>
        <p:spPr>
          <a:xfrm>
            <a:off x="575422" y="5580168"/>
            <a:ext cx="2352225" cy="312632"/>
          </a:xfrm>
        </p:spPr>
        <p:txBody>
          <a:bodyPr lIns="0" tIns="0" rIns="0" bIns="0">
            <a:noAutofit/>
          </a:bodyPr>
          <a:lstStyle>
            <a:lvl1pPr marL="0" indent="0">
              <a:buFontTx/>
              <a:buNone/>
              <a:defRPr sz="1067" b="0" i="0">
                <a:solidFill>
                  <a:srgbClr val="EEEEEE"/>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Position</a:t>
            </a:r>
          </a:p>
        </p:txBody>
      </p:sp>
      <p:sp>
        <p:nvSpPr>
          <p:cNvPr id="25" name="Text Placeholder 18">
            <a:extLst>
              <a:ext uri="{FF2B5EF4-FFF2-40B4-BE49-F238E27FC236}">
                <a16:creationId xmlns:a16="http://schemas.microsoft.com/office/drawing/2014/main" id="{3D5A46D7-59B2-611D-F6AD-4FE23FDA8F90}"/>
              </a:ext>
            </a:extLst>
          </p:cNvPr>
          <p:cNvSpPr>
            <a:spLocks noGrp="1"/>
          </p:cNvSpPr>
          <p:nvPr>
            <p:ph type="body" sz="quarter" idx="19" hasCustomPrompt="1"/>
          </p:nvPr>
        </p:nvSpPr>
        <p:spPr>
          <a:xfrm>
            <a:off x="3475141" y="5593608"/>
            <a:ext cx="2255371" cy="312632"/>
          </a:xfrm>
        </p:spPr>
        <p:txBody>
          <a:bodyPr lIns="0" tIns="0" rIns="0" bIns="0">
            <a:noAutofit/>
          </a:bodyPr>
          <a:lstStyle>
            <a:lvl1pPr marL="0" indent="0">
              <a:buFontTx/>
              <a:buNone/>
              <a:defRPr sz="1067" b="0" i="0">
                <a:solidFill>
                  <a:srgbClr val="EEEEEE"/>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Position</a:t>
            </a:r>
          </a:p>
        </p:txBody>
      </p:sp>
      <p:sp>
        <p:nvSpPr>
          <p:cNvPr id="26" name="Text Placeholder 18">
            <a:extLst>
              <a:ext uri="{FF2B5EF4-FFF2-40B4-BE49-F238E27FC236}">
                <a16:creationId xmlns:a16="http://schemas.microsoft.com/office/drawing/2014/main" id="{7D506F9C-46F7-BCC5-6957-392D6A50513E}"/>
              </a:ext>
            </a:extLst>
          </p:cNvPr>
          <p:cNvSpPr>
            <a:spLocks noGrp="1"/>
          </p:cNvSpPr>
          <p:nvPr>
            <p:ph type="body" sz="quarter" idx="20" hasCustomPrompt="1"/>
          </p:nvPr>
        </p:nvSpPr>
        <p:spPr>
          <a:xfrm>
            <a:off x="6352893" y="5580168"/>
            <a:ext cx="2255371" cy="312632"/>
          </a:xfrm>
        </p:spPr>
        <p:txBody>
          <a:bodyPr lIns="0" tIns="0" rIns="0" bIns="0">
            <a:noAutofit/>
          </a:bodyPr>
          <a:lstStyle>
            <a:lvl1pPr marL="0" indent="0">
              <a:buFontTx/>
              <a:buNone/>
              <a:defRPr sz="1067" b="0" i="0">
                <a:solidFill>
                  <a:srgbClr val="EEEEEE"/>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Position</a:t>
            </a:r>
          </a:p>
        </p:txBody>
      </p:sp>
      <p:sp>
        <p:nvSpPr>
          <p:cNvPr id="27" name="Text Placeholder 18">
            <a:extLst>
              <a:ext uri="{FF2B5EF4-FFF2-40B4-BE49-F238E27FC236}">
                <a16:creationId xmlns:a16="http://schemas.microsoft.com/office/drawing/2014/main" id="{F74698E7-6666-40BE-4324-4C54B855CF1F}"/>
              </a:ext>
            </a:extLst>
          </p:cNvPr>
          <p:cNvSpPr>
            <a:spLocks noGrp="1"/>
          </p:cNvSpPr>
          <p:nvPr>
            <p:ph type="body" sz="quarter" idx="21" hasCustomPrompt="1"/>
          </p:nvPr>
        </p:nvSpPr>
        <p:spPr>
          <a:xfrm>
            <a:off x="9241628" y="5580168"/>
            <a:ext cx="2255371" cy="312632"/>
          </a:xfrm>
        </p:spPr>
        <p:txBody>
          <a:bodyPr lIns="0" tIns="0" rIns="0" bIns="0">
            <a:noAutofit/>
          </a:bodyPr>
          <a:lstStyle>
            <a:lvl1pPr marL="0" indent="0">
              <a:buFontTx/>
              <a:buNone/>
              <a:defRPr sz="1067" b="0" i="0">
                <a:solidFill>
                  <a:srgbClr val="EEEEEE"/>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Position</a:t>
            </a:r>
          </a:p>
        </p:txBody>
      </p:sp>
      <p:sp>
        <p:nvSpPr>
          <p:cNvPr id="47" name="Picture Placeholder 46">
            <a:extLst>
              <a:ext uri="{FF2B5EF4-FFF2-40B4-BE49-F238E27FC236}">
                <a16:creationId xmlns:a16="http://schemas.microsoft.com/office/drawing/2014/main" id="{B0936F9F-EFCE-6418-D24C-204EE661C516}"/>
              </a:ext>
            </a:extLst>
          </p:cNvPr>
          <p:cNvSpPr>
            <a:spLocks noGrp="1"/>
          </p:cNvSpPr>
          <p:nvPr>
            <p:ph type="pic" sz="quarter" idx="23"/>
          </p:nvPr>
        </p:nvSpPr>
        <p:spPr>
          <a:xfrm>
            <a:off x="3286398" y="2694037"/>
            <a:ext cx="2711449" cy="2091196"/>
          </a:xfrm>
          <a:custGeom>
            <a:avLst/>
            <a:gdLst>
              <a:gd name="connsiteX0" fmla="*/ 101191 w 2033587"/>
              <a:gd name="connsiteY0" fmla="*/ 0 h 2023113"/>
              <a:gd name="connsiteX1" fmla="*/ 1932396 w 2033587"/>
              <a:gd name="connsiteY1" fmla="*/ 0 h 2023113"/>
              <a:gd name="connsiteX2" fmla="*/ 2033587 w 2033587"/>
              <a:gd name="connsiteY2" fmla="*/ 101191 h 2023113"/>
              <a:gd name="connsiteX3" fmla="*/ 2033587 w 2033587"/>
              <a:gd name="connsiteY3" fmla="*/ 1916722 h 2023113"/>
              <a:gd name="connsiteX4" fmla="*/ 1864409 w 2033587"/>
              <a:gd name="connsiteY4" fmla="*/ 1957369 h 2023113"/>
              <a:gd name="connsiteX5" fmla="*/ 1166447 w 2033587"/>
              <a:gd name="connsiteY5" fmla="*/ 2023113 h 2023113"/>
              <a:gd name="connsiteX6" fmla="*/ 136587 w 2033587"/>
              <a:gd name="connsiteY6" fmla="*/ 1877628 h 2023113"/>
              <a:gd name="connsiteX7" fmla="*/ 0 w 2033587"/>
              <a:gd name="connsiteY7" fmla="*/ 1830916 h 2023113"/>
              <a:gd name="connsiteX8" fmla="*/ 0 w 2033587"/>
              <a:gd name="connsiteY8" fmla="*/ 101191 h 2023113"/>
              <a:gd name="connsiteX9" fmla="*/ 101191 w 2033587"/>
              <a:gd name="connsiteY9" fmla="*/ 0 h 202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3587" h="2023113">
                <a:moveTo>
                  <a:pt x="101191" y="0"/>
                </a:moveTo>
                <a:lnTo>
                  <a:pt x="1932396" y="0"/>
                </a:lnTo>
                <a:cubicBezTo>
                  <a:pt x="1988282" y="0"/>
                  <a:pt x="2033587" y="45305"/>
                  <a:pt x="2033587" y="101191"/>
                </a:cubicBezTo>
                <a:lnTo>
                  <a:pt x="2033587" y="1916722"/>
                </a:lnTo>
                <a:lnTo>
                  <a:pt x="1864409" y="1957369"/>
                </a:lnTo>
                <a:cubicBezTo>
                  <a:pt x="1638961" y="2000475"/>
                  <a:pt x="1405533" y="2023113"/>
                  <a:pt x="1166447" y="2023113"/>
                </a:cubicBezTo>
                <a:cubicBezTo>
                  <a:pt x="807817" y="2023113"/>
                  <a:pt x="461920" y="1972178"/>
                  <a:pt x="136587" y="1877628"/>
                </a:cubicBezTo>
                <a:lnTo>
                  <a:pt x="0" y="1830916"/>
                </a:lnTo>
                <a:lnTo>
                  <a:pt x="0" y="101191"/>
                </a:lnTo>
                <a:cubicBezTo>
                  <a:pt x="0" y="45305"/>
                  <a:pt x="45305" y="0"/>
                  <a:pt x="101191" y="0"/>
                </a:cubicBezTo>
                <a:close/>
              </a:path>
            </a:pathLst>
          </a:custGeom>
          <a:solidFill>
            <a:srgbClr val="EEEEEE"/>
          </a:solidFill>
        </p:spPr>
        <p:txBody>
          <a:bodyPr wrap="square" lIns="0" tIns="0" rIns="0" bIns="0" anchor="ctr" anchorCtr="0">
            <a:noAutofit/>
          </a:bodyPr>
          <a:lstStyle>
            <a:lvl1pPr marL="0" indent="0" algn="ctr">
              <a:buFontTx/>
              <a:buNone/>
              <a:defRPr sz="1333" b="1" i="0">
                <a:solidFill>
                  <a:srgbClr val="333333"/>
                </a:solidFill>
                <a:latin typeface="Museo Sans 900" panose="02000000000000000000" pitchFamily="2" charset="77"/>
              </a:defRPr>
            </a:lvl1pPr>
          </a:lstStyle>
          <a:p>
            <a:r>
              <a:rPr lang="en-GB"/>
              <a:t>Click icon to add picture</a:t>
            </a:r>
            <a:endParaRPr lang="en-US"/>
          </a:p>
        </p:txBody>
      </p:sp>
      <p:sp>
        <p:nvSpPr>
          <p:cNvPr id="49" name="Picture Placeholder 48">
            <a:extLst>
              <a:ext uri="{FF2B5EF4-FFF2-40B4-BE49-F238E27FC236}">
                <a16:creationId xmlns:a16="http://schemas.microsoft.com/office/drawing/2014/main" id="{85A43116-62F2-A9B2-CBD9-3A6C012B6463}"/>
              </a:ext>
            </a:extLst>
          </p:cNvPr>
          <p:cNvSpPr>
            <a:spLocks noGrp="1"/>
          </p:cNvSpPr>
          <p:nvPr>
            <p:ph type="pic" sz="quarter" idx="24"/>
          </p:nvPr>
        </p:nvSpPr>
        <p:spPr>
          <a:xfrm>
            <a:off x="6192632" y="2680597"/>
            <a:ext cx="2711449" cy="2091196"/>
          </a:xfrm>
          <a:custGeom>
            <a:avLst/>
            <a:gdLst>
              <a:gd name="connsiteX0" fmla="*/ 101191 w 2033587"/>
              <a:gd name="connsiteY0" fmla="*/ 0 h 2023113"/>
              <a:gd name="connsiteX1" fmla="*/ 1932396 w 2033587"/>
              <a:gd name="connsiteY1" fmla="*/ 0 h 2023113"/>
              <a:gd name="connsiteX2" fmla="*/ 2033587 w 2033587"/>
              <a:gd name="connsiteY2" fmla="*/ 101191 h 2023113"/>
              <a:gd name="connsiteX3" fmla="*/ 2033587 w 2033587"/>
              <a:gd name="connsiteY3" fmla="*/ 1916722 h 2023113"/>
              <a:gd name="connsiteX4" fmla="*/ 1864409 w 2033587"/>
              <a:gd name="connsiteY4" fmla="*/ 1957369 h 2023113"/>
              <a:gd name="connsiteX5" fmla="*/ 1166447 w 2033587"/>
              <a:gd name="connsiteY5" fmla="*/ 2023113 h 2023113"/>
              <a:gd name="connsiteX6" fmla="*/ 136587 w 2033587"/>
              <a:gd name="connsiteY6" fmla="*/ 1877628 h 2023113"/>
              <a:gd name="connsiteX7" fmla="*/ 0 w 2033587"/>
              <a:gd name="connsiteY7" fmla="*/ 1830916 h 2023113"/>
              <a:gd name="connsiteX8" fmla="*/ 0 w 2033587"/>
              <a:gd name="connsiteY8" fmla="*/ 101191 h 2023113"/>
              <a:gd name="connsiteX9" fmla="*/ 101191 w 2033587"/>
              <a:gd name="connsiteY9" fmla="*/ 0 h 202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3587" h="2023113">
                <a:moveTo>
                  <a:pt x="101191" y="0"/>
                </a:moveTo>
                <a:lnTo>
                  <a:pt x="1932396" y="0"/>
                </a:lnTo>
                <a:cubicBezTo>
                  <a:pt x="1988282" y="0"/>
                  <a:pt x="2033587" y="45305"/>
                  <a:pt x="2033587" y="101191"/>
                </a:cubicBezTo>
                <a:lnTo>
                  <a:pt x="2033587" y="1916722"/>
                </a:lnTo>
                <a:lnTo>
                  <a:pt x="1864409" y="1957369"/>
                </a:lnTo>
                <a:cubicBezTo>
                  <a:pt x="1638961" y="2000475"/>
                  <a:pt x="1405533" y="2023113"/>
                  <a:pt x="1166447" y="2023113"/>
                </a:cubicBezTo>
                <a:cubicBezTo>
                  <a:pt x="807817" y="2023113"/>
                  <a:pt x="461920" y="1972178"/>
                  <a:pt x="136587" y="1877628"/>
                </a:cubicBezTo>
                <a:lnTo>
                  <a:pt x="0" y="1830916"/>
                </a:lnTo>
                <a:lnTo>
                  <a:pt x="0" y="101191"/>
                </a:lnTo>
                <a:cubicBezTo>
                  <a:pt x="0" y="45305"/>
                  <a:pt x="45305" y="0"/>
                  <a:pt x="101191" y="0"/>
                </a:cubicBezTo>
                <a:close/>
              </a:path>
            </a:pathLst>
          </a:custGeom>
          <a:solidFill>
            <a:srgbClr val="EEEEEE"/>
          </a:solidFill>
        </p:spPr>
        <p:txBody>
          <a:bodyPr wrap="square" lIns="0" tIns="0" rIns="0" bIns="0" anchor="ctr" anchorCtr="0">
            <a:noAutofit/>
          </a:bodyPr>
          <a:lstStyle>
            <a:lvl1pPr marL="0" indent="0" algn="ctr">
              <a:buFontTx/>
              <a:buNone/>
              <a:defRPr sz="1333" b="1" i="0">
                <a:solidFill>
                  <a:srgbClr val="333333"/>
                </a:solidFill>
                <a:latin typeface="Museo Sans 900" panose="02000000000000000000" pitchFamily="2" charset="77"/>
              </a:defRPr>
            </a:lvl1pPr>
          </a:lstStyle>
          <a:p>
            <a:r>
              <a:rPr lang="en-GB"/>
              <a:t>Click icon to add picture</a:t>
            </a:r>
            <a:endParaRPr lang="en-US"/>
          </a:p>
        </p:txBody>
      </p:sp>
      <p:sp>
        <p:nvSpPr>
          <p:cNvPr id="51" name="Picture Placeholder 50">
            <a:extLst>
              <a:ext uri="{FF2B5EF4-FFF2-40B4-BE49-F238E27FC236}">
                <a16:creationId xmlns:a16="http://schemas.microsoft.com/office/drawing/2014/main" id="{B7D90D11-904D-646B-2C13-007E3CBCBDB3}"/>
              </a:ext>
            </a:extLst>
          </p:cNvPr>
          <p:cNvSpPr>
            <a:spLocks noGrp="1"/>
          </p:cNvSpPr>
          <p:nvPr>
            <p:ph type="pic" sz="quarter" idx="25"/>
          </p:nvPr>
        </p:nvSpPr>
        <p:spPr>
          <a:xfrm>
            <a:off x="9070510" y="2680597"/>
            <a:ext cx="2738375" cy="2091196"/>
          </a:xfrm>
          <a:custGeom>
            <a:avLst/>
            <a:gdLst>
              <a:gd name="connsiteX0" fmla="*/ 101191 w 2033587"/>
              <a:gd name="connsiteY0" fmla="*/ 0 h 2023113"/>
              <a:gd name="connsiteX1" fmla="*/ 1932396 w 2033587"/>
              <a:gd name="connsiteY1" fmla="*/ 0 h 2023113"/>
              <a:gd name="connsiteX2" fmla="*/ 2033587 w 2033587"/>
              <a:gd name="connsiteY2" fmla="*/ 101191 h 2023113"/>
              <a:gd name="connsiteX3" fmla="*/ 2033587 w 2033587"/>
              <a:gd name="connsiteY3" fmla="*/ 1916722 h 2023113"/>
              <a:gd name="connsiteX4" fmla="*/ 1864409 w 2033587"/>
              <a:gd name="connsiteY4" fmla="*/ 1957369 h 2023113"/>
              <a:gd name="connsiteX5" fmla="*/ 1166447 w 2033587"/>
              <a:gd name="connsiteY5" fmla="*/ 2023113 h 2023113"/>
              <a:gd name="connsiteX6" fmla="*/ 136587 w 2033587"/>
              <a:gd name="connsiteY6" fmla="*/ 1877628 h 2023113"/>
              <a:gd name="connsiteX7" fmla="*/ 0 w 2033587"/>
              <a:gd name="connsiteY7" fmla="*/ 1830916 h 2023113"/>
              <a:gd name="connsiteX8" fmla="*/ 0 w 2033587"/>
              <a:gd name="connsiteY8" fmla="*/ 101191 h 2023113"/>
              <a:gd name="connsiteX9" fmla="*/ 101191 w 2033587"/>
              <a:gd name="connsiteY9" fmla="*/ 0 h 202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3587" h="2023113">
                <a:moveTo>
                  <a:pt x="101191" y="0"/>
                </a:moveTo>
                <a:lnTo>
                  <a:pt x="1932396" y="0"/>
                </a:lnTo>
                <a:cubicBezTo>
                  <a:pt x="1988282" y="0"/>
                  <a:pt x="2033587" y="45305"/>
                  <a:pt x="2033587" y="101191"/>
                </a:cubicBezTo>
                <a:lnTo>
                  <a:pt x="2033587" y="1916722"/>
                </a:lnTo>
                <a:lnTo>
                  <a:pt x="1864409" y="1957369"/>
                </a:lnTo>
                <a:cubicBezTo>
                  <a:pt x="1638961" y="2000475"/>
                  <a:pt x="1405533" y="2023113"/>
                  <a:pt x="1166447" y="2023113"/>
                </a:cubicBezTo>
                <a:cubicBezTo>
                  <a:pt x="807817" y="2023113"/>
                  <a:pt x="461920" y="1972178"/>
                  <a:pt x="136587" y="1877628"/>
                </a:cubicBezTo>
                <a:lnTo>
                  <a:pt x="0" y="1830916"/>
                </a:lnTo>
                <a:lnTo>
                  <a:pt x="0" y="101191"/>
                </a:lnTo>
                <a:cubicBezTo>
                  <a:pt x="0" y="45305"/>
                  <a:pt x="45305" y="0"/>
                  <a:pt x="101191" y="0"/>
                </a:cubicBezTo>
                <a:close/>
              </a:path>
            </a:pathLst>
          </a:custGeom>
          <a:solidFill>
            <a:srgbClr val="EEEEEE"/>
          </a:solidFill>
        </p:spPr>
        <p:txBody>
          <a:bodyPr wrap="square" lIns="0" tIns="0" rIns="0" bIns="0" anchor="ctr" anchorCtr="0">
            <a:noAutofit/>
          </a:bodyPr>
          <a:lstStyle>
            <a:lvl1pPr marL="0" indent="0" algn="ctr">
              <a:buFontTx/>
              <a:buNone/>
              <a:defRPr sz="1333" b="1" i="0">
                <a:solidFill>
                  <a:srgbClr val="333333"/>
                </a:solidFill>
                <a:latin typeface="Museo Sans 900" panose="02000000000000000000" pitchFamily="2" charset="77"/>
              </a:defRPr>
            </a:lvl1pPr>
          </a:lstStyle>
          <a:p>
            <a:r>
              <a:rPr lang="en-GB"/>
              <a:t>Click icon to add picture</a:t>
            </a:r>
            <a:endParaRPr lang="en-US"/>
          </a:p>
        </p:txBody>
      </p:sp>
      <p:sp>
        <p:nvSpPr>
          <p:cNvPr id="4" name="TextBox 3">
            <a:extLst>
              <a:ext uri="{FF2B5EF4-FFF2-40B4-BE49-F238E27FC236}">
                <a16:creationId xmlns:a16="http://schemas.microsoft.com/office/drawing/2014/main" id="{75E61117-522A-730F-3EC9-9530F7E746BE}"/>
              </a:ext>
            </a:extLst>
          </p:cNvPr>
          <p:cNvSpPr txBox="1"/>
          <p:nvPr userDrawn="1"/>
        </p:nvSpPr>
        <p:spPr>
          <a:xfrm>
            <a:off x="12837459" y="-778"/>
            <a:ext cx="2510117" cy="1734449"/>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This is where you can introduce team members, such as those involved in the presentation.</a:t>
            </a:r>
            <a:br>
              <a:rPr lang="en-GB" sz="1067" b="0" i="0">
                <a:solidFill>
                  <a:srgbClr val="333333"/>
                </a:solidFill>
                <a:latin typeface="Museo Sans 500" panose="02000000000000000000" pitchFamily="2" charset="77"/>
              </a:rPr>
            </a:b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You can upload the profile pictures by clicking on the picture icon. </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Please don’t remove the orange element. And don’t forget to include names and job titles!</a:t>
            </a:r>
          </a:p>
        </p:txBody>
      </p:sp>
      <p:grpSp>
        <p:nvGrpSpPr>
          <p:cNvPr id="5" name="Group 4">
            <a:extLst>
              <a:ext uri="{FF2B5EF4-FFF2-40B4-BE49-F238E27FC236}">
                <a16:creationId xmlns:a16="http://schemas.microsoft.com/office/drawing/2014/main" id="{4A45575F-2275-399E-55F0-6083ED8F547A}"/>
              </a:ext>
            </a:extLst>
          </p:cNvPr>
          <p:cNvGrpSpPr/>
          <p:nvPr userDrawn="1"/>
        </p:nvGrpSpPr>
        <p:grpSpPr>
          <a:xfrm>
            <a:off x="10609008" y="6203793"/>
            <a:ext cx="1111864" cy="408104"/>
            <a:chOff x="397414" y="755885"/>
            <a:chExt cx="2901256" cy="1064892"/>
          </a:xfrm>
        </p:grpSpPr>
        <p:grpSp>
          <p:nvGrpSpPr>
            <p:cNvPr id="8" name="Graphic 4">
              <a:extLst>
                <a:ext uri="{FF2B5EF4-FFF2-40B4-BE49-F238E27FC236}">
                  <a16:creationId xmlns:a16="http://schemas.microsoft.com/office/drawing/2014/main" id="{C6F772A1-2E6F-2940-3DBA-3F01322EBEE5}"/>
                </a:ext>
              </a:extLst>
            </p:cNvPr>
            <p:cNvGrpSpPr/>
            <p:nvPr/>
          </p:nvGrpSpPr>
          <p:grpSpPr>
            <a:xfrm>
              <a:off x="397414" y="755885"/>
              <a:ext cx="1031033" cy="1064892"/>
              <a:chOff x="397414" y="755885"/>
              <a:chExt cx="1031033" cy="1064892"/>
            </a:xfrm>
          </p:grpSpPr>
          <p:sp>
            <p:nvSpPr>
              <p:cNvPr id="39" name="Freeform 38">
                <a:extLst>
                  <a:ext uri="{FF2B5EF4-FFF2-40B4-BE49-F238E27FC236}">
                    <a16:creationId xmlns:a16="http://schemas.microsoft.com/office/drawing/2014/main" id="{A222B493-A575-7887-7DCB-0D3B2A2F06AE}"/>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40" name="Freeform 39">
                <a:extLst>
                  <a:ext uri="{FF2B5EF4-FFF2-40B4-BE49-F238E27FC236}">
                    <a16:creationId xmlns:a16="http://schemas.microsoft.com/office/drawing/2014/main" id="{D06DD366-6682-B22B-216F-9525FC2E9B63}"/>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42" name="Freeform 41">
                <a:extLst>
                  <a:ext uri="{FF2B5EF4-FFF2-40B4-BE49-F238E27FC236}">
                    <a16:creationId xmlns:a16="http://schemas.microsoft.com/office/drawing/2014/main" id="{DC2F4E6B-B18D-1CD0-40A3-53DEC7FF28FB}"/>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9" name="Graphic 4">
              <a:extLst>
                <a:ext uri="{FF2B5EF4-FFF2-40B4-BE49-F238E27FC236}">
                  <a16:creationId xmlns:a16="http://schemas.microsoft.com/office/drawing/2014/main" id="{588BCDBD-86B1-A7C2-04B5-281E7CA2DB71}"/>
                </a:ext>
              </a:extLst>
            </p:cNvPr>
            <p:cNvGrpSpPr/>
            <p:nvPr/>
          </p:nvGrpSpPr>
          <p:grpSpPr>
            <a:xfrm>
              <a:off x="1208140" y="933050"/>
              <a:ext cx="2090530" cy="573060"/>
              <a:chOff x="1208140" y="933050"/>
              <a:chExt cx="2090530" cy="573060"/>
            </a:xfrm>
            <a:solidFill>
              <a:srgbClr val="333333"/>
            </a:solidFill>
          </p:grpSpPr>
          <p:sp>
            <p:nvSpPr>
              <p:cNvPr id="10" name="Freeform 9">
                <a:extLst>
                  <a:ext uri="{FF2B5EF4-FFF2-40B4-BE49-F238E27FC236}">
                    <a16:creationId xmlns:a16="http://schemas.microsoft.com/office/drawing/2014/main" id="{1BE4E41A-F929-C811-DE53-E3BCABC8EB11}"/>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2" name="Freeform 11">
                <a:extLst>
                  <a:ext uri="{FF2B5EF4-FFF2-40B4-BE49-F238E27FC236}">
                    <a16:creationId xmlns:a16="http://schemas.microsoft.com/office/drawing/2014/main" id="{656981EF-BD20-963D-4F9E-4AA0C9FAB296}"/>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78B8E6DA-BBA0-0293-92A8-A7091EE39225}"/>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7024606D-8CE6-B437-9933-48DA7D06B8E1}"/>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6" name="Freeform 15">
                <a:extLst>
                  <a:ext uri="{FF2B5EF4-FFF2-40B4-BE49-F238E27FC236}">
                    <a16:creationId xmlns:a16="http://schemas.microsoft.com/office/drawing/2014/main" id="{7C111364-F8C1-026D-47A4-B27CC2A1142E}"/>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45A43841-4863-B4DA-BCE1-D3BA694A077C}"/>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BB140906-2264-85E3-DEC0-FBE28CC13D6C}"/>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B4CE7F08-4FB1-4A65-58B4-394BF1F7FF5C}"/>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0EE56D73-D576-B711-9C4E-F7A3F9AD3F06}"/>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25494204-9870-6B4F-6ECA-EA11FA77E61D}"/>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CCA1F3F7-7D0C-1EBA-B0AB-273C032756A8}"/>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4696A74F-15E2-176F-6C5D-F238B13477B7}"/>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A25567FE-2C08-8663-5EA6-154D06C178A6}"/>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4" name="Freeform 33">
                <a:extLst>
                  <a:ext uri="{FF2B5EF4-FFF2-40B4-BE49-F238E27FC236}">
                    <a16:creationId xmlns:a16="http://schemas.microsoft.com/office/drawing/2014/main" id="{8B148DED-0EC7-4EF5-6A7D-F8CC18FD79FB}"/>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B93C0114-B118-C98B-2DE4-BB515FB8A16E}"/>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102021E2-2EFB-A876-B6C6-B593C6FA9A5E}"/>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7" name="Freeform 36">
                <a:extLst>
                  <a:ext uri="{FF2B5EF4-FFF2-40B4-BE49-F238E27FC236}">
                    <a16:creationId xmlns:a16="http://schemas.microsoft.com/office/drawing/2014/main" id="{B0F3629B-5076-8050-C2A5-5A3F162D1B07}"/>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8" name="Freeform 37">
                <a:extLst>
                  <a:ext uri="{FF2B5EF4-FFF2-40B4-BE49-F238E27FC236}">
                    <a16:creationId xmlns:a16="http://schemas.microsoft.com/office/drawing/2014/main" id="{CB524CA2-BC69-3A24-9CC7-6D9EC23DA924}"/>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14" name="Text Placeholder 18">
            <a:extLst>
              <a:ext uri="{FF2B5EF4-FFF2-40B4-BE49-F238E27FC236}">
                <a16:creationId xmlns:a16="http://schemas.microsoft.com/office/drawing/2014/main" id="{5DA0EB2C-C980-2A8A-6E5A-4425DE4D581C}"/>
              </a:ext>
            </a:extLst>
          </p:cNvPr>
          <p:cNvSpPr>
            <a:spLocks noGrp="1"/>
          </p:cNvSpPr>
          <p:nvPr>
            <p:ph type="body" sz="quarter" idx="13" hasCustomPrompt="1"/>
          </p:nvPr>
        </p:nvSpPr>
        <p:spPr>
          <a:xfrm>
            <a:off x="407999" y="935999"/>
            <a:ext cx="11400884" cy="962084"/>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a:t>
            </a:r>
          </a:p>
        </p:txBody>
      </p:sp>
      <p:sp>
        <p:nvSpPr>
          <p:cNvPr id="44" name="Text Placeholder 24">
            <a:extLst>
              <a:ext uri="{FF2B5EF4-FFF2-40B4-BE49-F238E27FC236}">
                <a16:creationId xmlns:a16="http://schemas.microsoft.com/office/drawing/2014/main" id="{7B9B9EE4-51C4-C308-3270-D47FEDD59D7A}"/>
              </a:ext>
            </a:extLst>
          </p:cNvPr>
          <p:cNvSpPr>
            <a:spLocks noGrp="1"/>
          </p:cNvSpPr>
          <p:nvPr>
            <p:ph type="body" sz="quarter" idx="26"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Tree>
    <p:extLst>
      <p:ext uri="{BB962C8B-B14F-4D97-AF65-F5344CB8AC3E}">
        <p14:creationId xmlns:p14="http://schemas.microsoft.com/office/powerpoint/2010/main" val="34332648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Infographics A">
    <p:spTree>
      <p:nvGrpSpPr>
        <p:cNvPr id="1" name=""/>
        <p:cNvGrpSpPr/>
        <p:nvPr/>
      </p:nvGrpSpPr>
      <p:grpSpPr>
        <a:xfrm>
          <a:off x="0" y="0"/>
          <a:ext cx="0" cy="0"/>
          <a:chOff x="0" y="0"/>
          <a:chExt cx="0" cy="0"/>
        </a:xfrm>
      </p:grpSpPr>
      <p:sp>
        <p:nvSpPr>
          <p:cNvPr id="13" name="Rounded Rectangle 12">
            <a:extLst>
              <a:ext uri="{FF2B5EF4-FFF2-40B4-BE49-F238E27FC236}">
                <a16:creationId xmlns:a16="http://schemas.microsoft.com/office/drawing/2014/main" id="{C6705FCC-2E38-4007-4E4B-D04225A4C5D6}"/>
              </a:ext>
            </a:extLst>
          </p:cNvPr>
          <p:cNvSpPr/>
          <p:nvPr userDrawn="1"/>
        </p:nvSpPr>
        <p:spPr>
          <a:xfrm>
            <a:off x="408000" y="2372828"/>
            <a:ext cx="6567835" cy="3528439"/>
          </a:xfrm>
          <a:prstGeom prst="roundRect">
            <a:avLst>
              <a:gd name="adj" fmla="val 2588"/>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sp>
        <p:nvSpPr>
          <p:cNvPr id="16" name="Rounded Rectangle 15">
            <a:extLst>
              <a:ext uri="{FF2B5EF4-FFF2-40B4-BE49-F238E27FC236}">
                <a16:creationId xmlns:a16="http://schemas.microsoft.com/office/drawing/2014/main" id="{5CA3E3D2-4B82-44F4-B768-79FE645FA0F0}"/>
              </a:ext>
            </a:extLst>
          </p:cNvPr>
          <p:cNvSpPr/>
          <p:nvPr userDrawn="1"/>
        </p:nvSpPr>
        <p:spPr>
          <a:xfrm>
            <a:off x="7180997" y="4868079"/>
            <a:ext cx="4603004" cy="1040309"/>
          </a:xfrm>
          <a:prstGeom prst="roundRect">
            <a:avLst>
              <a:gd name="adj" fmla="val 8991"/>
            </a:avLst>
          </a:prstGeom>
          <a:solidFill>
            <a:srgbClr val="FF5A1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sp>
        <p:nvSpPr>
          <p:cNvPr id="21" name="Rounded Rectangle 20">
            <a:extLst>
              <a:ext uri="{FF2B5EF4-FFF2-40B4-BE49-F238E27FC236}">
                <a16:creationId xmlns:a16="http://schemas.microsoft.com/office/drawing/2014/main" id="{665D3B8E-B562-2841-7524-550234E842DE}"/>
              </a:ext>
            </a:extLst>
          </p:cNvPr>
          <p:cNvSpPr/>
          <p:nvPr userDrawn="1"/>
        </p:nvSpPr>
        <p:spPr>
          <a:xfrm>
            <a:off x="7180997" y="3618691"/>
            <a:ext cx="4603004" cy="1040309"/>
          </a:xfrm>
          <a:prstGeom prst="roundRect">
            <a:avLst>
              <a:gd name="adj" fmla="val 8991"/>
            </a:avLst>
          </a:prstGeom>
          <a:solidFill>
            <a:srgbClr val="FF5A1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sp>
        <p:nvSpPr>
          <p:cNvPr id="22" name="Rounded Rectangle 21">
            <a:extLst>
              <a:ext uri="{FF2B5EF4-FFF2-40B4-BE49-F238E27FC236}">
                <a16:creationId xmlns:a16="http://schemas.microsoft.com/office/drawing/2014/main" id="{71660D8F-6070-7AAB-4859-68383202FB25}"/>
              </a:ext>
            </a:extLst>
          </p:cNvPr>
          <p:cNvSpPr/>
          <p:nvPr userDrawn="1"/>
        </p:nvSpPr>
        <p:spPr>
          <a:xfrm>
            <a:off x="7180997" y="2369304"/>
            <a:ext cx="4603004" cy="1040309"/>
          </a:xfrm>
          <a:prstGeom prst="roundRect">
            <a:avLst>
              <a:gd name="adj" fmla="val 8991"/>
            </a:avLst>
          </a:prstGeom>
          <a:solidFill>
            <a:srgbClr val="FF5A1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sp>
        <p:nvSpPr>
          <p:cNvPr id="27" name="Text Placeholder 18">
            <a:extLst>
              <a:ext uri="{FF2B5EF4-FFF2-40B4-BE49-F238E27FC236}">
                <a16:creationId xmlns:a16="http://schemas.microsoft.com/office/drawing/2014/main" id="{5E2A8AAD-BED1-3659-0FCE-FFC80454E2A9}"/>
              </a:ext>
            </a:extLst>
          </p:cNvPr>
          <p:cNvSpPr>
            <a:spLocks noGrp="1"/>
          </p:cNvSpPr>
          <p:nvPr>
            <p:ph type="body" sz="quarter" idx="15"/>
          </p:nvPr>
        </p:nvSpPr>
        <p:spPr>
          <a:xfrm>
            <a:off x="7334077" y="2416021"/>
            <a:ext cx="3939324" cy="581780"/>
          </a:xfrm>
        </p:spPr>
        <p:txBody>
          <a:bodyPr lIns="0" tIns="0" rIns="0" bIns="0" anchor="t" anchorCtr="0">
            <a:noAutofit/>
          </a:bodyPr>
          <a:lstStyle>
            <a:lvl1pPr marL="0" indent="0">
              <a:lnSpc>
                <a:spcPct val="100000"/>
              </a:lnSpc>
              <a:buFontTx/>
              <a:buNone/>
              <a:defRPr sz="3200"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p>
        </p:txBody>
      </p:sp>
      <p:sp>
        <p:nvSpPr>
          <p:cNvPr id="28" name="Text Placeholder 18">
            <a:extLst>
              <a:ext uri="{FF2B5EF4-FFF2-40B4-BE49-F238E27FC236}">
                <a16:creationId xmlns:a16="http://schemas.microsoft.com/office/drawing/2014/main" id="{0BEB8797-41B8-58B8-65DB-9A30DD85D634}"/>
              </a:ext>
            </a:extLst>
          </p:cNvPr>
          <p:cNvSpPr>
            <a:spLocks noGrp="1"/>
          </p:cNvSpPr>
          <p:nvPr>
            <p:ph type="body" sz="quarter" idx="16"/>
          </p:nvPr>
        </p:nvSpPr>
        <p:spPr>
          <a:xfrm>
            <a:off x="7334077" y="3021367"/>
            <a:ext cx="3939324" cy="388247"/>
          </a:xfrm>
        </p:spPr>
        <p:txBody>
          <a:bodyPr lIns="0" tIns="0" rIns="0" bIns="0" anchor="t" anchorCtr="0">
            <a:noAutofit/>
          </a:bodyPr>
          <a:lstStyle>
            <a:lvl1pPr marL="0" indent="0">
              <a:lnSpc>
                <a:spcPct val="100000"/>
              </a:lnSpc>
              <a:buFontTx/>
              <a:buNone/>
              <a:defRPr sz="1200" b="0" i="0">
                <a:solidFill>
                  <a:srgbClr val="EEEEEE"/>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 Master text styles</a:t>
            </a:r>
          </a:p>
        </p:txBody>
      </p:sp>
      <p:sp>
        <p:nvSpPr>
          <p:cNvPr id="30" name="Text Placeholder 18">
            <a:extLst>
              <a:ext uri="{FF2B5EF4-FFF2-40B4-BE49-F238E27FC236}">
                <a16:creationId xmlns:a16="http://schemas.microsoft.com/office/drawing/2014/main" id="{C08CE7F7-77F0-C133-A0FC-B27FA04F2426}"/>
              </a:ext>
            </a:extLst>
          </p:cNvPr>
          <p:cNvSpPr>
            <a:spLocks noGrp="1"/>
          </p:cNvSpPr>
          <p:nvPr>
            <p:ph type="body" sz="quarter" idx="17"/>
          </p:nvPr>
        </p:nvSpPr>
        <p:spPr>
          <a:xfrm>
            <a:off x="7334077" y="3662095"/>
            <a:ext cx="3939324" cy="581780"/>
          </a:xfrm>
        </p:spPr>
        <p:txBody>
          <a:bodyPr lIns="0" tIns="0" rIns="0" bIns="0" anchor="t" anchorCtr="0">
            <a:noAutofit/>
          </a:bodyPr>
          <a:lstStyle>
            <a:lvl1pPr marL="0" indent="0">
              <a:lnSpc>
                <a:spcPct val="100000"/>
              </a:lnSpc>
              <a:buFontTx/>
              <a:buNone/>
              <a:defRPr sz="3200"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p>
        </p:txBody>
      </p:sp>
      <p:sp>
        <p:nvSpPr>
          <p:cNvPr id="31" name="Text Placeholder 18">
            <a:extLst>
              <a:ext uri="{FF2B5EF4-FFF2-40B4-BE49-F238E27FC236}">
                <a16:creationId xmlns:a16="http://schemas.microsoft.com/office/drawing/2014/main" id="{989A1656-735E-3206-8269-88E05E703AE8}"/>
              </a:ext>
            </a:extLst>
          </p:cNvPr>
          <p:cNvSpPr>
            <a:spLocks noGrp="1"/>
          </p:cNvSpPr>
          <p:nvPr>
            <p:ph type="body" sz="quarter" idx="18"/>
          </p:nvPr>
        </p:nvSpPr>
        <p:spPr>
          <a:xfrm>
            <a:off x="7334077" y="4267442"/>
            <a:ext cx="3939324" cy="388247"/>
          </a:xfrm>
        </p:spPr>
        <p:txBody>
          <a:bodyPr lIns="0" tIns="0" rIns="0" bIns="0" anchor="t" anchorCtr="0">
            <a:noAutofit/>
          </a:bodyPr>
          <a:lstStyle>
            <a:lvl1pPr marL="0" indent="0">
              <a:lnSpc>
                <a:spcPct val="100000"/>
              </a:lnSpc>
              <a:buFontTx/>
              <a:buNone/>
              <a:defRPr sz="1200" b="0" i="0">
                <a:solidFill>
                  <a:srgbClr val="EEEEEE"/>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 Master text styles</a:t>
            </a:r>
          </a:p>
        </p:txBody>
      </p:sp>
      <p:sp>
        <p:nvSpPr>
          <p:cNvPr id="32" name="Text Placeholder 18">
            <a:extLst>
              <a:ext uri="{FF2B5EF4-FFF2-40B4-BE49-F238E27FC236}">
                <a16:creationId xmlns:a16="http://schemas.microsoft.com/office/drawing/2014/main" id="{DB11151A-4C76-541B-BB30-7916D79A2CD9}"/>
              </a:ext>
            </a:extLst>
          </p:cNvPr>
          <p:cNvSpPr>
            <a:spLocks noGrp="1"/>
          </p:cNvSpPr>
          <p:nvPr>
            <p:ph type="body" sz="quarter" idx="19"/>
          </p:nvPr>
        </p:nvSpPr>
        <p:spPr>
          <a:xfrm>
            <a:off x="7334077" y="4921186"/>
            <a:ext cx="3939324" cy="581780"/>
          </a:xfrm>
        </p:spPr>
        <p:txBody>
          <a:bodyPr lIns="0" tIns="0" rIns="0" bIns="0" anchor="t" anchorCtr="0">
            <a:noAutofit/>
          </a:bodyPr>
          <a:lstStyle>
            <a:lvl1pPr marL="0" indent="0">
              <a:lnSpc>
                <a:spcPct val="100000"/>
              </a:lnSpc>
              <a:buFontTx/>
              <a:buNone/>
              <a:defRPr sz="3200"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p>
        </p:txBody>
      </p:sp>
      <p:sp>
        <p:nvSpPr>
          <p:cNvPr id="33" name="Text Placeholder 18">
            <a:extLst>
              <a:ext uri="{FF2B5EF4-FFF2-40B4-BE49-F238E27FC236}">
                <a16:creationId xmlns:a16="http://schemas.microsoft.com/office/drawing/2014/main" id="{369A7A89-A779-7ED2-8D4B-DCF8250D4B45}"/>
              </a:ext>
            </a:extLst>
          </p:cNvPr>
          <p:cNvSpPr>
            <a:spLocks noGrp="1"/>
          </p:cNvSpPr>
          <p:nvPr>
            <p:ph type="body" sz="quarter" idx="20"/>
          </p:nvPr>
        </p:nvSpPr>
        <p:spPr>
          <a:xfrm>
            <a:off x="7334077" y="5526533"/>
            <a:ext cx="3939324" cy="388247"/>
          </a:xfrm>
        </p:spPr>
        <p:txBody>
          <a:bodyPr lIns="0" tIns="0" rIns="0" bIns="0" anchor="t" anchorCtr="0">
            <a:noAutofit/>
          </a:bodyPr>
          <a:lstStyle>
            <a:lvl1pPr marL="0" indent="0">
              <a:lnSpc>
                <a:spcPct val="100000"/>
              </a:lnSpc>
              <a:buFontTx/>
              <a:buNone/>
              <a:defRPr sz="1200" b="0" i="0">
                <a:solidFill>
                  <a:srgbClr val="EEEEEE"/>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 Master text styles</a:t>
            </a:r>
          </a:p>
        </p:txBody>
      </p:sp>
      <p:graphicFrame>
        <p:nvGraphicFramePr>
          <p:cNvPr id="4" name="Chart 3">
            <a:extLst>
              <a:ext uri="{FF2B5EF4-FFF2-40B4-BE49-F238E27FC236}">
                <a16:creationId xmlns:a16="http://schemas.microsoft.com/office/drawing/2014/main" id="{A488D791-6A75-A93A-9522-D627B7E13E2A}"/>
              </a:ext>
            </a:extLst>
          </p:cNvPr>
          <p:cNvGraphicFramePr/>
          <p:nvPr userDrawn="1"/>
        </p:nvGraphicFramePr>
        <p:xfrm>
          <a:off x="632751" y="2416020"/>
          <a:ext cx="6096000" cy="3499403"/>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FEA63D65-CA0D-20DA-603D-7ED86E41E7C7}"/>
              </a:ext>
            </a:extLst>
          </p:cNvPr>
          <p:cNvSpPr txBox="1"/>
          <p:nvPr userDrawn="1"/>
        </p:nvSpPr>
        <p:spPr>
          <a:xfrm>
            <a:off x="12837459" y="-779"/>
            <a:ext cx="2510117" cy="1077603"/>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Charts and graphs are built into</a:t>
            </a: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the presentation via Excel. </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To do so, enter the master page and use CTRL + left click on the chart to load data from your Excel sheet.</a:t>
            </a:r>
          </a:p>
        </p:txBody>
      </p:sp>
      <p:grpSp>
        <p:nvGrpSpPr>
          <p:cNvPr id="5" name="Group 4">
            <a:extLst>
              <a:ext uri="{FF2B5EF4-FFF2-40B4-BE49-F238E27FC236}">
                <a16:creationId xmlns:a16="http://schemas.microsoft.com/office/drawing/2014/main" id="{E6F058A2-E510-D764-7ACC-BAAA7F44E733}"/>
              </a:ext>
            </a:extLst>
          </p:cNvPr>
          <p:cNvGrpSpPr/>
          <p:nvPr userDrawn="1"/>
        </p:nvGrpSpPr>
        <p:grpSpPr>
          <a:xfrm>
            <a:off x="10609008" y="6203793"/>
            <a:ext cx="1111864" cy="408104"/>
            <a:chOff x="397414" y="755885"/>
            <a:chExt cx="2901256" cy="1064892"/>
          </a:xfrm>
        </p:grpSpPr>
        <p:grpSp>
          <p:nvGrpSpPr>
            <p:cNvPr id="8" name="Graphic 4">
              <a:extLst>
                <a:ext uri="{FF2B5EF4-FFF2-40B4-BE49-F238E27FC236}">
                  <a16:creationId xmlns:a16="http://schemas.microsoft.com/office/drawing/2014/main" id="{836EEAA3-CF22-CF75-E68B-2923012B1316}"/>
                </a:ext>
              </a:extLst>
            </p:cNvPr>
            <p:cNvGrpSpPr/>
            <p:nvPr/>
          </p:nvGrpSpPr>
          <p:grpSpPr>
            <a:xfrm>
              <a:off x="397414" y="755885"/>
              <a:ext cx="1031033" cy="1064892"/>
              <a:chOff x="397414" y="755885"/>
              <a:chExt cx="1031033" cy="1064892"/>
            </a:xfrm>
          </p:grpSpPr>
          <p:sp>
            <p:nvSpPr>
              <p:cNvPr id="43" name="Freeform 42">
                <a:extLst>
                  <a:ext uri="{FF2B5EF4-FFF2-40B4-BE49-F238E27FC236}">
                    <a16:creationId xmlns:a16="http://schemas.microsoft.com/office/drawing/2014/main" id="{03D0D102-4185-05FB-85FB-27FEBCF79806}"/>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44" name="Freeform 43">
                <a:extLst>
                  <a:ext uri="{FF2B5EF4-FFF2-40B4-BE49-F238E27FC236}">
                    <a16:creationId xmlns:a16="http://schemas.microsoft.com/office/drawing/2014/main" id="{302FCEA3-8C2B-4CDB-177E-BC14CB904372}"/>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45" name="Freeform 44">
                <a:extLst>
                  <a:ext uri="{FF2B5EF4-FFF2-40B4-BE49-F238E27FC236}">
                    <a16:creationId xmlns:a16="http://schemas.microsoft.com/office/drawing/2014/main" id="{4A0179D1-48F2-9C6D-D016-FB4EAE2824D4}"/>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10" name="Graphic 4">
              <a:extLst>
                <a:ext uri="{FF2B5EF4-FFF2-40B4-BE49-F238E27FC236}">
                  <a16:creationId xmlns:a16="http://schemas.microsoft.com/office/drawing/2014/main" id="{9A1F86C3-4A7F-F777-32AB-CBAB7D489A98}"/>
                </a:ext>
              </a:extLst>
            </p:cNvPr>
            <p:cNvGrpSpPr/>
            <p:nvPr/>
          </p:nvGrpSpPr>
          <p:grpSpPr>
            <a:xfrm>
              <a:off x="1208140" y="933050"/>
              <a:ext cx="2090530" cy="573060"/>
              <a:chOff x="1208140" y="933050"/>
              <a:chExt cx="2090530" cy="573060"/>
            </a:xfrm>
            <a:solidFill>
              <a:srgbClr val="333333"/>
            </a:solidFill>
          </p:grpSpPr>
          <p:sp>
            <p:nvSpPr>
              <p:cNvPr id="11" name="Freeform 10">
                <a:extLst>
                  <a:ext uri="{FF2B5EF4-FFF2-40B4-BE49-F238E27FC236}">
                    <a16:creationId xmlns:a16="http://schemas.microsoft.com/office/drawing/2014/main" id="{AC07F5A3-57FF-477F-D456-63733825BD85}"/>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2" name="Freeform 11">
                <a:extLst>
                  <a:ext uri="{FF2B5EF4-FFF2-40B4-BE49-F238E27FC236}">
                    <a16:creationId xmlns:a16="http://schemas.microsoft.com/office/drawing/2014/main" id="{66046FC4-A3F1-C06A-D161-341D82864CB7}"/>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972ED514-CCBA-3C42-3DDB-E82BBD077A04}"/>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B59A4474-5E2E-9195-B29E-E159A5A5FA35}"/>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9222FE71-CD75-6D5B-0AA6-C30C360CD686}"/>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7D9FAF49-760B-366C-9A1E-250E15113A19}"/>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3780F016-6F13-6261-FCB3-3DCE3CED848D}"/>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67BA5B0E-731F-CA48-513F-71E04F2845B2}"/>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43B6DC34-1539-E662-D455-D5A5B23DF93B}"/>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4" name="Freeform 33">
                <a:extLst>
                  <a:ext uri="{FF2B5EF4-FFF2-40B4-BE49-F238E27FC236}">
                    <a16:creationId xmlns:a16="http://schemas.microsoft.com/office/drawing/2014/main" id="{E732665F-CAE2-3C22-E2E9-1442701639FB}"/>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7B7929EF-8C65-6629-FAA7-004658DCEDA4}"/>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318A3A52-D105-4E3A-9847-B9D9DA6EE2C8}"/>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7" name="Freeform 36">
                <a:extLst>
                  <a:ext uri="{FF2B5EF4-FFF2-40B4-BE49-F238E27FC236}">
                    <a16:creationId xmlns:a16="http://schemas.microsoft.com/office/drawing/2014/main" id="{229344F7-8B86-951B-F7CA-068299447F2E}"/>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8" name="Freeform 37">
                <a:extLst>
                  <a:ext uri="{FF2B5EF4-FFF2-40B4-BE49-F238E27FC236}">
                    <a16:creationId xmlns:a16="http://schemas.microsoft.com/office/drawing/2014/main" id="{8386B27F-3280-8733-FFEA-6B2BDAFC3701}"/>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9" name="Freeform 38">
                <a:extLst>
                  <a:ext uri="{FF2B5EF4-FFF2-40B4-BE49-F238E27FC236}">
                    <a16:creationId xmlns:a16="http://schemas.microsoft.com/office/drawing/2014/main" id="{AB1F15CE-B256-1B2A-BA9E-BA32DFF2EFA3}"/>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0" name="Freeform 39">
                <a:extLst>
                  <a:ext uri="{FF2B5EF4-FFF2-40B4-BE49-F238E27FC236}">
                    <a16:creationId xmlns:a16="http://schemas.microsoft.com/office/drawing/2014/main" id="{8D670558-C761-1595-4348-696C93872997}"/>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1" name="Freeform 40">
                <a:extLst>
                  <a:ext uri="{FF2B5EF4-FFF2-40B4-BE49-F238E27FC236}">
                    <a16:creationId xmlns:a16="http://schemas.microsoft.com/office/drawing/2014/main" id="{DBD0462C-88B7-45BB-BE09-9862C178C6A8}"/>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2" name="Freeform 41">
                <a:extLst>
                  <a:ext uri="{FF2B5EF4-FFF2-40B4-BE49-F238E27FC236}">
                    <a16:creationId xmlns:a16="http://schemas.microsoft.com/office/drawing/2014/main" id="{3F8DF6A7-E698-93D2-4D46-7925783C7472}"/>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14" name="Text Placeholder 24">
            <a:extLst>
              <a:ext uri="{FF2B5EF4-FFF2-40B4-BE49-F238E27FC236}">
                <a16:creationId xmlns:a16="http://schemas.microsoft.com/office/drawing/2014/main" id="{13DB21EF-C495-C219-F513-F1F7AB4F70AF}"/>
              </a:ext>
            </a:extLst>
          </p:cNvPr>
          <p:cNvSpPr>
            <a:spLocks noGrp="1"/>
          </p:cNvSpPr>
          <p:nvPr>
            <p:ph type="body" sz="quarter" idx="14"/>
          </p:nvPr>
        </p:nvSpPr>
        <p:spPr>
          <a:xfrm>
            <a:off x="7180997" y="966143"/>
            <a:ext cx="4579203" cy="1131759"/>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51" name="Text Placeholder 18">
            <a:extLst>
              <a:ext uri="{FF2B5EF4-FFF2-40B4-BE49-F238E27FC236}">
                <a16:creationId xmlns:a16="http://schemas.microsoft.com/office/drawing/2014/main" id="{B864DAB8-51EE-CB13-DFF3-C65DFA69821B}"/>
              </a:ext>
            </a:extLst>
          </p:cNvPr>
          <p:cNvSpPr>
            <a:spLocks noGrp="1"/>
          </p:cNvSpPr>
          <p:nvPr>
            <p:ph type="body" sz="quarter" idx="13" hasCustomPrompt="1"/>
          </p:nvPr>
        </p:nvSpPr>
        <p:spPr>
          <a:xfrm>
            <a:off x="408000" y="936001"/>
            <a:ext cx="5688000" cy="962247"/>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a:t>
            </a:r>
          </a:p>
        </p:txBody>
      </p:sp>
      <p:sp>
        <p:nvSpPr>
          <p:cNvPr id="52" name="Text Placeholder 24">
            <a:extLst>
              <a:ext uri="{FF2B5EF4-FFF2-40B4-BE49-F238E27FC236}">
                <a16:creationId xmlns:a16="http://schemas.microsoft.com/office/drawing/2014/main" id="{1F9B1DDA-AB2E-0358-9DAC-AACDE1CB0BED}"/>
              </a:ext>
            </a:extLst>
          </p:cNvPr>
          <p:cNvSpPr>
            <a:spLocks noGrp="1"/>
          </p:cNvSpPr>
          <p:nvPr>
            <p:ph type="body" sz="quarter" idx="26"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Tree>
    <p:extLst>
      <p:ext uri="{BB962C8B-B14F-4D97-AF65-F5344CB8AC3E}">
        <p14:creationId xmlns:p14="http://schemas.microsoft.com/office/powerpoint/2010/main" val="37886427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Infographics B">
    <p:spTree>
      <p:nvGrpSpPr>
        <p:cNvPr id="1" name=""/>
        <p:cNvGrpSpPr/>
        <p:nvPr/>
      </p:nvGrpSpPr>
      <p:grpSpPr>
        <a:xfrm>
          <a:off x="0" y="0"/>
          <a:ext cx="0" cy="0"/>
          <a:chOff x="0" y="0"/>
          <a:chExt cx="0" cy="0"/>
        </a:xfrm>
      </p:grpSpPr>
      <p:sp>
        <p:nvSpPr>
          <p:cNvPr id="13" name="Rounded Rectangle 12">
            <a:extLst>
              <a:ext uri="{FF2B5EF4-FFF2-40B4-BE49-F238E27FC236}">
                <a16:creationId xmlns:a16="http://schemas.microsoft.com/office/drawing/2014/main" id="{C6705FCC-2E38-4007-4E4B-D04225A4C5D6}"/>
              </a:ext>
            </a:extLst>
          </p:cNvPr>
          <p:cNvSpPr/>
          <p:nvPr userDrawn="1"/>
        </p:nvSpPr>
        <p:spPr>
          <a:xfrm>
            <a:off x="5228094" y="1121834"/>
            <a:ext cx="6555905" cy="4801188"/>
          </a:xfrm>
          <a:prstGeom prst="roundRect">
            <a:avLst>
              <a:gd name="adj" fmla="val 2588"/>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graphicFrame>
        <p:nvGraphicFramePr>
          <p:cNvPr id="4" name="Chart 3">
            <a:extLst>
              <a:ext uri="{FF2B5EF4-FFF2-40B4-BE49-F238E27FC236}">
                <a16:creationId xmlns:a16="http://schemas.microsoft.com/office/drawing/2014/main" id="{DF8876E1-8EAA-D91F-C3D2-CB36758E4504}"/>
              </a:ext>
            </a:extLst>
          </p:cNvPr>
          <p:cNvGraphicFramePr/>
          <p:nvPr userDrawn="1"/>
        </p:nvGraphicFramePr>
        <p:xfrm>
          <a:off x="5686153" y="1127089"/>
          <a:ext cx="5587215" cy="4609079"/>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82276302-7488-0DB5-379C-44EE02B46F28}"/>
              </a:ext>
            </a:extLst>
          </p:cNvPr>
          <p:cNvSpPr txBox="1"/>
          <p:nvPr userDrawn="1"/>
        </p:nvSpPr>
        <p:spPr>
          <a:xfrm>
            <a:off x="12837459" y="-779"/>
            <a:ext cx="2510117" cy="1077603"/>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Charts and graphs are built into</a:t>
            </a: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the presentation via Excel. </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To do so, enter the master page and use CTRL + left click on the chart to load data from your Excel sheet.</a:t>
            </a:r>
          </a:p>
        </p:txBody>
      </p:sp>
      <p:grpSp>
        <p:nvGrpSpPr>
          <p:cNvPr id="5" name="Group 4">
            <a:extLst>
              <a:ext uri="{FF2B5EF4-FFF2-40B4-BE49-F238E27FC236}">
                <a16:creationId xmlns:a16="http://schemas.microsoft.com/office/drawing/2014/main" id="{27D4B04B-8413-6BE9-BE8B-EE695AFA5F7C}"/>
              </a:ext>
            </a:extLst>
          </p:cNvPr>
          <p:cNvGrpSpPr/>
          <p:nvPr userDrawn="1"/>
        </p:nvGrpSpPr>
        <p:grpSpPr>
          <a:xfrm>
            <a:off x="10609008" y="6203793"/>
            <a:ext cx="1111864" cy="408104"/>
            <a:chOff x="397414" y="755885"/>
            <a:chExt cx="2901256" cy="1064892"/>
          </a:xfrm>
        </p:grpSpPr>
        <p:grpSp>
          <p:nvGrpSpPr>
            <p:cNvPr id="8" name="Graphic 4">
              <a:extLst>
                <a:ext uri="{FF2B5EF4-FFF2-40B4-BE49-F238E27FC236}">
                  <a16:creationId xmlns:a16="http://schemas.microsoft.com/office/drawing/2014/main" id="{9AB8E415-8060-E109-CFC8-EC024CF31233}"/>
                </a:ext>
              </a:extLst>
            </p:cNvPr>
            <p:cNvGrpSpPr/>
            <p:nvPr/>
          </p:nvGrpSpPr>
          <p:grpSpPr>
            <a:xfrm>
              <a:off x="397414" y="755885"/>
              <a:ext cx="1031033" cy="1064892"/>
              <a:chOff x="397414" y="755885"/>
              <a:chExt cx="1031033" cy="1064892"/>
            </a:xfrm>
          </p:grpSpPr>
          <p:sp>
            <p:nvSpPr>
              <p:cNvPr id="34" name="Freeform 33">
                <a:extLst>
                  <a:ext uri="{FF2B5EF4-FFF2-40B4-BE49-F238E27FC236}">
                    <a16:creationId xmlns:a16="http://schemas.microsoft.com/office/drawing/2014/main" id="{44830D72-F320-962E-1863-968077C43CF9}"/>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AA5EDA3C-FDCB-EAA4-8491-45D9225B59B1}"/>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E453B341-93F7-C39C-7CC6-2C0755FC4768}"/>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10" name="Graphic 4">
              <a:extLst>
                <a:ext uri="{FF2B5EF4-FFF2-40B4-BE49-F238E27FC236}">
                  <a16:creationId xmlns:a16="http://schemas.microsoft.com/office/drawing/2014/main" id="{34BF4543-BA96-FA3B-A715-B9E206F97AD5}"/>
                </a:ext>
              </a:extLst>
            </p:cNvPr>
            <p:cNvGrpSpPr/>
            <p:nvPr/>
          </p:nvGrpSpPr>
          <p:grpSpPr>
            <a:xfrm>
              <a:off x="1208140" y="933050"/>
              <a:ext cx="2090530" cy="573060"/>
              <a:chOff x="1208140" y="933050"/>
              <a:chExt cx="2090530" cy="573060"/>
            </a:xfrm>
            <a:solidFill>
              <a:srgbClr val="333333"/>
            </a:solidFill>
          </p:grpSpPr>
          <p:sp>
            <p:nvSpPr>
              <p:cNvPr id="11" name="Freeform 10">
                <a:extLst>
                  <a:ext uri="{FF2B5EF4-FFF2-40B4-BE49-F238E27FC236}">
                    <a16:creationId xmlns:a16="http://schemas.microsoft.com/office/drawing/2014/main" id="{C8249187-7280-7FC0-BA22-D65D54D0F021}"/>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2" name="Freeform 11">
                <a:extLst>
                  <a:ext uri="{FF2B5EF4-FFF2-40B4-BE49-F238E27FC236}">
                    <a16:creationId xmlns:a16="http://schemas.microsoft.com/office/drawing/2014/main" id="{6E6D30C1-534B-87F3-F9B5-EF9A49C4164F}"/>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FC236D73-B2E4-2C63-FD4B-EA1FD9B6A66F}"/>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6" name="Freeform 15">
                <a:extLst>
                  <a:ext uri="{FF2B5EF4-FFF2-40B4-BE49-F238E27FC236}">
                    <a16:creationId xmlns:a16="http://schemas.microsoft.com/office/drawing/2014/main" id="{2DF00C8C-98D8-9908-CE17-9849DC765188}"/>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C414DBC2-5B10-7025-7B8A-13DF4042D26A}"/>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6774CE70-86DC-CE20-F4F2-F1A8C9A5237C}"/>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483D7858-2A23-30CE-3EB8-1B0202D4E52E}"/>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4DC00E2D-1C2E-4943-CEB3-7664D7C0A725}"/>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B9A8D884-8B51-BA46-DF8B-B19A70357F7E}"/>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FDABF3E1-2C42-8579-0BCD-BA64F48BF27A}"/>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8C5C83A4-F53A-C441-6178-A70A8EDBFE51}"/>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46259709-BED5-57E2-6FC5-601D9A7F2E39}"/>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33273E3B-DC6D-5061-3928-CBFC20889A4D}"/>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E2E09445-AF97-C708-926F-9DFAED1F3419}"/>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40A9DBAF-755C-51D0-68DD-4B90302C8DC3}"/>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65E0656B-5DC1-97A9-BE7F-59368EEEE3F6}"/>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E9A6F94F-C0DE-A865-9366-E99890FBE161}"/>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869B2789-E6E2-357B-3D3F-D424E1F3B4C7}"/>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50" name="Text Placeholder 18">
            <a:extLst>
              <a:ext uri="{FF2B5EF4-FFF2-40B4-BE49-F238E27FC236}">
                <a16:creationId xmlns:a16="http://schemas.microsoft.com/office/drawing/2014/main" id="{960D71F0-1ECD-06D7-D5E5-25118A377F41}"/>
              </a:ext>
            </a:extLst>
          </p:cNvPr>
          <p:cNvSpPr>
            <a:spLocks noGrp="1"/>
          </p:cNvSpPr>
          <p:nvPr>
            <p:ph type="body" sz="quarter" idx="13" hasCustomPrompt="1"/>
          </p:nvPr>
        </p:nvSpPr>
        <p:spPr>
          <a:xfrm>
            <a:off x="408000" y="936001"/>
            <a:ext cx="4542256" cy="962247"/>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a:t>
            </a:r>
          </a:p>
        </p:txBody>
      </p:sp>
      <p:sp>
        <p:nvSpPr>
          <p:cNvPr id="51" name="Text Placeholder 24">
            <a:extLst>
              <a:ext uri="{FF2B5EF4-FFF2-40B4-BE49-F238E27FC236}">
                <a16:creationId xmlns:a16="http://schemas.microsoft.com/office/drawing/2014/main" id="{45C05456-0B34-9309-A2E0-194D014EF734}"/>
              </a:ext>
            </a:extLst>
          </p:cNvPr>
          <p:cNvSpPr>
            <a:spLocks noGrp="1"/>
          </p:cNvSpPr>
          <p:nvPr>
            <p:ph type="body" sz="quarter" idx="26" hasCustomPrompt="1"/>
          </p:nvPr>
        </p:nvSpPr>
        <p:spPr>
          <a:xfrm>
            <a:off x="408000" y="1892829"/>
            <a:ext cx="4542256"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57" name="Text Placeholder 24">
            <a:extLst>
              <a:ext uri="{FF2B5EF4-FFF2-40B4-BE49-F238E27FC236}">
                <a16:creationId xmlns:a16="http://schemas.microsoft.com/office/drawing/2014/main" id="{844AE8D8-7C0C-F238-1A08-560F41EB3714}"/>
              </a:ext>
            </a:extLst>
          </p:cNvPr>
          <p:cNvSpPr>
            <a:spLocks noGrp="1"/>
          </p:cNvSpPr>
          <p:nvPr>
            <p:ph type="body" sz="quarter" idx="14"/>
          </p:nvPr>
        </p:nvSpPr>
        <p:spPr>
          <a:xfrm>
            <a:off x="401616" y="2372829"/>
            <a:ext cx="4542256" cy="3528437"/>
          </a:xfrm>
        </p:spPr>
        <p:txBody>
          <a:bodyPr lIns="0" tIns="0" rIns="0" bIns="0">
            <a:noAutofit/>
          </a:bodyPr>
          <a:lstStyle>
            <a:lvl1pPr marL="0" indent="0">
              <a:lnSpc>
                <a:spcPts val="1867"/>
              </a:lnSpc>
              <a:buFontTx/>
              <a:buNone/>
              <a:defRPr sz="12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Tree>
    <p:extLst>
      <p:ext uri="{BB962C8B-B14F-4D97-AF65-F5344CB8AC3E}">
        <p14:creationId xmlns:p14="http://schemas.microsoft.com/office/powerpoint/2010/main" val="29070722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Infographics C">
    <p:spTree>
      <p:nvGrpSpPr>
        <p:cNvPr id="1" name=""/>
        <p:cNvGrpSpPr/>
        <p:nvPr/>
      </p:nvGrpSpPr>
      <p:grpSpPr>
        <a:xfrm>
          <a:off x="0" y="0"/>
          <a:ext cx="0" cy="0"/>
          <a:chOff x="0" y="0"/>
          <a:chExt cx="0" cy="0"/>
        </a:xfrm>
      </p:grpSpPr>
      <p:sp>
        <p:nvSpPr>
          <p:cNvPr id="13" name="Rounded Rectangle 12">
            <a:extLst>
              <a:ext uri="{FF2B5EF4-FFF2-40B4-BE49-F238E27FC236}">
                <a16:creationId xmlns:a16="http://schemas.microsoft.com/office/drawing/2014/main" id="{C6705FCC-2E38-4007-4E4B-D04225A4C5D6}"/>
              </a:ext>
            </a:extLst>
          </p:cNvPr>
          <p:cNvSpPr/>
          <p:nvPr userDrawn="1"/>
        </p:nvSpPr>
        <p:spPr>
          <a:xfrm>
            <a:off x="383117" y="1121834"/>
            <a:ext cx="11400883" cy="4779433"/>
          </a:xfrm>
          <a:prstGeom prst="roundRect">
            <a:avLst>
              <a:gd name="adj" fmla="val 2588"/>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graphicFrame>
        <p:nvGraphicFramePr>
          <p:cNvPr id="4" name="Chart 3">
            <a:extLst>
              <a:ext uri="{FF2B5EF4-FFF2-40B4-BE49-F238E27FC236}">
                <a16:creationId xmlns:a16="http://schemas.microsoft.com/office/drawing/2014/main" id="{4CF116FD-728E-0AF4-AA53-900CFE819F7B}"/>
              </a:ext>
            </a:extLst>
          </p:cNvPr>
          <p:cNvGraphicFramePr/>
          <p:nvPr userDrawn="1"/>
        </p:nvGraphicFramePr>
        <p:xfrm>
          <a:off x="5686153" y="1127089"/>
          <a:ext cx="5587215" cy="470901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790F7AD8-4219-7F7E-66F2-41FD2DDF38B3}"/>
              </a:ext>
            </a:extLst>
          </p:cNvPr>
          <p:cNvGraphicFramePr/>
          <p:nvPr userDrawn="1"/>
        </p:nvGraphicFramePr>
        <p:xfrm>
          <a:off x="632751" y="1731894"/>
          <a:ext cx="5262621" cy="3499403"/>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69972738-AA64-9FA0-9503-CCA9A3AAFA71}"/>
              </a:ext>
            </a:extLst>
          </p:cNvPr>
          <p:cNvSpPr txBox="1"/>
          <p:nvPr userDrawn="1"/>
        </p:nvSpPr>
        <p:spPr>
          <a:xfrm>
            <a:off x="12837459" y="-779"/>
            <a:ext cx="2510117" cy="1077603"/>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Charts and graphs are built into</a:t>
            </a: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the presentation via Excel. </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To do so, enter the master page and use CTRL + left click on the chart to load data from your Excel sheet.</a:t>
            </a:r>
          </a:p>
        </p:txBody>
      </p:sp>
      <p:grpSp>
        <p:nvGrpSpPr>
          <p:cNvPr id="8" name="Group 7">
            <a:extLst>
              <a:ext uri="{FF2B5EF4-FFF2-40B4-BE49-F238E27FC236}">
                <a16:creationId xmlns:a16="http://schemas.microsoft.com/office/drawing/2014/main" id="{E42AB860-338D-C9C6-DAE3-AD25FD7AD6B5}"/>
              </a:ext>
            </a:extLst>
          </p:cNvPr>
          <p:cNvGrpSpPr/>
          <p:nvPr userDrawn="1"/>
        </p:nvGrpSpPr>
        <p:grpSpPr>
          <a:xfrm>
            <a:off x="10609008" y="6203793"/>
            <a:ext cx="1111864" cy="408104"/>
            <a:chOff x="397414" y="755885"/>
            <a:chExt cx="2901256" cy="1064892"/>
          </a:xfrm>
        </p:grpSpPr>
        <p:grpSp>
          <p:nvGrpSpPr>
            <p:cNvPr id="10" name="Graphic 4">
              <a:extLst>
                <a:ext uri="{FF2B5EF4-FFF2-40B4-BE49-F238E27FC236}">
                  <a16:creationId xmlns:a16="http://schemas.microsoft.com/office/drawing/2014/main" id="{7505E951-8480-545C-0477-E4ABAD3CC6C7}"/>
                </a:ext>
              </a:extLst>
            </p:cNvPr>
            <p:cNvGrpSpPr/>
            <p:nvPr/>
          </p:nvGrpSpPr>
          <p:grpSpPr>
            <a:xfrm>
              <a:off x="397414" y="755885"/>
              <a:ext cx="1031033" cy="1064892"/>
              <a:chOff x="397414" y="755885"/>
              <a:chExt cx="1031033" cy="1064892"/>
            </a:xfrm>
          </p:grpSpPr>
          <p:sp>
            <p:nvSpPr>
              <p:cNvPr id="33" name="Freeform 32">
                <a:extLst>
                  <a:ext uri="{FF2B5EF4-FFF2-40B4-BE49-F238E27FC236}">
                    <a16:creationId xmlns:a16="http://schemas.microsoft.com/office/drawing/2014/main" id="{70B8E504-3553-35E4-17F7-8646A3CCFBEA}"/>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4" name="Freeform 33">
                <a:extLst>
                  <a:ext uri="{FF2B5EF4-FFF2-40B4-BE49-F238E27FC236}">
                    <a16:creationId xmlns:a16="http://schemas.microsoft.com/office/drawing/2014/main" id="{EA0053BC-0816-8564-D024-2E7540ABB376}"/>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9B8D3EA7-0F4C-D35E-A458-287ED0E3F962}"/>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11" name="Graphic 4">
              <a:extLst>
                <a:ext uri="{FF2B5EF4-FFF2-40B4-BE49-F238E27FC236}">
                  <a16:creationId xmlns:a16="http://schemas.microsoft.com/office/drawing/2014/main" id="{FDB89914-7E76-FBB1-4695-CA78C4ECDDB5}"/>
                </a:ext>
              </a:extLst>
            </p:cNvPr>
            <p:cNvGrpSpPr/>
            <p:nvPr/>
          </p:nvGrpSpPr>
          <p:grpSpPr>
            <a:xfrm>
              <a:off x="1208140" y="933050"/>
              <a:ext cx="2090530" cy="573060"/>
              <a:chOff x="1208140" y="933050"/>
              <a:chExt cx="2090530" cy="573060"/>
            </a:xfrm>
            <a:solidFill>
              <a:srgbClr val="333333"/>
            </a:solidFill>
          </p:grpSpPr>
          <p:sp>
            <p:nvSpPr>
              <p:cNvPr id="12" name="Freeform 11">
                <a:extLst>
                  <a:ext uri="{FF2B5EF4-FFF2-40B4-BE49-F238E27FC236}">
                    <a16:creationId xmlns:a16="http://schemas.microsoft.com/office/drawing/2014/main" id="{DF9C8A7A-B75C-7C50-325E-E08A236CC8D7}"/>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5CCD3B64-F9B5-FB9D-B759-FFEB49A93961}"/>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6" name="Freeform 15">
                <a:extLst>
                  <a:ext uri="{FF2B5EF4-FFF2-40B4-BE49-F238E27FC236}">
                    <a16:creationId xmlns:a16="http://schemas.microsoft.com/office/drawing/2014/main" id="{6AD671E9-B274-5E3B-AFDB-8C328ED45B7F}"/>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8D94DC20-F049-C9C1-44C7-48B3CF0BE6B5}"/>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6F7E70DF-F66A-D16A-C48A-242B3116D1EC}"/>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4C01936D-F045-B9B3-288A-7EC39B8CE50C}"/>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87AC12CB-396A-667B-5CC0-E04E307CE0A3}"/>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82B5548C-B69D-ED09-4599-0C1473BD479F}"/>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FF93B351-DC16-F8F6-DAA3-7D7686C46B7A}"/>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59013E23-6739-99C7-9DF8-10441BC59744}"/>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A7590516-2DE8-C4CF-97EE-60374517C72F}"/>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5" name="Freeform 24">
                <a:extLst>
                  <a:ext uri="{FF2B5EF4-FFF2-40B4-BE49-F238E27FC236}">
                    <a16:creationId xmlns:a16="http://schemas.microsoft.com/office/drawing/2014/main" id="{B97C36B8-35F9-4E3B-2593-110487173B85}"/>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E9EA39B4-1A60-ECCB-B466-B8334BBB6956}"/>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4E1ED7C5-3E05-8C16-A049-4993ECA95DF6}"/>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6BDDC249-8003-D792-6F02-FA477581DBF1}"/>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FC261E02-B66F-4160-4F7D-4B8A3DEB249D}"/>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D9E41B9D-6F06-E77D-ECBB-5AED0C5F365A}"/>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1BEB52F3-BC3C-3DA0-DC7D-A602873B92F9}"/>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Tree>
    <p:extLst>
      <p:ext uri="{BB962C8B-B14F-4D97-AF65-F5344CB8AC3E}">
        <p14:creationId xmlns:p14="http://schemas.microsoft.com/office/powerpoint/2010/main" val="42230563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nfographics A">
    <p:spTree>
      <p:nvGrpSpPr>
        <p:cNvPr id="1" name=""/>
        <p:cNvGrpSpPr/>
        <p:nvPr/>
      </p:nvGrpSpPr>
      <p:grpSpPr>
        <a:xfrm>
          <a:off x="0" y="0"/>
          <a:ext cx="0" cy="0"/>
          <a:chOff x="0" y="0"/>
          <a:chExt cx="0" cy="0"/>
        </a:xfrm>
      </p:grpSpPr>
      <p:sp>
        <p:nvSpPr>
          <p:cNvPr id="13" name="Rounded Rectangle 12">
            <a:extLst>
              <a:ext uri="{FF2B5EF4-FFF2-40B4-BE49-F238E27FC236}">
                <a16:creationId xmlns:a16="http://schemas.microsoft.com/office/drawing/2014/main" id="{C6705FCC-2E38-4007-4E4B-D04225A4C5D6}"/>
              </a:ext>
            </a:extLst>
          </p:cNvPr>
          <p:cNvSpPr/>
          <p:nvPr userDrawn="1"/>
        </p:nvSpPr>
        <p:spPr>
          <a:xfrm>
            <a:off x="408000" y="2372828"/>
            <a:ext cx="6567835" cy="3528439"/>
          </a:xfrm>
          <a:prstGeom prst="roundRect">
            <a:avLst>
              <a:gd name="adj" fmla="val 2588"/>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sp>
        <p:nvSpPr>
          <p:cNvPr id="16" name="Rounded Rectangle 15">
            <a:extLst>
              <a:ext uri="{FF2B5EF4-FFF2-40B4-BE49-F238E27FC236}">
                <a16:creationId xmlns:a16="http://schemas.microsoft.com/office/drawing/2014/main" id="{5CA3E3D2-4B82-44F4-B768-79FE645FA0F0}"/>
              </a:ext>
            </a:extLst>
          </p:cNvPr>
          <p:cNvSpPr/>
          <p:nvPr userDrawn="1"/>
        </p:nvSpPr>
        <p:spPr>
          <a:xfrm>
            <a:off x="7180997" y="4868079"/>
            <a:ext cx="4603004" cy="1040309"/>
          </a:xfrm>
          <a:prstGeom prst="roundRect">
            <a:avLst>
              <a:gd name="adj" fmla="val 8991"/>
            </a:avLst>
          </a:prstGeom>
          <a:solidFill>
            <a:srgbClr val="FF5A1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sp>
        <p:nvSpPr>
          <p:cNvPr id="21" name="Rounded Rectangle 20">
            <a:extLst>
              <a:ext uri="{FF2B5EF4-FFF2-40B4-BE49-F238E27FC236}">
                <a16:creationId xmlns:a16="http://schemas.microsoft.com/office/drawing/2014/main" id="{665D3B8E-B562-2841-7524-550234E842DE}"/>
              </a:ext>
            </a:extLst>
          </p:cNvPr>
          <p:cNvSpPr/>
          <p:nvPr userDrawn="1"/>
        </p:nvSpPr>
        <p:spPr>
          <a:xfrm>
            <a:off x="7180997" y="3618691"/>
            <a:ext cx="4603004" cy="1040309"/>
          </a:xfrm>
          <a:prstGeom prst="roundRect">
            <a:avLst>
              <a:gd name="adj" fmla="val 8991"/>
            </a:avLst>
          </a:prstGeom>
          <a:solidFill>
            <a:srgbClr val="FF5A1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sp>
        <p:nvSpPr>
          <p:cNvPr id="22" name="Rounded Rectangle 21">
            <a:extLst>
              <a:ext uri="{FF2B5EF4-FFF2-40B4-BE49-F238E27FC236}">
                <a16:creationId xmlns:a16="http://schemas.microsoft.com/office/drawing/2014/main" id="{71660D8F-6070-7AAB-4859-68383202FB25}"/>
              </a:ext>
            </a:extLst>
          </p:cNvPr>
          <p:cNvSpPr/>
          <p:nvPr userDrawn="1"/>
        </p:nvSpPr>
        <p:spPr>
          <a:xfrm>
            <a:off x="7180997" y="2369304"/>
            <a:ext cx="4603004" cy="1040309"/>
          </a:xfrm>
          <a:prstGeom prst="roundRect">
            <a:avLst>
              <a:gd name="adj" fmla="val 8991"/>
            </a:avLst>
          </a:prstGeom>
          <a:solidFill>
            <a:srgbClr val="FF5A1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sp>
        <p:nvSpPr>
          <p:cNvPr id="27" name="Text Placeholder 18">
            <a:extLst>
              <a:ext uri="{FF2B5EF4-FFF2-40B4-BE49-F238E27FC236}">
                <a16:creationId xmlns:a16="http://schemas.microsoft.com/office/drawing/2014/main" id="{5E2A8AAD-BED1-3659-0FCE-FFC80454E2A9}"/>
              </a:ext>
            </a:extLst>
          </p:cNvPr>
          <p:cNvSpPr>
            <a:spLocks noGrp="1"/>
          </p:cNvSpPr>
          <p:nvPr>
            <p:ph type="body" sz="quarter" idx="15"/>
          </p:nvPr>
        </p:nvSpPr>
        <p:spPr>
          <a:xfrm>
            <a:off x="7334077" y="2416021"/>
            <a:ext cx="3939324" cy="581780"/>
          </a:xfrm>
        </p:spPr>
        <p:txBody>
          <a:bodyPr lIns="0" tIns="0" rIns="0" bIns="0" anchor="t" anchorCtr="0">
            <a:noAutofit/>
          </a:bodyPr>
          <a:lstStyle>
            <a:lvl1pPr marL="0" indent="0">
              <a:lnSpc>
                <a:spcPct val="100000"/>
              </a:lnSpc>
              <a:buFontTx/>
              <a:buNone/>
              <a:defRPr sz="3200"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p>
        </p:txBody>
      </p:sp>
      <p:sp>
        <p:nvSpPr>
          <p:cNvPr id="28" name="Text Placeholder 18">
            <a:extLst>
              <a:ext uri="{FF2B5EF4-FFF2-40B4-BE49-F238E27FC236}">
                <a16:creationId xmlns:a16="http://schemas.microsoft.com/office/drawing/2014/main" id="{0BEB8797-41B8-58B8-65DB-9A30DD85D634}"/>
              </a:ext>
            </a:extLst>
          </p:cNvPr>
          <p:cNvSpPr>
            <a:spLocks noGrp="1"/>
          </p:cNvSpPr>
          <p:nvPr>
            <p:ph type="body" sz="quarter" idx="16"/>
          </p:nvPr>
        </p:nvSpPr>
        <p:spPr>
          <a:xfrm>
            <a:off x="7334077" y="3021367"/>
            <a:ext cx="3939324" cy="388247"/>
          </a:xfrm>
        </p:spPr>
        <p:txBody>
          <a:bodyPr lIns="0" tIns="0" rIns="0" bIns="0" anchor="t" anchorCtr="0">
            <a:noAutofit/>
          </a:bodyPr>
          <a:lstStyle>
            <a:lvl1pPr marL="0" indent="0">
              <a:lnSpc>
                <a:spcPct val="100000"/>
              </a:lnSpc>
              <a:buFontTx/>
              <a:buNone/>
              <a:defRPr sz="1200" b="0" i="0">
                <a:solidFill>
                  <a:srgbClr val="EEEEEE"/>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 Master text styles</a:t>
            </a:r>
          </a:p>
        </p:txBody>
      </p:sp>
      <p:sp>
        <p:nvSpPr>
          <p:cNvPr id="30" name="Text Placeholder 18">
            <a:extLst>
              <a:ext uri="{FF2B5EF4-FFF2-40B4-BE49-F238E27FC236}">
                <a16:creationId xmlns:a16="http://schemas.microsoft.com/office/drawing/2014/main" id="{C08CE7F7-77F0-C133-A0FC-B27FA04F2426}"/>
              </a:ext>
            </a:extLst>
          </p:cNvPr>
          <p:cNvSpPr>
            <a:spLocks noGrp="1"/>
          </p:cNvSpPr>
          <p:nvPr>
            <p:ph type="body" sz="quarter" idx="17"/>
          </p:nvPr>
        </p:nvSpPr>
        <p:spPr>
          <a:xfrm>
            <a:off x="7334077" y="3662095"/>
            <a:ext cx="3939324" cy="581780"/>
          </a:xfrm>
        </p:spPr>
        <p:txBody>
          <a:bodyPr lIns="0" tIns="0" rIns="0" bIns="0" anchor="t" anchorCtr="0">
            <a:noAutofit/>
          </a:bodyPr>
          <a:lstStyle>
            <a:lvl1pPr marL="0" indent="0">
              <a:lnSpc>
                <a:spcPct val="100000"/>
              </a:lnSpc>
              <a:buFontTx/>
              <a:buNone/>
              <a:defRPr sz="3200"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p>
        </p:txBody>
      </p:sp>
      <p:sp>
        <p:nvSpPr>
          <p:cNvPr id="31" name="Text Placeholder 18">
            <a:extLst>
              <a:ext uri="{FF2B5EF4-FFF2-40B4-BE49-F238E27FC236}">
                <a16:creationId xmlns:a16="http://schemas.microsoft.com/office/drawing/2014/main" id="{989A1656-735E-3206-8269-88E05E703AE8}"/>
              </a:ext>
            </a:extLst>
          </p:cNvPr>
          <p:cNvSpPr>
            <a:spLocks noGrp="1"/>
          </p:cNvSpPr>
          <p:nvPr>
            <p:ph type="body" sz="quarter" idx="18"/>
          </p:nvPr>
        </p:nvSpPr>
        <p:spPr>
          <a:xfrm>
            <a:off x="7334077" y="4267442"/>
            <a:ext cx="3939324" cy="388247"/>
          </a:xfrm>
        </p:spPr>
        <p:txBody>
          <a:bodyPr lIns="0" tIns="0" rIns="0" bIns="0" anchor="t" anchorCtr="0">
            <a:noAutofit/>
          </a:bodyPr>
          <a:lstStyle>
            <a:lvl1pPr marL="0" indent="0">
              <a:lnSpc>
                <a:spcPct val="100000"/>
              </a:lnSpc>
              <a:buFontTx/>
              <a:buNone/>
              <a:defRPr sz="1200" b="0" i="0">
                <a:solidFill>
                  <a:srgbClr val="EEEEEE"/>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 Master text styles</a:t>
            </a:r>
          </a:p>
        </p:txBody>
      </p:sp>
      <p:sp>
        <p:nvSpPr>
          <p:cNvPr id="32" name="Text Placeholder 18">
            <a:extLst>
              <a:ext uri="{FF2B5EF4-FFF2-40B4-BE49-F238E27FC236}">
                <a16:creationId xmlns:a16="http://schemas.microsoft.com/office/drawing/2014/main" id="{DB11151A-4C76-541B-BB30-7916D79A2CD9}"/>
              </a:ext>
            </a:extLst>
          </p:cNvPr>
          <p:cNvSpPr>
            <a:spLocks noGrp="1"/>
          </p:cNvSpPr>
          <p:nvPr>
            <p:ph type="body" sz="quarter" idx="19"/>
          </p:nvPr>
        </p:nvSpPr>
        <p:spPr>
          <a:xfrm>
            <a:off x="7334077" y="4921186"/>
            <a:ext cx="3939324" cy="581780"/>
          </a:xfrm>
        </p:spPr>
        <p:txBody>
          <a:bodyPr lIns="0" tIns="0" rIns="0" bIns="0" anchor="t" anchorCtr="0">
            <a:noAutofit/>
          </a:bodyPr>
          <a:lstStyle>
            <a:lvl1pPr marL="0" indent="0">
              <a:lnSpc>
                <a:spcPct val="100000"/>
              </a:lnSpc>
              <a:buFontTx/>
              <a:buNone/>
              <a:defRPr sz="3200"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p>
        </p:txBody>
      </p:sp>
      <p:sp>
        <p:nvSpPr>
          <p:cNvPr id="33" name="Text Placeholder 18">
            <a:extLst>
              <a:ext uri="{FF2B5EF4-FFF2-40B4-BE49-F238E27FC236}">
                <a16:creationId xmlns:a16="http://schemas.microsoft.com/office/drawing/2014/main" id="{369A7A89-A779-7ED2-8D4B-DCF8250D4B45}"/>
              </a:ext>
            </a:extLst>
          </p:cNvPr>
          <p:cNvSpPr>
            <a:spLocks noGrp="1"/>
          </p:cNvSpPr>
          <p:nvPr>
            <p:ph type="body" sz="quarter" idx="20"/>
          </p:nvPr>
        </p:nvSpPr>
        <p:spPr>
          <a:xfrm>
            <a:off x="7334077" y="5526533"/>
            <a:ext cx="3939324" cy="388247"/>
          </a:xfrm>
        </p:spPr>
        <p:txBody>
          <a:bodyPr lIns="0" tIns="0" rIns="0" bIns="0" anchor="t" anchorCtr="0">
            <a:noAutofit/>
          </a:bodyPr>
          <a:lstStyle>
            <a:lvl1pPr marL="0" indent="0">
              <a:lnSpc>
                <a:spcPct val="100000"/>
              </a:lnSpc>
              <a:buFontTx/>
              <a:buNone/>
              <a:defRPr sz="1200" b="0" i="0">
                <a:solidFill>
                  <a:srgbClr val="EEEEEE"/>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 Master text styles</a:t>
            </a:r>
          </a:p>
        </p:txBody>
      </p:sp>
      <p:graphicFrame>
        <p:nvGraphicFramePr>
          <p:cNvPr id="4" name="Chart 3">
            <a:extLst>
              <a:ext uri="{FF2B5EF4-FFF2-40B4-BE49-F238E27FC236}">
                <a16:creationId xmlns:a16="http://schemas.microsoft.com/office/drawing/2014/main" id="{A488D791-6A75-A93A-9522-D627B7E13E2A}"/>
              </a:ext>
            </a:extLst>
          </p:cNvPr>
          <p:cNvGraphicFramePr/>
          <p:nvPr userDrawn="1">
            <p:extLst>
              <p:ext uri="{D42A27DB-BD31-4B8C-83A1-F6EECF244321}">
                <p14:modId xmlns:p14="http://schemas.microsoft.com/office/powerpoint/2010/main" val="2766075105"/>
              </p:ext>
            </p:extLst>
          </p:nvPr>
        </p:nvGraphicFramePr>
        <p:xfrm>
          <a:off x="632751" y="2416020"/>
          <a:ext cx="6096000" cy="3499403"/>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FEA63D65-CA0D-20DA-603D-7ED86E41E7C7}"/>
              </a:ext>
            </a:extLst>
          </p:cNvPr>
          <p:cNvSpPr txBox="1"/>
          <p:nvPr userDrawn="1"/>
        </p:nvSpPr>
        <p:spPr>
          <a:xfrm>
            <a:off x="12837459" y="-779"/>
            <a:ext cx="2510117" cy="1077603"/>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Charts and graphs are built into</a:t>
            </a: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the presentation via Excel. </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To do so, enter the master page and use CTRL + left click on the chart to load data from your Excel sheet.</a:t>
            </a:r>
          </a:p>
        </p:txBody>
      </p:sp>
      <p:grpSp>
        <p:nvGrpSpPr>
          <p:cNvPr id="5" name="Group 4">
            <a:extLst>
              <a:ext uri="{FF2B5EF4-FFF2-40B4-BE49-F238E27FC236}">
                <a16:creationId xmlns:a16="http://schemas.microsoft.com/office/drawing/2014/main" id="{E6F058A2-E510-D764-7ACC-BAAA7F44E733}"/>
              </a:ext>
            </a:extLst>
          </p:cNvPr>
          <p:cNvGrpSpPr/>
          <p:nvPr userDrawn="1"/>
        </p:nvGrpSpPr>
        <p:grpSpPr>
          <a:xfrm>
            <a:off x="10609008" y="6203793"/>
            <a:ext cx="1111864" cy="408104"/>
            <a:chOff x="397414" y="755885"/>
            <a:chExt cx="2901256" cy="1064892"/>
          </a:xfrm>
        </p:grpSpPr>
        <p:grpSp>
          <p:nvGrpSpPr>
            <p:cNvPr id="8" name="Graphic 4">
              <a:extLst>
                <a:ext uri="{FF2B5EF4-FFF2-40B4-BE49-F238E27FC236}">
                  <a16:creationId xmlns:a16="http://schemas.microsoft.com/office/drawing/2014/main" id="{836EEAA3-CF22-CF75-E68B-2923012B1316}"/>
                </a:ext>
              </a:extLst>
            </p:cNvPr>
            <p:cNvGrpSpPr/>
            <p:nvPr/>
          </p:nvGrpSpPr>
          <p:grpSpPr>
            <a:xfrm>
              <a:off x="397414" y="755885"/>
              <a:ext cx="1031033" cy="1064892"/>
              <a:chOff x="397414" y="755885"/>
              <a:chExt cx="1031033" cy="1064892"/>
            </a:xfrm>
          </p:grpSpPr>
          <p:sp>
            <p:nvSpPr>
              <p:cNvPr id="43" name="Freeform 42">
                <a:extLst>
                  <a:ext uri="{FF2B5EF4-FFF2-40B4-BE49-F238E27FC236}">
                    <a16:creationId xmlns:a16="http://schemas.microsoft.com/office/drawing/2014/main" id="{03D0D102-4185-05FB-85FB-27FEBCF79806}"/>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44" name="Freeform 43">
                <a:extLst>
                  <a:ext uri="{FF2B5EF4-FFF2-40B4-BE49-F238E27FC236}">
                    <a16:creationId xmlns:a16="http://schemas.microsoft.com/office/drawing/2014/main" id="{302FCEA3-8C2B-4CDB-177E-BC14CB904372}"/>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45" name="Freeform 44">
                <a:extLst>
                  <a:ext uri="{FF2B5EF4-FFF2-40B4-BE49-F238E27FC236}">
                    <a16:creationId xmlns:a16="http://schemas.microsoft.com/office/drawing/2014/main" id="{4A0179D1-48F2-9C6D-D016-FB4EAE2824D4}"/>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10" name="Graphic 4">
              <a:extLst>
                <a:ext uri="{FF2B5EF4-FFF2-40B4-BE49-F238E27FC236}">
                  <a16:creationId xmlns:a16="http://schemas.microsoft.com/office/drawing/2014/main" id="{9A1F86C3-4A7F-F777-32AB-CBAB7D489A98}"/>
                </a:ext>
              </a:extLst>
            </p:cNvPr>
            <p:cNvGrpSpPr/>
            <p:nvPr/>
          </p:nvGrpSpPr>
          <p:grpSpPr>
            <a:xfrm>
              <a:off x="1208140" y="933050"/>
              <a:ext cx="2090530" cy="573060"/>
              <a:chOff x="1208140" y="933050"/>
              <a:chExt cx="2090530" cy="573060"/>
            </a:xfrm>
            <a:solidFill>
              <a:srgbClr val="333333"/>
            </a:solidFill>
          </p:grpSpPr>
          <p:sp>
            <p:nvSpPr>
              <p:cNvPr id="11" name="Freeform 10">
                <a:extLst>
                  <a:ext uri="{FF2B5EF4-FFF2-40B4-BE49-F238E27FC236}">
                    <a16:creationId xmlns:a16="http://schemas.microsoft.com/office/drawing/2014/main" id="{AC07F5A3-57FF-477F-D456-63733825BD85}"/>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2" name="Freeform 11">
                <a:extLst>
                  <a:ext uri="{FF2B5EF4-FFF2-40B4-BE49-F238E27FC236}">
                    <a16:creationId xmlns:a16="http://schemas.microsoft.com/office/drawing/2014/main" id="{66046FC4-A3F1-C06A-D161-341D82864CB7}"/>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972ED514-CCBA-3C42-3DDB-E82BBD077A04}"/>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B59A4474-5E2E-9195-B29E-E159A5A5FA35}"/>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9222FE71-CD75-6D5B-0AA6-C30C360CD686}"/>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7D9FAF49-760B-366C-9A1E-250E15113A19}"/>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3780F016-6F13-6261-FCB3-3DCE3CED848D}"/>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67BA5B0E-731F-CA48-513F-71E04F2845B2}"/>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43B6DC34-1539-E662-D455-D5A5B23DF93B}"/>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4" name="Freeform 33">
                <a:extLst>
                  <a:ext uri="{FF2B5EF4-FFF2-40B4-BE49-F238E27FC236}">
                    <a16:creationId xmlns:a16="http://schemas.microsoft.com/office/drawing/2014/main" id="{E732665F-CAE2-3C22-E2E9-1442701639FB}"/>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7B7929EF-8C65-6629-FAA7-004658DCEDA4}"/>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318A3A52-D105-4E3A-9847-B9D9DA6EE2C8}"/>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7" name="Freeform 36">
                <a:extLst>
                  <a:ext uri="{FF2B5EF4-FFF2-40B4-BE49-F238E27FC236}">
                    <a16:creationId xmlns:a16="http://schemas.microsoft.com/office/drawing/2014/main" id="{229344F7-8B86-951B-F7CA-068299447F2E}"/>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8" name="Freeform 37">
                <a:extLst>
                  <a:ext uri="{FF2B5EF4-FFF2-40B4-BE49-F238E27FC236}">
                    <a16:creationId xmlns:a16="http://schemas.microsoft.com/office/drawing/2014/main" id="{8386B27F-3280-8733-FFEA-6B2BDAFC3701}"/>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9" name="Freeform 38">
                <a:extLst>
                  <a:ext uri="{FF2B5EF4-FFF2-40B4-BE49-F238E27FC236}">
                    <a16:creationId xmlns:a16="http://schemas.microsoft.com/office/drawing/2014/main" id="{AB1F15CE-B256-1B2A-BA9E-BA32DFF2EFA3}"/>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0" name="Freeform 39">
                <a:extLst>
                  <a:ext uri="{FF2B5EF4-FFF2-40B4-BE49-F238E27FC236}">
                    <a16:creationId xmlns:a16="http://schemas.microsoft.com/office/drawing/2014/main" id="{8D670558-C761-1595-4348-696C93872997}"/>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1" name="Freeform 40">
                <a:extLst>
                  <a:ext uri="{FF2B5EF4-FFF2-40B4-BE49-F238E27FC236}">
                    <a16:creationId xmlns:a16="http://schemas.microsoft.com/office/drawing/2014/main" id="{DBD0462C-88B7-45BB-BE09-9862C178C6A8}"/>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2" name="Freeform 41">
                <a:extLst>
                  <a:ext uri="{FF2B5EF4-FFF2-40B4-BE49-F238E27FC236}">
                    <a16:creationId xmlns:a16="http://schemas.microsoft.com/office/drawing/2014/main" id="{3F8DF6A7-E698-93D2-4D46-7925783C7472}"/>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14" name="Text Placeholder 24">
            <a:extLst>
              <a:ext uri="{FF2B5EF4-FFF2-40B4-BE49-F238E27FC236}">
                <a16:creationId xmlns:a16="http://schemas.microsoft.com/office/drawing/2014/main" id="{13DB21EF-C495-C219-F513-F1F7AB4F70AF}"/>
              </a:ext>
            </a:extLst>
          </p:cNvPr>
          <p:cNvSpPr>
            <a:spLocks noGrp="1"/>
          </p:cNvSpPr>
          <p:nvPr>
            <p:ph type="body" sz="quarter" idx="14"/>
          </p:nvPr>
        </p:nvSpPr>
        <p:spPr>
          <a:xfrm>
            <a:off x="7180997" y="966143"/>
            <a:ext cx="4579203" cy="1131759"/>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51" name="Text Placeholder 18">
            <a:extLst>
              <a:ext uri="{FF2B5EF4-FFF2-40B4-BE49-F238E27FC236}">
                <a16:creationId xmlns:a16="http://schemas.microsoft.com/office/drawing/2014/main" id="{B864DAB8-51EE-CB13-DFF3-C65DFA69821B}"/>
              </a:ext>
            </a:extLst>
          </p:cNvPr>
          <p:cNvSpPr>
            <a:spLocks noGrp="1"/>
          </p:cNvSpPr>
          <p:nvPr>
            <p:ph type="body" sz="quarter" idx="13" hasCustomPrompt="1"/>
          </p:nvPr>
        </p:nvSpPr>
        <p:spPr>
          <a:xfrm>
            <a:off x="408000" y="936001"/>
            <a:ext cx="5688000" cy="962247"/>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a:t>
            </a:r>
          </a:p>
        </p:txBody>
      </p:sp>
      <p:sp>
        <p:nvSpPr>
          <p:cNvPr id="52" name="Text Placeholder 24">
            <a:extLst>
              <a:ext uri="{FF2B5EF4-FFF2-40B4-BE49-F238E27FC236}">
                <a16:creationId xmlns:a16="http://schemas.microsoft.com/office/drawing/2014/main" id="{1F9B1DDA-AB2E-0358-9DAC-AACDE1CB0BED}"/>
              </a:ext>
            </a:extLst>
          </p:cNvPr>
          <p:cNvSpPr>
            <a:spLocks noGrp="1"/>
          </p:cNvSpPr>
          <p:nvPr>
            <p:ph type="body" sz="quarter" idx="26"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Tree>
    <p:extLst>
      <p:ext uri="{BB962C8B-B14F-4D97-AF65-F5344CB8AC3E}">
        <p14:creationId xmlns:p14="http://schemas.microsoft.com/office/powerpoint/2010/main" val="37886427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nfographics B">
    <p:spTree>
      <p:nvGrpSpPr>
        <p:cNvPr id="1" name=""/>
        <p:cNvGrpSpPr/>
        <p:nvPr/>
      </p:nvGrpSpPr>
      <p:grpSpPr>
        <a:xfrm>
          <a:off x="0" y="0"/>
          <a:ext cx="0" cy="0"/>
          <a:chOff x="0" y="0"/>
          <a:chExt cx="0" cy="0"/>
        </a:xfrm>
      </p:grpSpPr>
      <p:sp>
        <p:nvSpPr>
          <p:cNvPr id="13" name="Rounded Rectangle 12">
            <a:extLst>
              <a:ext uri="{FF2B5EF4-FFF2-40B4-BE49-F238E27FC236}">
                <a16:creationId xmlns:a16="http://schemas.microsoft.com/office/drawing/2014/main" id="{C6705FCC-2E38-4007-4E4B-D04225A4C5D6}"/>
              </a:ext>
            </a:extLst>
          </p:cNvPr>
          <p:cNvSpPr/>
          <p:nvPr userDrawn="1"/>
        </p:nvSpPr>
        <p:spPr>
          <a:xfrm>
            <a:off x="5228094" y="1121834"/>
            <a:ext cx="6555905" cy="4801188"/>
          </a:xfrm>
          <a:prstGeom prst="roundRect">
            <a:avLst>
              <a:gd name="adj" fmla="val 2588"/>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graphicFrame>
        <p:nvGraphicFramePr>
          <p:cNvPr id="4" name="Chart 3">
            <a:extLst>
              <a:ext uri="{FF2B5EF4-FFF2-40B4-BE49-F238E27FC236}">
                <a16:creationId xmlns:a16="http://schemas.microsoft.com/office/drawing/2014/main" id="{DF8876E1-8EAA-D91F-C3D2-CB36758E4504}"/>
              </a:ext>
            </a:extLst>
          </p:cNvPr>
          <p:cNvGraphicFramePr/>
          <p:nvPr userDrawn="1">
            <p:extLst>
              <p:ext uri="{D42A27DB-BD31-4B8C-83A1-F6EECF244321}">
                <p14:modId xmlns:p14="http://schemas.microsoft.com/office/powerpoint/2010/main" val="3493522647"/>
              </p:ext>
            </p:extLst>
          </p:nvPr>
        </p:nvGraphicFramePr>
        <p:xfrm>
          <a:off x="5686153" y="1127089"/>
          <a:ext cx="5587215" cy="4609079"/>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82276302-7488-0DB5-379C-44EE02B46F28}"/>
              </a:ext>
            </a:extLst>
          </p:cNvPr>
          <p:cNvSpPr txBox="1"/>
          <p:nvPr userDrawn="1"/>
        </p:nvSpPr>
        <p:spPr>
          <a:xfrm>
            <a:off x="12837459" y="-779"/>
            <a:ext cx="2510117" cy="1077603"/>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Charts and graphs are built into</a:t>
            </a: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the presentation via Excel. </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To do so, enter the master page and use CTRL + left click on the chart to load data from your Excel sheet.</a:t>
            </a:r>
          </a:p>
        </p:txBody>
      </p:sp>
      <p:grpSp>
        <p:nvGrpSpPr>
          <p:cNvPr id="5" name="Group 4">
            <a:extLst>
              <a:ext uri="{FF2B5EF4-FFF2-40B4-BE49-F238E27FC236}">
                <a16:creationId xmlns:a16="http://schemas.microsoft.com/office/drawing/2014/main" id="{27D4B04B-8413-6BE9-BE8B-EE695AFA5F7C}"/>
              </a:ext>
            </a:extLst>
          </p:cNvPr>
          <p:cNvGrpSpPr/>
          <p:nvPr userDrawn="1"/>
        </p:nvGrpSpPr>
        <p:grpSpPr>
          <a:xfrm>
            <a:off x="10609008" y="6203793"/>
            <a:ext cx="1111864" cy="408104"/>
            <a:chOff x="397414" y="755885"/>
            <a:chExt cx="2901256" cy="1064892"/>
          </a:xfrm>
        </p:grpSpPr>
        <p:grpSp>
          <p:nvGrpSpPr>
            <p:cNvPr id="8" name="Graphic 4">
              <a:extLst>
                <a:ext uri="{FF2B5EF4-FFF2-40B4-BE49-F238E27FC236}">
                  <a16:creationId xmlns:a16="http://schemas.microsoft.com/office/drawing/2014/main" id="{9AB8E415-8060-E109-CFC8-EC024CF31233}"/>
                </a:ext>
              </a:extLst>
            </p:cNvPr>
            <p:cNvGrpSpPr/>
            <p:nvPr/>
          </p:nvGrpSpPr>
          <p:grpSpPr>
            <a:xfrm>
              <a:off x="397414" y="755885"/>
              <a:ext cx="1031033" cy="1064892"/>
              <a:chOff x="397414" y="755885"/>
              <a:chExt cx="1031033" cy="1064892"/>
            </a:xfrm>
          </p:grpSpPr>
          <p:sp>
            <p:nvSpPr>
              <p:cNvPr id="34" name="Freeform 33">
                <a:extLst>
                  <a:ext uri="{FF2B5EF4-FFF2-40B4-BE49-F238E27FC236}">
                    <a16:creationId xmlns:a16="http://schemas.microsoft.com/office/drawing/2014/main" id="{44830D72-F320-962E-1863-968077C43CF9}"/>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AA5EDA3C-FDCB-EAA4-8491-45D9225B59B1}"/>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E453B341-93F7-C39C-7CC6-2C0755FC4768}"/>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10" name="Graphic 4">
              <a:extLst>
                <a:ext uri="{FF2B5EF4-FFF2-40B4-BE49-F238E27FC236}">
                  <a16:creationId xmlns:a16="http://schemas.microsoft.com/office/drawing/2014/main" id="{34BF4543-BA96-FA3B-A715-B9E206F97AD5}"/>
                </a:ext>
              </a:extLst>
            </p:cNvPr>
            <p:cNvGrpSpPr/>
            <p:nvPr/>
          </p:nvGrpSpPr>
          <p:grpSpPr>
            <a:xfrm>
              <a:off x="1208140" y="933050"/>
              <a:ext cx="2090530" cy="573060"/>
              <a:chOff x="1208140" y="933050"/>
              <a:chExt cx="2090530" cy="573060"/>
            </a:xfrm>
            <a:solidFill>
              <a:srgbClr val="333333"/>
            </a:solidFill>
          </p:grpSpPr>
          <p:sp>
            <p:nvSpPr>
              <p:cNvPr id="11" name="Freeform 10">
                <a:extLst>
                  <a:ext uri="{FF2B5EF4-FFF2-40B4-BE49-F238E27FC236}">
                    <a16:creationId xmlns:a16="http://schemas.microsoft.com/office/drawing/2014/main" id="{C8249187-7280-7FC0-BA22-D65D54D0F021}"/>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2" name="Freeform 11">
                <a:extLst>
                  <a:ext uri="{FF2B5EF4-FFF2-40B4-BE49-F238E27FC236}">
                    <a16:creationId xmlns:a16="http://schemas.microsoft.com/office/drawing/2014/main" id="{6E6D30C1-534B-87F3-F9B5-EF9A49C4164F}"/>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FC236D73-B2E4-2C63-FD4B-EA1FD9B6A66F}"/>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6" name="Freeform 15">
                <a:extLst>
                  <a:ext uri="{FF2B5EF4-FFF2-40B4-BE49-F238E27FC236}">
                    <a16:creationId xmlns:a16="http://schemas.microsoft.com/office/drawing/2014/main" id="{2DF00C8C-98D8-9908-CE17-9849DC765188}"/>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C414DBC2-5B10-7025-7B8A-13DF4042D26A}"/>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6774CE70-86DC-CE20-F4F2-F1A8C9A5237C}"/>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483D7858-2A23-30CE-3EB8-1B0202D4E52E}"/>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4DC00E2D-1C2E-4943-CEB3-7664D7C0A725}"/>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B9A8D884-8B51-BA46-DF8B-B19A70357F7E}"/>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FDABF3E1-2C42-8579-0BCD-BA64F48BF27A}"/>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8C5C83A4-F53A-C441-6178-A70A8EDBFE51}"/>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46259709-BED5-57E2-6FC5-601D9A7F2E39}"/>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33273E3B-DC6D-5061-3928-CBFC20889A4D}"/>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E2E09445-AF97-C708-926F-9DFAED1F3419}"/>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40A9DBAF-755C-51D0-68DD-4B90302C8DC3}"/>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65E0656B-5DC1-97A9-BE7F-59368EEEE3F6}"/>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E9A6F94F-C0DE-A865-9366-E99890FBE161}"/>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869B2789-E6E2-357B-3D3F-D424E1F3B4C7}"/>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50" name="Text Placeholder 18">
            <a:extLst>
              <a:ext uri="{FF2B5EF4-FFF2-40B4-BE49-F238E27FC236}">
                <a16:creationId xmlns:a16="http://schemas.microsoft.com/office/drawing/2014/main" id="{960D71F0-1ECD-06D7-D5E5-25118A377F41}"/>
              </a:ext>
            </a:extLst>
          </p:cNvPr>
          <p:cNvSpPr>
            <a:spLocks noGrp="1"/>
          </p:cNvSpPr>
          <p:nvPr>
            <p:ph type="body" sz="quarter" idx="13" hasCustomPrompt="1"/>
          </p:nvPr>
        </p:nvSpPr>
        <p:spPr>
          <a:xfrm>
            <a:off x="408000" y="936001"/>
            <a:ext cx="4542256" cy="962247"/>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a:t>
            </a:r>
          </a:p>
        </p:txBody>
      </p:sp>
      <p:sp>
        <p:nvSpPr>
          <p:cNvPr id="51" name="Text Placeholder 24">
            <a:extLst>
              <a:ext uri="{FF2B5EF4-FFF2-40B4-BE49-F238E27FC236}">
                <a16:creationId xmlns:a16="http://schemas.microsoft.com/office/drawing/2014/main" id="{45C05456-0B34-9309-A2E0-194D014EF734}"/>
              </a:ext>
            </a:extLst>
          </p:cNvPr>
          <p:cNvSpPr>
            <a:spLocks noGrp="1"/>
          </p:cNvSpPr>
          <p:nvPr>
            <p:ph type="body" sz="quarter" idx="26" hasCustomPrompt="1"/>
          </p:nvPr>
        </p:nvSpPr>
        <p:spPr>
          <a:xfrm>
            <a:off x="408000" y="1892829"/>
            <a:ext cx="4542256"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57" name="Text Placeholder 24">
            <a:extLst>
              <a:ext uri="{FF2B5EF4-FFF2-40B4-BE49-F238E27FC236}">
                <a16:creationId xmlns:a16="http://schemas.microsoft.com/office/drawing/2014/main" id="{844AE8D8-7C0C-F238-1A08-560F41EB3714}"/>
              </a:ext>
            </a:extLst>
          </p:cNvPr>
          <p:cNvSpPr>
            <a:spLocks noGrp="1"/>
          </p:cNvSpPr>
          <p:nvPr>
            <p:ph type="body" sz="quarter" idx="14"/>
          </p:nvPr>
        </p:nvSpPr>
        <p:spPr>
          <a:xfrm>
            <a:off x="401616" y="2372829"/>
            <a:ext cx="4542256" cy="3528437"/>
          </a:xfrm>
        </p:spPr>
        <p:txBody>
          <a:bodyPr lIns="0" tIns="0" rIns="0" bIns="0">
            <a:noAutofit/>
          </a:bodyPr>
          <a:lstStyle>
            <a:lvl1pPr marL="0" indent="0">
              <a:lnSpc>
                <a:spcPts val="1867"/>
              </a:lnSpc>
              <a:buFontTx/>
              <a:buNone/>
              <a:defRPr sz="12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Tree>
    <p:extLst>
      <p:ext uri="{BB962C8B-B14F-4D97-AF65-F5344CB8AC3E}">
        <p14:creationId xmlns:p14="http://schemas.microsoft.com/office/powerpoint/2010/main" val="29070722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nfographics C">
    <p:spTree>
      <p:nvGrpSpPr>
        <p:cNvPr id="1" name=""/>
        <p:cNvGrpSpPr/>
        <p:nvPr/>
      </p:nvGrpSpPr>
      <p:grpSpPr>
        <a:xfrm>
          <a:off x="0" y="0"/>
          <a:ext cx="0" cy="0"/>
          <a:chOff x="0" y="0"/>
          <a:chExt cx="0" cy="0"/>
        </a:xfrm>
      </p:grpSpPr>
      <p:sp>
        <p:nvSpPr>
          <p:cNvPr id="13" name="Rounded Rectangle 12">
            <a:extLst>
              <a:ext uri="{FF2B5EF4-FFF2-40B4-BE49-F238E27FC236}">
                <a16:creationId xmlns:a16="http://schemas.microsoft.com/office/drawing/2014/main" id="{C6705FCC-2E38-4007-4E4B-D04225A4C5D6}"/>
              </a:ext>
            </a:extLst>
          </p:cNvPr>
          <p:cNvSpPr/>
          <p:nvPr userDrawn="1"/>
        </p:nvSpPr>
        <p:spPr>
          <a:xfrm>
            <a:off x="383117" y="1121834"/>
            <a:ext cx="11400883" cy="4779433"/>
          </a:xfrm>
          <a:prstGeom prst="roundRect">
            <a:avLst>
              <a:gd name="adj" fmla="val 2588"/>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graphicFrame>
        <p:nvGraphicFramePr>
          <p:cNvPr id="4" name="Chart 3">
            <a:extLst>
              <a:ext uri="{FF2B5EF4-FFF2-40B4-BE49-F238E27FC236}">
                <a16:creationId xmlns:a16="http://schemas.microsoft.com/office/drawing/2014/main" id="{4CF116FD-728E-0AF4-AA53-900CFE819F7B}"/>
              </a:ext>
            </a:extLst>
          </p:cNvPr>
          <p:cNvGraphicFramePr/>
          <p:nvPr userDrawn="1">
            <p:extLst>
              <p:ext uri="{D42A27DB-BD31-4B8C-83A1-F6EECF244321}">
                <p14:modId xmlns:p14="http://schemas.microsoft.com/office/powerpoint/2010/main" val="1293394837"/>
              </p:ext>
            </p:extLst>
          </p:nvPr>
        </p:nvGraphicFramePr>
        <p:xfrm>
          <a:off x="5686153" y="1127089"/>
          <a:ext cx="5587215" cy="470901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790F7AD8-4219-7F7E-66F2-41FD2DDF38B3}"/>
              </a:ext>
            </a:extLst>
          </p:cNvPr>
          <p:cNvGraphicFramePr/>
          <p:nvPr userDrawn="1">
            <p:extLst>
              <p:ext uri="{D42A27DB-BD31-4B8C-83A1-F6EECF244321}">
                <p14:modId xmlns:p14="http://schemas.microsoft.com/office/powerpoint/2010/main" val="3738985071"/>
              </p:ext>
            </p:extLst>
          </p:nvPr>
        </p:nvGraphicFramePr>
        <p:xfrm>
          <a:off x="632751" y="1731894"/>
          <a:ext cx="5262621" cy="3499403"/>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69972738-AA64-9FA0-9503-CCA9A3AAFA71}"/>
              </a:ext>
            </a:extLst>
          </p:cNvPr>
          <p:cNvSpPr txBox="1"/>
          <p:nvPr userDrawn="1"/>
        </p:nvSpPr>
        <p:spPr>
          <a:xfrm>
            <a:off x="12837459" y="-779"/>
            <a:ext cx="2510117" cy="1077603"/>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Charts and graphs are built into</a:t>
            </a: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the presentation via Excel. </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To do so, enter the master page and use CTRL + left click on the chart to load data from your Excel sheet.</a:t>
            </a:r>
          </a:p>
        </p:txBody>
      </p:sp>
      <p:grpSp>
        <p:nvGrpSpPr>
          <p:cNvPr id="8" name="Group 7">
            <a:extLst>
              <a:ext uri="{FF2B5EF4-FFF2-40B4-BE49-F238E27FC236}">
                <a16:creationId xmlns:a16="http://schemas.microsoft.com/office/drawing/2014/main" id="{E42AB860-338D-C9C6-DAE3-AD25FD7AD6B5}"/>
              </a:ext>
            </a:extLst>
          </p:cNvPr>
          <p:cNvGrpSpPr/>
          <p:nvPr userDrawn="1"/>
        </p:nvGrpSpPr>
        <p:grpSpPr>
          <a:xfrm>
            <a:off x="10609008" y="6203793"/>
            <a:ext cx="1111864" cy="408104"/>
            <a:chOff x="397414" y="755885"/>
            <a:chExt cx="2901256" cy="1064892"/>
          </a:xfrm>
        </p:grpSpPr>
        <p:grpSp>
          <p:nvGrpSpPr>
            <p:cNvPr id="10" name="Graphic 4">
              <a:extLst>
                <a:ext uri="{FF2B5EF4-FFF2-40B4-BE49-F238E27FC236}">
                  <a16:creationId xmlns:a16="http://schemas.microsoft.com/office/drawing/2014/main" id="{7505E951-8480-545C-0477-E4ABAD3CC6C7}"/>
                </a:ext>
              </a:extLst>
            </p:cNvPr>
            <p:cNvGrpSpPr/>
            <p:nvPr/>
          </p:nvGrpSpPr>
          <p:grpSpPr>
            <a:xfrm>
              <a:off x="397414" y="755885"/>
              <a:ext cx="1031033" cy="1064892"/>
              <a:chOff x="397414" y="755885"/>
              <a:chExt cx="1031033" cy="1064892"/>
            </a:xfrm>
          </p:grpSpPr>
          <p:sp>
            <p:nvSpPr>
              <p:cNvPr id="33" name="Freeform 32">
                <a:extLst>
                  <a:ext uri="{FF2B5EF4-FFF2-40B4-BE49-F238E27FC236}">
                    <a16:creationId xmlns:a16="http://schemas.microsoft.com/office/drawing/2014/main" id="{70B8E504-3553-35E4-17F7-8646A3CCFBEA}"/>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4" name="Freeform 33">
                <a:extLst>
                  <a:ext uri="{FF2B5EF4-FFF2-40B4-BE49-F238E27FC236}">
                    <a16:creationId xmlns:a16="http://schemas.microsoft.com/office/drawing/2014/main" id="{EA0053BC-0816-8564-D024-2E7540ABB376}"/>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9B8D3EA7-0F4C-D35E-A458-287ED0E3F962}"/>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11" name="Graphic 4">
              <a:extLst>
                <a:ext uri="{FF2B5EF4-FFF2-40B4-BE49-F238E27FC236}">
                  <a16:creationId xmlns:a16="http://schemas.microsoft.com/office/drawing/2014/main" id="{FDB89914-7E76-FBB1-4695-CA78C4ECDDB5}"/>
                </a:ext>
              </a:extLst>
            </p:cNvPr>
            <p:cNvGrpSpPr/>
            <p:nvPr/>
          </p:nvGrpSpPr>
          <p:grpSpPr>
            <a:xfrm>
              <a:off x="1208140" y="933050"/>
              <a:ext cx="2090530" cy="573060"/>
              <a:chOff x="1208140" y="933050"/>
              <a:chExt cx="2090530" cy="573060"/>
            </a:xfrm>
            <a:solidFill>
              <a:srgbClr val="333333"/>
            </a:solidFill>
          </p:grpSpPr>
          <p:sp>
            <p:nvSpPr>
              <p:cNvPr id="12" name="Freeform 11">
                <a:extLst>
                  <a:ext uri="{FF2B5EF4-FFF2-40B4-BE49-F238E27FC236}">
                    <a16:creationId xmlns:a16="http://schemas.microsoft.com/office/drawing/2014/main" id="{DF9C8A7A-B75C-7C50-325E-E08A236CC8D7}"/>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5CCD3B64-F9B5-FB9D-B759-FFEB49A93961}"/>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6" name="Freeform 15">
                <a:extLst>
                  <a:ext uri="{FF2B5EF4-FFF2-40B4-BE49-F238E27FC236}">
                    <a16:creationId xmlns:a16="http://schemas.microsoft.com/office/drawing/2014/main" id="{6AD671E9-B274-5E3B-AFDB-8C328ED45B7F}"/>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8D94DC20-F049-C9C1-44C7-48B3CF0BE6B5}"/>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6F7E70DF-F66A-D16A-C48A-242B3116D1EC}"/>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4C01936D-F045-B9B3-288A-7EC39B8CE50C}"/>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87AC12CB-396A-667B-5CC0-E04E307CE0A3}"/>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82B5548C-B69D-ED09-4599-0C1473BD479F}"/>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FF93B351-DC16-F8F6-DAA3-7D7686C46B7A}"/>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59013E23-6739-99C7-9DF8-10441BC59744}"/>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A7590516-2DE8-C4CF-97EE-60374517C72F}"/>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5" name="Freeform 24">
                <a:extLst>
                  <a:ext uri="{FF2B5EF4-FFF2-40B4-BE49-F238E27FC236}">
                    <a16:creationId xmlns:a16="http://schemas.microsoft.com/office/drawing/2014/main" id="{B97C36B8-35F9-4E3B-2593-110487173B85}"/>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E9EA39B4-1A60-ECCB-B466-B8334BBB6956}"/>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4E1ED7C5-3E05-8C16-A049-4993ECA95DF6}"/>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6BDDC249-8003-D792-6F02-FA477581DBF1}"/>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FC261E02-B66F-4160-4F7D-4B8A3DEB249D}"/>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D9E41B9D-6F06-E77D-ECBB-5AED0C5F365A}"/>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1BEB52F3-BC3C-3DA0-DC7D-A602873B92F9}"/>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Tree>
    <p:extLst>
      <p:ext uri="{BB962C8B-B14F-4D97-AF65-F5344CB8AC3E}">
        <p14:creationId xmlns:p14="http://schemas.microsoft.com/office/powerpoint/2010/main" val="42230563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nfographics D">
    <p:spTree>
      <p:nvGrpSpPr>
        <p:cNvPr id="1" name=""/>
        <p:cNvGrpSpPr/>
        <p:nvPr/>
      </p:nvGrpSpPr>
      <p:grpSpPr>
        <a:xfrm>
          <a:off x="0" y="0"/>
          <a:ext cx="0" cy="0"/>
          <a:chOff x="0" y="0"/>
          <a:chExt cx="0" cy="0"/>
        </a:xfrm>
      </p:grpSpPr>
      <p:sp>
        <p:nvSpPr>
          <p:cNvPr id="13" name="Rounded Rectangle 12">
            <a:extLst>
              <a:ext uri="{FF2B5EF4-FFF2-40B4-BE49-F238E27FC236}">
                <a16:creationId xmlns:a16="http://schemas.microsoft.com/office/drawing/2014/main" id="{C6705FCC-2E38-4007-4E4B-D04225A4C5D6}"/>
              </a:ext>
            </a:extLst>
          </p:cNvPr>
          <p:cNvSpPr/>
          <p:nvPr userDrawn="1"/>
        </p:nvSpPr>
        <p:spPr>
          <a:xfrm>
            <a:off x="408000" y="2384543"/>
            <a:ext cx="11376000" cy="3516725"/>
          </a:xfrm>
          <a:prstGeom prst="roundRect">
            <a:avLst>
              <a:gd name="adj" fmla="val 2588"/>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sp>
        <p:nvSpPr>
          <p:cNvPr id="16" name="Text Placeholder 24">
            <a:extLst>
              <a:ext uri="{FF2B5EF4-FFF2-40B4-BE49-F238E27FC236}">
                <a16:creationId xmlns:a16="http://schemas.microsoft.com/office/drawing/2014/main" id="{9C16330C-ADA4-EE5B-C14F-B1FA026D5A07}"/>
              </a:ext>
            </a:extLst>
          </p:cNvPr>
          <p:cNvSpPr>
            <a:spLocks noGrp="1"/>
          </p:cNvSpPr>
          <p:nvPr>
            <p:ph type="body" sz="quarter" idx="15" hasCustomPrompt="1"/>
          </p:nvPr>
        </p:nvSpPr>
        <p:spPr>
          <a:xfrm>
            <a:off x="2076460" y="4447585"/>
            <a:ext cx="1981857" cy="303332"/>
          </a:xfrm>
        </p:spPr>
        <p:txBody>
          <a:bodyPr lIns="0" tIns="0" rIns="0" bIns="0">
            <a:noAutofit/>
          </a:bodyPr>
          <a:lstStyle>
            <a:lvl1pPr marL="0" indent="0">
              <a:lnSpc>
                <a:spcPts val="1867"/>
              </a:lnSpc>
              <a:buFontTx/>
              <a:buNone/>
              <a:defRPr sz="1600" b="1" i="0">
                <a:solidFill>
                  <a:schemeClr val="tx1"/>
                </a:solidFill>
                <a:latin typeface="Museo Sans 9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Stat Here</a:t>
            </a:r>
          </a:p>
        </p:txBody>
      </p:sp>
      <p:sp>
        <p:nvSpPr>
          <p:cNvPr id="17" name="Text Placeholder 24">
            <a:extLst>
              <a:ext uri="{FF2B5EF4-FFF2-40B4-BE49-F238E27FC236}">
                <a16:creationId xmlns:a16="http://schemas.microsoft.com/office/drawing/2014/main" id="{357B6732-2637-687F-6FBF-AB1F57DB6982}"/>
              </a:ext>
            </a:extLst>
          </p:cNvPr>
          <p:cNvSpPr>
            <a:spLocks noGrp="1"/>
          </p:cNvSpPr>
          <p:nvPr>
            <p:ph type="body" sz="quarter" idx="16"/>
          </p:nvPr>
        </p:nvSpPr>
        <p:spPr>
          <a:xfrm>
            <a:off x="2076460" y="4786949"/>
            <a:ext cx="1981857" cy="946308"/>
          </a:xfrm>
        </p:spPr>
        <p:txBody>
          <a:bodyPr lIns="0" tIns="0" rIns="0" bIns="0">
            <a:noAutofit/>
          </a:bodyPr>
          <a:lstStyle>
            <a:lvl1pPr marL="0" indent="0">
              <a:lnSpc>
                <a:spcPct val="100000"/>
              </a:lnSpc>
              <a:buFontTx/>
              <a:buNone/>
              <a:defRPr sz="1200" b="0" i="0">
                <a:solidFill>
                  <a:schemeClr val="tx1"/>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18" name="Text Placeholder 24">
            <a:extLst>
              <a:ext uri="{FF2B5EF4-FFF2-40B4-BE49-F238E27FC236}">
                <a16:creationId xmlns:a16="http://schemas.microsoft.com/office/drawing/2014/main" id="{1DDBF025-33FD-0DCD-6B4D-E09F599D2ABF}"/>
              </a:ext>
            </a:extLst>
          </p:cNvPr>
          <p:cNvSpPr>
            <a:spLocks noGrp="1"/>
          </p:cNvSpPr>
          <p:nvPr>
            <p:ph type="body" sz="quarter" idx="17" hasCustomPrompt="1"/>
          </p:nvPr>
        </p:nvSpPr>
        <p:spPr>
          <a:xfrm>
            <a:off x="5658645" y="4447585"/>
            <a:ext cx="1981857" cy="303332"/>
          </a:xfrm>
        </p:spPr>
        <p:txBody>
          <a:bodyPr lIns="0" tIns="0" rIns="0" bIns="0">
            <a:noAutofit/>
          </a:bodyPr>
          <a:lstStyle>
            <a:lvl1pPr marL="0" indent="0">
              <a:lnSpc>
                <a:spcPts val="1867"/>
              </a:lnSpc>
              <a:buFontTx/>
              <a:buNone/>
              <a:defRPr sz="1600" b="1" i="0">
                <a:solidFill>
                  <a:schemeClr val="tx1"/>
                </a:solidFill>
                <a:latin typeface="Museo Sans 9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Stat Here</a:t>
            </a:r>
          </a:p>
        </p:txBody>
      </p:sp>
      <p:sp>
        <p:nvSpPr>
          <p:cNvPr id="20" name="Text Placeholder 24">
            <a:extLst>
              <a:ext uri="{FF2B5EF4-FFF2-40B4-BE49-F238E27FC236}">
                <a16:creationId xmlns:a16="http://schemas.microsoft.com/office/drawing/2014/main" id="{C2E82740-126D-29DA-BF32-E69D574B95A1}"/>
              </a:ext>
            </a:extLst>
          </p:cNvPr>
          <p:cNvSpPr>
            <a:spLocks noGrp="1"/>
          </p:cNvSpPr>
          <p:nvPr>
            <p:ph type="body" sz="quarter" idx="18"/>
          </p:nvPr>
        </p:nvSpPr>
        <p:spPr>
          <a:xfrm>
            <a:off x="5658645" y="4786949"/>
            <a:ext cx="1981857" cy="946308"/>
          </a:xfrm>
        </p:spPr>
        <p:txBody>
          <a:bodyPr lIns="0" tIns="0" rIns="0" bIns="0">
            <a:noAutofit/>
          </a:bodyPr>
          <a:lstStyle>
            <a:lvl1pPr marL="0" indent="0">
              <a:lnSpc>
                <a:spcPct val="100000"/>
              </a:lnSpc>
              <a:buFontTx/>
              <a:buNone/>
              <a:defRPr sz="1200" b="0" i="0">
                <a:solidFill>
                  <a:schemeClr val="tx1"/>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21" name="Text Placeholder 24">
            <a:extLst>
              <a:ext uri="{FF2B5EF4-FFF2-40B4-BE49-F238E27FC236}">
                <a16:creationId xmlns:a16="http://schemas.microsoft.com/office/drawing/2014/main" id="{8B7997B8-3E0F-FA1F-7E9E-844BD26EB36F}"/>
              </a:ext>
            </a:extLst>
          </p:cNvPr>
          <p:cNvSpPr>
            <a:spLocks noGrp="1"/>
          </p:cNvSpPr>
          <p:nvPr>
            <p:ph type="body" sz="quarter" idx="19" hasCustomPrompt="1"/>
          </p:nvPr>
        </p:nvSpPr>
        <p:spPr>
          <a:xfrm>
            <a:off x="9090001" y="4447585"/>
            <a:ext cx="1981857" cy="303332"/>
          </a:xfrm>
        </p:spPr>
        <p:txBody>
          <a:bodyPr lIns="0" tIns="0" rIns="0" bIns="0">
            <a:noAutofit/>
          </a:bodyPr>
          <a:lstStyle>
            <a:lvl1pPr marL="0" indent="0">
              <a:lnSpc>
                <a:spcPts val="1867"/>
              </a:lnSpc>
              <a:buFontTx/>
              <a:buNone/>
              <a:defRPr sz="1600" b="1" i="0">
                <a:solidFill>
                  <a:schemeClr val="tx1"/>
                </a:solidFill>
                <a:latin typeface="Museo Sans 9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Stat Here</a:t>
            </a:r>
          </a:p>
        </p:txBody>
      </p:sp>
      <p:sp>
        <p:nvSpPr>
          <p:cNvPr id="22" name="Text Placeholder 24">
            <a:extLst>
              <a:ext uri="{FF2B5EF4-FFF2-40B4-BE49-F238E27FC236}">
                <a16:creationId xmlns:a16="http://schemas.microsoft.com/office/drawing/2014/main" id="{AD455088-70B0-AEE9-56D7-E4CCE2024EBB}"/>
              </a:ext>
            </a:extLst>
          </p:cNvPr>
          <p:cNvSpPr>
            <a:spLocks noGrp="1"/>
          </p:cNvSpPr>
          <p:nvPr>
            <p:ph type="body" sz="quarter" idx="20"/>
          </p:nvPr>
        </p:nvSpPr>
        <p:spPr>
          <a:xfrm>
            <a:off x="9090001" y="4786949"/>
            <a:ext cx="1981857" cy="946308"/>
          </a:xfrm>
        </p:spPr>
        <p:txBody>
          <a:bodyPr lIns="0" tIns="0" rIns="0" bIns="0">
            <a:noAutofit/>
          </a:bodyPr>
          <a:lstStyle>
            <a:lvl1pPr marL="0" indent="0">
              <a:lnSpc>
                <a:spcPct val="100000"/>
              </a:lnSpc>
              <a:buFontTx/>
              <a:buNone/>
              <a:defRPr sz="1200" b="0" i="0">
                <a:solidFill>
                  <a:schemeClr val="tx1"/>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pic>
        <p:nvPicPr>
          <p:cNvPr id="4" name="Graphic 3">
            <a:extLst>
              <a:ext uri="{FF2B5EF4-FFF2-40B4-BE49-F238E27FC236}">
                <a16:creationId xmlns:a16="http://schemas.microsoft.com/office/drawing/2014/main" id="{A710A470-F477-1C34-2165-082A82B800F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13493" y="2646355"/>
            <a:ext cx="2083275" cy="1966612"/>
          </a:xfrm>
          <a:prstGeom prst="rect">
            <a:avLst/>
          </a:prstGeom>
        </p:spPr>
      </p:pic>
      <p:sp>
        <p:nvSpPr>
          <p:cNvPr id="5" name="TextBox 4">
            <a:extLst>
              <a:ext uri="{FF2B5EF4-FFF2-40B4-BE49-F238E27FC236}">
                <a16:creationId xmlns:a16="http://schemas.microsoft.com/office/drawing/2014/main" id="{374E3BB8-FECA-4EEF-3BB6-2A0B05C231C7}"/>
              </a:ext>
            </a:extLst>
          </p:cNvPr>
          <p:cNvSpPr txBox="1"/>
          <p:nvPr userDrawn="1"/>
        </p:nvSpPr>
        <p:spPr>
          <a:xfrm>
            <a:off x="1816608" y="2646356"/>
            <a:ext cx="902208" cy="514493"/>
          </a:xfrm>
          <a:prstGeom prst="rect">
            <a:avLst/>
          </a:prstGeom>
          <a:noFill/>
        </p:spPr>
        <p:txBody>
          <a:bodyPr wrap="square" lIns="0" tIns="0" rIns="0" bIns="0" rtlCol="0" anchor="ctr" anchorCtr="0">
            <a:noAutofit/>
          </a:bodyPr>
          <a:lstStyle/>
          <a:p>
            <a:r>
              <a:rPr lang="en-US" sz="2133" b="1">
                <a:solidFill>
                  <a:schemeClr val="bg1"/>
                </a:solidFill>
                <a:latin typeface="Museo Sans 900" panose="02000000000000000000" pitchFamily="2" charset="77"/>
              </a:rPr>
              <a:t>01</a:t>
            </a:r>
          </a:p>
        </p:txBody>
      </p:sp>
      <p:pic>
        <p:nvPicPr>
          <p:cNvPr id="8" name="Graphic 7">
            <a:extLst>
              <a:ext uri="{FF2B5EF4-FFF2-40B4-BE49-F238E27FC236}">
                <a16:creationId xmlns:a16="http://schemas.microsoft.com/office/drawing/2014/main" id="{A27926D9-E135-7A15-21F5-4141FA7B1D9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22325" y="2646355"/>
            <a:ext cx="2083275" cy="1966612"/>
          </a:xfrm>
          <a:prstGeom prst="rect">
            <a:avLst/>
          </a:prstGeom>
        </p:spPr>
      </p:pic>
      <p:sp>
        <p:nvSpPr>
          <p:cNvPr id="9" name="TextBox 8">
            <a:extLst>
              <a:ext uri="{FF2B5EF4-FFF2-40B4-BE49-F238E27FC236}">
                <a16:creationId xmlns:a16="http://schemas.microsoft.com/office/drawing/2014/main" id="{CAE58D80-0405-2B99-85C7-40BFF705D07D}"/>
              </a:ext>
            </a:extLst>
          </p:cNvPr>
          <p:cNvSpPr txBox="1"/>
          <p:nvPr userDrawn="1"/>
        </p:nvSpPr>
        <p:spPr>
          <a:xfrm>
            <a:off x="5425440" y="2646356"/>
            <a:ext cx="902208" cy="514493"/>
          </a:xfrm>
          <a:prstGeom prst="rect">
            <a:avLst/>
          </a:prstGeom>
          <a:noFill/>
        </p:spPr>
        <p:txBody>
          <a:bodyPr wrap="square" lIns="0" tIns="0" rIns="0" bIns="0" rtlCol="0" anchor="ctr" anchorCtr="0">
            <a:noAutofit/>
          </a:bodyPr>
          <a:lstStyle/>
          <a:p>
            <a:r>
              <a:rPr lang="en-US" sz="2133" b="1">
                <a:solidFill>
                  <a:schemeClr val="bg1"/>
                </a:solidFill>
                <a:latin typeface="Museo Sans 900" panose="02000000000000000000" pitchFamily="2" charset="77"/>
              </a:rPr>
              <a:t>02</a:t>
            </a:r>
          </a:p>
        </p:txBody>
      </p:sp>
      <p:pic>
        <p:nvPicPr>
          <p:cNvPr id="10" name="Graphic 9">
            <a:extLst>
              <a:ext uri="{FF2B5EF4-FFF2-40B4-BE49-F238E27FC236}">
                <a16:creationId xmlns:a16="http://schemas.microsoft.com/office/drawing/2014/main" id="{6783DF3D-F77F-C44C-2211-EF80B604BD7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048277" y="2646355"/>
            <a:ext cx="2083275" cy="1966612"/>
          </a:xfrm>
          <a:prstGeom prst="rect">
            <a:avLst/>
          </a:prstGeom>
        </p:spPr>
      </p:pic>
      <p:sp>
        <p:nvSpPr>
          <p:cNvPr id="11" name="TextBox 10">
            <a:extLst>
              <a:ext uri="{FF2B5EF4-FFF2-40B4-BE49-F238E27FC236}">
                <a16:creationId xmlns:a16="http://schemas.microsoft.com/office/drawing/2014/main" id="{8222A332-0126-2995-D2EE-D30324CA6475}"/>
              </a:ext>
            </a:extLst>
          </p:cNvPr>
          <p:cNvSpPr txBox="1"/>
          <p:nvPr userDrawn="1"/>
        </p:nvSpPr>
        <p:spPr>
          <a:xfrm>
            <a:off x="8851392" y="2646356"/>
            <a:ext cx="902208" cy="514493"/>
          </a:xfrm>
          <a:prstGeom prst="rect">
            <a:avLst/>
          </a:prstGeom>
          <a:noFill/>
        </p:spPr>
        <p:txBody>
          <a:bodyPr wrap="square" lIns="0" tIns="0" rIns="0" bIns="0" rtlCol="0" anchor="ctr" anchorCtr="0">
            <a:noAutofit/>
          </a:bodyPr>
          <a:lstStyle/>
          <a:p>
            <a:r>
              <a:rPr lang="en-US" sz="2133" b="1">
                <a:solidFill>
                  <a:schemeClr val="bg1"/>
                </a:solidFill>
                <a:latin typeface="Museo Sans 900" panose="02000000000000000000" pitchFamily="2" charset="77"/>
              </a:rPr>
              <a:t>03</a:t>
            </a:r>
          </a:p>
        </p:txBody>
      </p:sp>
      <p:sp>
        <p:nvSpPr>
          <p:cNvPr id="12" name="TextBox 11">
            <a:extLst>
              <a:ext uri="{FF2B5EF4-FFF2-40B4-BE49-F238E27FC236}">
                <a16:creationId xmlns:a16="http://schemas.microsoft.com/office/drawing/2014/main" id="{092477CE-CEAB-4A86-B88D-D8FF91EF5884}"/>
              </a:ext>
            </a:extLst>
          </p:cNvPr>
          <p:cNvSpPr txBox="1"/>
          <p:nvPr userDrawn="1"/>
        </p:nvSpPr>
        <p:spPr>
          <a:xfrm>
            <a:off x="12837459" y="-778"/>
            <a:ext cx="2510117" cy="1570238"/>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This is a slide for going over next steps. </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You know the drill by now — do not try to add more steps by adding more arrows.</a:t>
            </a:r>
            <a:br>
              <a:rPr lang="en-GB" sz="1067" b="0" i="0">
                <a:solidFill>
                  <a:srgbClr val="333333"/>
                </a:solidFill>
                <a:latin typeface="Museo Sans 500" panose="02000000000000000000" pitchFamily="2" charset="77"/>
              </a:rPr>
            </a:b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If you have more next steps to cover, duplicate this slide.</a:t>
            </a:r>
          </a:p>
        </p:txBody>
      </p:sp>
      <p:grpSp>
        <p:nvGrpSpPr>
          <p:cNvPr id="15" name="Group 14">
            <a:extLst>
              <a:ext uri="{FF2B5EF4-FFF2-40B4-BE49-F238E27FC236}">
                <a16:creationId xmlns:a16="http://schemas.microsoft.com/office/drawing/2014/main" id="{A32F208E-1719-34FB-A522-0EB4AC2A7D9A}"/>
              </a:ext>
            </a:extLst>
          </p:cNvPr>
          <p:cNvGrpSpPr/>
          <p:nvPr userDrawn="1"/>
        </p:nvGrpSpPr>
        <p:grpSpPr>
          <a:xfrm>
            <a:off x="10609008" y="6203793"/>
            <a:ext cx="1111864" cy="408104"/>
            <a:chOff x="397414" y="755885"/>
            <a:chExt cx="2901256" cy="1064892"/>
          </a:xfrm>
        </p:grpSpPr>
        <p:grpSp>
          <p:nvGrpSpPr>
            <p:cNvPr id="23" name="Graphic 4">
              <a:extLst>
                <a:ext uri="{FF2B5EF4-FFF2-40B4-BE49-F238E27FC236}">
                  <a16:creationId xmlns:a16="http://schemas.microsoft.com/office/drawing/2014/main" id="{D603A4B5-258F-6C2E-281C-7F27306F73D5}"/>
                </a:ext>
              </a:extLst>
            </p:cNvPr>
            <p:cNvGrpSpPr/>
            <p:nvPr/>
          </p:nvGrpSpPr>
          <p:grpSpPr>
            <a:xfrm>
              <a:off x="397414" y="755885"/>
              <a:ext cx="1031033" cy="1064892"/>
              <a:chOff x="397414" y="755885"/>
              <a:chExt cx="1031033" cy="1064892"/>
            </a:xfrm>
          </p:grpSpPr>
          <p:sp>
            <p:nvSpPr>
              <p:cNvPr id="45" name="Freeform 44">
                <a:extLst>
                  <a:ext uri="{FF2B5EF4-FFF2-40B4-BE49-F238E27FC236}">
                    <a16:creationId xmlns:a16="http://schemas.microsoft.com/office/drawing/2014/main" id="{490A0E57-91C5-F6B7-CEED-5E6C5F760CC3}"/>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46" name="Freeform 45">
                <a:extLst>
                  <a:ext uri="{FF2B5EF4-FFF2-40B4-BE49-F238E27FC236}">
                    <a16:creationId xmlns:a16="http://schemas.microsoft.com/office/drawing/2014/main" id="{75961AFE-7188-44CA-E528-AC9CFDE63A24}"/>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47" name="Freeform 46">
                <a:extLst>
                  <a:ext uri="{FF2B5EF4-FFF2-40B4-BE49-F238E27FC236}">
                    <a16:creationId xmlns:a16="http://schemas.microsoft.com/office/drawing/2014/main" id="{656B7907-AE6F-85C6-08E5-5B404A998E99}"/>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24" name="Graphic 4">
              <a:extLst>
                <a:ext uri="{FF2B5EF4-FFF2-40B4-BE49-F238E27FC236}">
                  <a16:creationId xmlns:a16="http://schemas.microsoft.com/office/drawing/2014/main" id="{97C33219-5DEE-30A0-64F6-841E907779B6}"/>
                </a:ext>
              </a:extLst>
            </p:cNvPr>
            <p:cNvGrpSpPr/>
            <p:nvPr/>
          </p:nvGrpSpPr>
          <p:grpSpPr>
            <a:xfrm>
              <a:off x="1208140" y="933050"/>
              <a:ext cx="2090530" cy="573060"/>
              <a:chOff x="1208140" y="933050"/>
              <a:chExt cx="2090530" cy="573060"/>
            </a:xfrm>
            <a:solidFill>
              <a:srgbClr val="333333"/>
            </a:solidFill>
          </p:grpSpPr>
          <p:sp>
            <p:nvSpPr>
              <p:cNvPr id="26" name="Freeform 25">
                <a:extLst>
                  <a:ext uri="{FF2B5EF4-FFF2-40B4-BE49-F238E27FC236}">
                    <a16:creationId xmlns:a16="http://schemas.microsoft.com/office/drawing/2014/main" id="{7E4A3CDD-B4DB-5F08-0019-1BCD489BE4BA}"/>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6DCE9AA0-F904-980D-D29B-69B6C9B819FB}"/>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89F2D27B-AD29-2F4C-2C79-B66B95CAD40C}"/>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6160DDEE-563C-3F03-3DB2-2E236C5CFEF7}"/>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6B680630-5119-DF24-E83B-67F2C267D5CC}"/>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28A60A12-D6AA-6DFB-FA36-4191057A72B5}"/>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B59189DC-E0AB-9015-1E4C-D9F656632D5D}"/>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4" name="Freeform 33">
                <a:extLst>
                  <a:ext uri="{FF2B5EF4-FFF2-40B4-BE49-F238E27FC236}">
                    <a16:creationId xmlns:a16="http://schemas.microsoft.com/office/drawing/2014/main" id="{E52B2A81-7E84-0C5C-0BA2-81753A477656}"/>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115B078A-9265-1DE1-CAA5-7307335F6E63}"/>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973181FB-C53E-CAE6-07D3-452FC9DB96C0}"/>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7" name="Freeform 36">
                <a:extLst>
                  <a:ext uri="{FF2B5EF4-FFF2-40B4-BE49-F238E27FC236}">
                    <a16:creationId xmlns:a16="http://schemas.microsoft.com/office/drawing/2014/main" id="{E383F8EF-FC37-B03E-2D53-567F83ECD061}"/>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8" name="Freeform 37">
                <a:extLst>
                  <a:ext uri="{FF2B5EF4-FFF2-40B4-BE49-F238E27FC236}">
                    <a16:creationId xmlns:a16="http://schemas.microsoft.com/office/drawing/2014/main" id="{5BB33D25-027C-A60B-39E0-29223895A967}"/>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9" name="Freeform 38">
                <a:extLst>
                  <a:ext uri="{FF2B5EF4-FFF2-40B4-BE49-F238E27FC236}">
                    <a16:creationId xmlns:a16="http://schemas.microsoft.com/office/drawing/2014/main" id="{2E0FDA55-8184-87E0-3253-A41D7E9DEE8A}"/>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0" name="Freeform 39">
                <a:extLst>
                  <a:ext uri="{FF2B5EF4-FFF2-40B4-BE49-F238E27FC236}">
                    <a16:creationId xmlns:a16="http://schemas.microsoft.com/office/drawing/2014/main" id="{616E8DE0-5433-5FA9-B8C1-D9CFD0043610}"/>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1" name="Freeform 40">
                <a:extLst>
                  <a:ext uri="{FF2B5EF4-FFF2-40B4-BE49-F238E27FC236}">
                    <a16:creationId xmlns:a16="http://schemas.microsoft.com/office/drawing/2014/main" id="{F8C2F19A-24E6-AFB2-23D5-D8DEA3B82C1F}"/>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2" name="Freeform 41">
                <a:extLst>
                  <a:ext uri="{FF2B5EF4-FFF2-40B4-BE49-F238E27FC236}">
                    <a16:creationId xmlns:a16="http://schemas.microsoft.com/office/drawing/2014/main" id="{5CF43209-CE03-DA7B-7809-494953A30AA2}"/>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3" name="Freeform 42">
                <a:extLst>
                  <a:ext uri="{FF2B5EF4-FFF2-40B4-BE49-F238E27FC236}">
                    <a16:creationId xmlns:a16="http://schemas.microsoft.com/office/drawing/2014/main" id="{46235E41-79EB-0187-DC1B-665D2EF74570}"/>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4" name="Freeform 43">
                <a:extLst>
                  <a:ext uri="{FF2B5EF4-FFF2-40B4-BE49-F238E27FC236}">
                    <a16:creationId xmlns:a16="http://schemas.microsoft.com/office/drawing/2014/main" id="{A03B618D-6276-29EE-CB48-CC0EB23DBFF2}"/>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57" name="Text Placeholder 24">
            <a:extLst>
              <a:ext uri="{FF2B5EF4-FFF2-40B4-BE49-F238E27FC236}">
                <a16:creationId xmlns:a16="http://schemas.microsoft.com/office/drawing/2014/main" id="{71D0F0A6-3513-C698-8081-E3DB73497F0D}"/>
              </a:ext>
            </a:extLst>
          </p:cNvPr>
          <p:cNvSpPr>
            <a:spLocks noGrp="1"/>
          </p:cNvSpPr>
          <p:nvPr>
            <p:ph type="body" sz="quarter" idx="14"/>
          </p:nvPr>
        </p:nvSpPr>
        <p:spPr>
          <a:xfrm>
            <a:off x="7180997" y="966143"/>
            <a:ext cx="4579203" cy="1131759"/>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58" name="Text Placeholder 18">
            <a:extLst>
              <a:ext uri="{FF2B5EF4-FFF2-40B4-BE49-F238E27FC236}">
                <a16:creationId xmlns:a16="http://schemas.microsoft.com/office/drawing/2014/main" id="{66CFDA75-5B58-7677-AB6B-4395561ABB18}"/>
              </a:ext>
            </a:extLst>
          </p:cNvPr>
          <p:cNvSpPr>
            <a:spLocks noGrp="1"/>
          </p:cNvSpPr>
          <p:nvPr>
            <p:ph type="body" sz="quarter" idx="13" hasCustomPrompt="1"/>
          </p:nvPr>
        </p:nvSpPr>
        <p:spPr>
          <a:xfrm>
            <a:off x="408000" y="936001"/>
            <a:ext cx="5688000" cy="962247"/>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a:t>
            </a:r>
          </a:p>
        </p:txBody>
      </p:sp>
      <p:sp>
        <p:nvSpPr>
          <p:cNvPr id="59" name="Text Placeholder 24">
            <a:extLst>
              <a:ext uri="{FF2B5EF4-FFF2-40B4-BE49-F238E27FC236}">
                <a16:creationId xmlns:a16="http://schemas.microsoft.com/office/drawing/2014/main" id="{09DBBEA6-77AE-1AC5-E776-EE95BC18253F}"/>
              </a:ext>
            </a:extLst>
          </p:cNvPr>
          <p:cNvSpPr>
            <a:spLocks noGrp="1"/>
          </p:cNvSpPr>
          <p:nvPr>
            <p:ph type="body" sz="quarter" idx="39"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Tree>
    <p:extLst>
      <p:ext uri="{BB962C8B-B14F-4D97-AF65-F5344CB8AC3E}">
        <p14:creationId xmlns:p14="http://schemas.microsoft.com/office/powerpoint/2010/main" val="404216646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able A">
    <p:spTree>
      <p:nvGrpSpPr>
        <p:cNvPr id="1" name=""/>
        <p:cNvGrpSpPr/>
        <p:nvPr/>
      </p:nvGrpSpPr>
      <p:grpSpPr>
        <a:xfrm>
          <a:off x="0" y="0"/>
          <a:ext cx="0" cy="0"/>
          <a:chOff x="0" y="0"/>
          <a:chExt cx="0" cy="0"/>
        </a:xfrm>
      </p:grpSpPr>
      <p:sp>
        <p:nvSpPr>
          <p:cNvPr id="39" name="TextBox 38">
            <a:extLst>
              <a:ext uri="{FF2B5EF4-FFF2-40B4-BE49-F238E27FC236}">
                <a16:creationId xmlns:a16="http://schemas.microsoft.com/office/drawing/2014/main" id="{C0349D5C-4973-63C1-5A2A-F2FD8445EF3A}"/>
              </a:ext>
            </a:extLst>
          </p:cNvPr>
          <p:cNvSpPr txBox="1">
            <a:spLocks/>
          </p:cNvSpPr>
          <p:nvPr userDrawn="1"/>
        </p:nvSpPr>
        <p:spPr>
          <a:xfrm>
            <a:off x="9607880" y="3114653"/>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467" b="1">
              <a:solidFill>
                <a:srgbClr val="333333"/>
              </a:solidFill>
              <a:latin typeface="Museo Sans 900" panose="02000000000000000000" pitchFamily="2" charset="77"/>
            </a:endParaRPr>
          </a:p>
        </p:txBody>
      </p:sp>
      <p:sp>
        <p:nvSpPr>
          <p:cNvPr id="34" name="TextBox 33">
            <a:extLst>
              <a:ext uri="{FF2B5EF4-FFF2-40B4-BE49-F238E27FC236}">
                <a16:creationId xmlns:a16="http://schemas.microsoft.com/office/drawing/2014/main" id="{04E6B681-B095-29E6-E420-BB1E0E43F766}"/>
              </a:ext>
            </a:extLst>
          </p:cNvPr>
          <p:cNvSpPr txBox="1">
            <a:spLocks/>
          </p:cNvSpPr>
          <p:nvPr userDrawn="1"/>
        </p:nvSpPr>
        <p:spPr>
          <a:xfrm>
            <a:off x="7325760" y="3114653"/>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467" b="1">
              <a:solidFill>
                <a:srgbClr val="333333"/>
              </a:solidFill>
              <a:latin typeface="Museo Sans 900" panose="02000000000000000000" pitchFamily="2" charset="77"/>
            </a:endParaRPr>
          </a:p>
        </p:txBody>
      </p:sp>
      <p:sp>
        <p:nvSpPr>
          <p:cNvPr id="35" name="TextBox 34">
            <a:extLst>
              <a:ext uri="{FF2B5EF4-FFF2-40B4-BE49-F238E27FC236}">
                <a16:creationId xmlns:a16="http://schemas.microsoft.com/office/drawing/2014/main" id="{FD6CCD51-7C99-5E80-0457-C898373DF6E4}"/>
              </a:ext>
            </a:extLst>
          </p:cNvPr>
          <p:cNvSpPr txBox="1">
            <a:spLocks/>
          </p:cNvSpPr>
          <p:nvPr userDrawn="1"/>
        </p:nvSpPr>
        <p:spPr>
          <a:xfrm>
            <a:off x="7325760" y="4090013"/>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333" b="0" i="0">
              <a:solidFill>
                <a:srgbClr val="333333"/>
              </a:solidFill>
              <a:latin typeface="Museo Sans 500" panose="02000000000000000000" pitchFamily="2" charset="77"/>
            </a:endParaRPr>
          </a:p>
        </p:txBody>
      </p:sp>
      <p:sp>
        <p:nvSpPr>
          <p:cNvPr id="36" name="Text Placeholder 18">
            <a:extLst>
              <a:ext uri="{FF2B5EF4-FFF2-40B4-BE49-F238E27FC236}">
                <a16:creationId xmlns:a16="http://schemas.microsoft.com/office/drawing/2014/main" id="{720FC558-6985-7270-6299-08CF2868D09E}"/>
              </a:ext>
            </a:extLst>
          </p:cNvPr>
          <p:cNvSpPr>
            <a:spLocks noGrp="1"/>
          </p:cNvSpPr>
          <p:nvPr>
            <p:ph type="body" sz="quarter" idx="21" hasCustomPrompt="1"/>
          </p:nvPr>
        </p:nvSpPr>
        <p:spPr>
          <a:xfrm>
            <a:off x="7326279" y="3114655"/>
            <a:ext cx="2151803" cy="824992"/>
          </a:xfrm>
        </p:spPr>
        <p:txBody>
          <a:bodyPr lIns="0" tIns="0" rIns="0" bIns="0" anchor="ctr" anchorCtr="0">
            <a:noAutofit/>
          </a:bodyPr>
          <a:lstStyle>
            <a:lvl1pPr marL="0" indent="0" algn="ctr">
              <a:lnSpc>
                <a:spcPct val="100000"/>
              </a:lnSpc>
              <a:buFontTx/>
              <a:buNone/>
              <a:defRPr sz="1467"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37" name="Text Placeholder 18">
            <a:extLst>
              <a:ext uri="{FF2B5EF4-FFF2-40B4-BE49-F238E27FC236}">
                <a16:creationId xmlns:a16="http://schemas.microsoft.com/office/drawing/2014/main" id="{2CCD62BC-6C48-B07B-A263-F69B42DF2A77}"/>
              </a:ext>
            </a:extLst>
          </p:cNvPr>
          <p:cNvSpPr>
            <a:spLocks noGrp="1"/>
          </p:cNvSpPr>
          <p:nvPr>
            <p:ph type="body" sz="quarter" idx="22" hasCustomPrompt="1"/>
          </p:nvPr>
        </p:nvSpPr>
        <p:spPr>
          <a:xfrm>
            <a:off x="7326279" y="4090013"/>
            <a:ext cx="2151803" cy="824992"/>
          </a:xfrm>
        </p:spPr>
        <p:txBody>
          <a:bodyPr lIns="0" tIns="0" rIns="0" bIns="0" anchor="ctr" anchorCtr="0">
            <a:noAutofit/>
          </a:bodyPr>
          <a:lstStyle>
            <a:lvl1pPr marL="0" indent="0" algn="ctr">
              <a:lnSpc>
                <a:spcPct val="100000"/>
              </a:lnSpc>
              <a:buFontTx/>
              <a:buNone/>
              <a:defRPr sz="1333" b="0" i="0">
                <a:solidFill>
                  <a:srgbClr val="333333"/>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pic>
        <p:nvPicPr>
          <p:cNvPr id="12" name="Graphic 11">
            <a:extLst>
              <a:ext uri="{FF2B5EF4-FFF2-40B4-BE49-F238E27FC236}">
                <a16:creationId xmlns:a16="http://schemas.microsoft.com/office/drawing/2014/main" id="{B7B8382D-42E2-EF2F-E907-903F187742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8000" y="2741271"/>
            <a:ext cx="11376000" cy="229045"/>
          </a:xfrm>
          <a:prstGeom prst="rect">
            <a:avLst/>
          </a:prstGeom>
        </p:spPr>
      </p:pic>
      <p:sp>
        <p:nvSpPr>
          <p:cNvPr id="4" name="TextBox 3">
            <a:extLst>
              <a:ext uri="{FF2B5EF4-FFF2-40B4-BE49-F238E27FC236}">
                <a16:creationId xmlns:a16="http://schemas.microsoft.com/office/drawing/2014/main" id="{63EDD03A-CD71-6E11-E8CE-70E03A522311}"/>
              </a:ext>
            </a:extLst>
          </p:cNvPr>
          <p:cNvSpPr txBox="1">
            <a:spLocks/>
          </p:cNvSpPr>
          <p:nvPr userDrawn="1"/>
        </p:nvSpPr>
        <p:spPr>
          <a:xfrm>
            <a:off x="408000" y="3114653"/>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467" b="1">
              <a:solidFill>
                <a:srgbClr val="333333"/>
              </a:solidFill>
              <a:latin typeface="Museo Sans 900" panose="02000000000000000000" pitchFamily="2" charset="77"/>
            </a:endParaRPr>
          </a:p>
        </p:txBody>
      </p:sp>
      <p:sp>
        <p:nvSpPr>
          <p:cNvPr id="5" name="TextBox 4">
            <a:extLst>
              <a:ext uri="{FF2B5EF4-FFF2-40B4-BE49-F238E27FC236}">
                <a16:creationId xmlns:a16="http://schemas.microsoft.com/office/drawing/2014/main" id="{1C3D548C-86E7-B243-CAA8-63EA1DC1A686}"/>
              </a:ext>
            </a:extLst>
          </p:cNvPr>
          <p:cNvSpPr txBox="1">
            <a:spLocks/>
          </p:cNvSpPr>
          <p:nvPr userDrawn="1"/>
        </p:nvSpPr>
        <p:spPr>
          <a:xfrm>
            <a:off x="408000" y="4090013"/>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333" b="0" i="0">
              <a:solidFill>
                <a:srgbClr val="333333"/>
              </a:solidFill>
              <a:latin typeface="Museo Sans 500" panose="02000000000000000000" pitchFamily="2" charset="77"/>
            </a:endParaRPr>
          </a:p>
        </p:txBody>
      </p:sp>
      <p:sp>
        <p:nvSpPr>
          <p:cNvPr id="8" name="Text Placeholder 18">
            <a:extLst>
              <a:ext uri="{FF2B5EF4-FFF2-40B4-BE49-F238E27FC236}">
                <a16:creationId xmlns:a16="http://schemas.microsoft.com/office/drawing/2014/main" id="{803BAAE2-591E-282C-3A85-6C4A15408AE9}"/>
              </a:ext>
            </a:extLst>
          </p:cNvPr>
          <p:cNvSpPr>
            <a:spLocks noGrp="1"/>
          </p:cNvSpPr>
          <p:nvPr>
            <p:ph type="body" sz="quarter" idx="15" hasCustomPrompt="1"/>
          </p:nvPr>
        </p:nvSpPr>
        <p:spPr>
          <a:xfrm>
            <a:off x="408519" y="3114655"/>
            <a:ext cx="2151803" cy="824992"/>
          </a:xfrm>
        </p:spPr>
        <p:txBody>
          <a:bodyPr lIns="0" tIns="0" rIns="0" bIns="0" anchor="ctr" anchorCtr="0">
            <a:noAutofit/>
          </a:bodyPr>
          <a:lstStyle>
            <a:lvl1pPr marL="0" indent="0" algn="ctr">
              <a:lnSpc>
                <a:spcPct val="100000"/>
              </a:lnSpc>
              <a:buFontTx/>
              <a:buNone/>
              <a:defRPr sz="1467"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11" name="Text Placeholder 18">
            <a:extLst>
              <a:ext uri="{FF2B5EF4-FFF2-40B4-BE49-F238E27FC236}">
                <a16:creationId xmlns:a16="http://schemas.microsoft.com/office/drawing/2014/main" id="{7A5BD12A-C8FB-2DCC-417A-ACE9F087293A}"/>
              </a:ext>
            </a:extLst>
          </p:cNvPr>
          <p:cNvSpPr>
            <a:spLocks noGrp="1"/>
          </p:cNvSpPr>
          <p:nvPr>
            <p:ph type="body" sz="quarter" idx="16" hasCustomPrompt="1"/>
          </p:nvPr>
        </p:nvSpPr>
        <p:spPr>
          <a:xfrm>
            <a:off x="408519" y="4090013"/>
            <a:ext cx="2151803" cy="824992"/>
          </a:xfrm>
        </p:spPr>
        <p:txBody>
          <a:bodyPr lIns="0" tIns="0" rIns="0" bIns="0" anchor="ctr" anchorCtr="0">
            <a:noAutofit/>
          </a:bodyPr>
          <a:lstStyle>
            <a:lvl1pPr marL="0" indent="0" algn="ctr">
              <a:lnSpc>
                <a:spcPct val="100000"/>
              </a:lnSpc>
              <a:buFontTx/>
              <a:buNone/>
              <a:defRPr sz="1333" b="0" i="0">
                <a:solidFill>
                  <a:srgbClr val="333333"/>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23" name="TextBox 22">
            <a:extLst>
              <a:ext uri="{FF2B5EF4-FFF2-40B4-BE49-F238E27FC236}">
                <a16:creationId xmlns:a16="http://schemas.microsoft.com/office/drawing/2014/main" id="{930AF789-1412-D105-F2FF-B9E3F8A6013E}"/>
              </a:ext>
            </a:extLst>
          </p:cNvPr>
          <p:cNvSpPr txBox="1">
            <a:spLocks/>
          </p:cNvSpPr>
          <p:nvPr userDrawn="1"/>
        </p:nvSpPr>
        <p:spPr>
          <a:xfrm>
            <a:off x="2712887" y="3114653"/>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467" b="1">
              <a:solidFill>
                <a:srgbClr val="333333"/>
              </a:solidFill>
              <a:latin typeface="Museo Sans 900" panose="02000000000000000000" pitchFamily="2" charset="77"/>
            </a:endParaRPr>
          </a:p>
        </p:txBody>
      </p:sp>
      <p:sp>
        <p:nvSpPr>
          <p:cNvPr id="24" name="TextBox 23">
            <a:extLst>
              <a:ext uri="{FF2B5EF4-FFF2-40B4-BE49-F238E27FC236}">
                <a16:creationId xmlns:a16="http://schemas.microsoft.com/office/drawing/2014/main" id="{332BB1D6-6127-AF00-688E-B03E49EAA952}"/>
              </a:ext>
            </a:extLst>
          </p:cNvPr>
          <p:cNvSpPr txBox="1">
            <a:spLocks/>
          </p:cNvSpPr>
          <p:nvPr userDrawn="1"/>
        </p:nvSpPr>
        <p:spPr>
          <a:xfrm>
            <a:off x="2712887" y="4090013"/>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333" b="0" i="0">
              <a:solidFill>
                <a:srgbClr val="333333"/>
              </a:solidFill>
              <a:latin typeface="Museo Sans 500" panose="02000000000000000000" pitchFamily="2" charset="77"/>
            </a:endParaRPr>
          </a:p>
        </p:txBody>
      </p:sp>
      <p:sp>
        <p:nvSpPr>
          <p:cNvPr id="25" name="Text Placeholder 18">
            <a:extLst>
              <a:ext uri="{FF2B5EF4-FFF2-40B4-BE49-F238E27FC236}">
                <a16:creationId xmlns:a16="http://schemas.microsoft.com/office/drawing/2014/main" id="{8DAB3800-6D28-E091-AB68-6D3E809027A6}"/>
              </a:ext>
            </a:extLst>
          </p:cNvPr>
          <p:cNvSpPr>
            <a:spLocks noGrp="1"/>
          </p:cNvSpPr>
          <p:nvPr>
            <p:ph type="body" sz="quarter" idx="17" hasCustomPrompt="1"/>
          </p:nvPr>
        </p:nvSpPr>
        <p:spPr>
          <a:xfrm>
            <a:off x="2714439" y="3114655"/>
            <a:ext cx="2151803" cy="824992"/>
          </a:xfrm>
        </p:spPr>
        <p:txBody>
          <a:bodyPr lIns="0" tIns="0" rIns="0" bIns="0" anchor="ctr" anchorCtr="0">
            <a:noAutofit/>
          </a:bodyPr>
          <a:lstStyle>
            <a:lvl1pPr marL="0" indent="0" algn="ctr">
              <a:lnSpc>
                <a:spcPct val="100000"/>
              </a:lnSpc>
              <a:buFontTx/>
              <a:buNone/>
              <a:defRPr sz="1467"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26" name="Text Placeholder 18">
            <a:extLst>
              <a:ext uri="{FF2B5EF4-FFF2-40B4-BE49-F238E27FC236}">
                <a16:creationId xmlns:a16="http://schemas.microsoft.com/office/drawing/2014/main" id="{408F15C1-13B2-9727-C8DA-3939DC9082B0}"/>
              </a:ext>
            </a:extLst>
          </p:cNvPr>
          <p:cNvSpPr>
            <a:spLocks noGrp="1"/>
          </p:cNvSpPr>
          <p:nvPr>
            <p:ph type="body" sz="quarter" idx="18" hasCustomPrompt="1"/>
          </p:nvPr>
        </p:nvSpPr>
        <p:spPr>
          <a:xfrm>
            <a:off x="2714439" y="4090013"/>
            <a:ext cx="2151803" cy="824992"/>
          </a:xfrm>
        </p:spPr>
        <p:txBody>
          <a:bodyPr lIns="0" tIns="0" rIns="0" bIns="0" anchor="ctr" anchorCtr="0">
            <a:noAutofit/>
          </a:bodyPr>
          <a:lstStyle>
            <a:lvl1pPr marL="0" indent="0" algn="ctr">
              <a:lnSpc>
                <a:spcPct val="100000"/>
              </a:lnSpc>
              <a:buFontTx/>
              <a:buNone/>
              <a:defRPr sz="1333" b="0" i="0">
                <a:solidFill>
                  <a:srgbClr val="333333"/>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28" name="TextBox 27">
            <a:extLst>
              <a:ext uri="{FF2B5EF4-FFF2-40B4-BE49-F238E27FC236}">
                <a16:creationId xmlns:a16="http://schemas.microsoft.com/office/drawing/2014/main" id="{F7878E48-BE16-8E9B-FDD3-5175474849AF}"/>
              </a:ext>
            </a:extLst>
          </p:cNvPr>
          <p:cNvSpPr txBox="1">
            <a:spLocks/>
          </p:cNvSpPr>
          <p:nvPr userDrawn="1"/>
        </p:nvSpPr>
        <p:spPr>
          <a:xfrm>
            <a:off x="5019324" y="3114653"/>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467" b="1">
              <a:solidFill>
                <a:srgbClr val="333333"/>
              </a:solidFill>
              <a:latin typeface="Museo Sans 900" panose="02000000000000000000" pitchFamily="2" charset="77"/>
            </a:endParaRPr>
          </a:p>
        </p:txBody>
      </p:sp>
      <p:sp>
        <p:nvSpPr>
          <p:cNvPr id="30" name="TextBox 29">
            <a:extLst>
              <a:ext uri="{FF2B5EF4-FFF2-40B4-BE49-F238E27FC236}">
                <a16:creationId xmlns:a16="http://schemas.microsoft.com/office/drawing/2014/main" id="{5DEEDF3D-7D6B-5ED7-A97C-98CB47B87374}"/>
              </a:ext>
            </a:extLst>
          </p:cNvPr>
          <p:cNvSpPr txBox="1">
            <a:spLocks/>
          </p:cNvSpPr>
          <p:nvPr userDrawn="1"/>
        </p:nvSpPr>
        <p:spPr>
          <a:xfrm>
            <a:off x="5019324" y="4090013"/>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333" b="0" i="0">
              <a:solidFill>
                <a:srgbClr val="333333"/>
              </a:solidFill>
              <a:latin typeface="Museo Sans 500" panose="02000000000000000000" pitchFamily="2" charset="77"/>
            </a:endParaRPr>
          </a:p>
        </p:txBody>
      </p:sp>
      <p:sp>
        <p:nvSpPr>
          <p:cNvPr id="31" name="Text Placeholder 18">
            <a:extLst>
              <a:ext uri="{FF2B5EF4-FFF2-40B4-BE49-F238E27FC236}">
                <a16:creationId xmlns:a16="http://schemas.microsoft.com/office/drawing/2014/main" id="{45D43DA5-DBBF-34B3-320A-7CB868F28E14}"/>
              </a:ext>
            </a:extLst>
          </p:cNvPr>
          <p:cNvSpPr>
            <a:spLocks noGrp="1"/>
          </p:cNvSpPr>
          <p:nvPr>
            <p:ph type="body" sz="quarter" idx="19" hasCustomPrompt="1"/>
          </p:nvPr>
        </p:nvSpPr>
        <p:spPr>
          <a:xfrm>
            <a:off x="5020358" y="3114655"/>
            <a:ext cx="2151803" cy="824992"/>
          </a:xfrm>
        </p:spPr>
        <p:txBody>
          <a:bodyPr lIns="0" tIns="0" rIns="0" bIns="0" anchor="ctr" anchorCtr="0">
            <a:noAutofit/>
          </a:bodyPr>
          <a:lstStyle>
            <a:lvl1pPr marL="0" indent="0" algn="ctr">
              <a:lnSpc>
                <a:spcPct val="100000"/>
              </a:lnSpc>
              <a:buFontTx/>
              <a:buNone/>
              <a:defRPr sz="1467"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32" name="Text Placeholder 18">
            <a:extLst>
              <a:ext uri="{FF2B5EF4-FFF2-40B4-BE49-F238E27FC236}">
                <a16:creationId xmlns:a16="http://schemas.microsoft.com/office/drawing/2014/main" id="{53B4D93E-2F68-4C00-5480-1A4453971880}"/>
              </a:ext>
            </a:extLst>
          </p:cNvPr>
          <p:cNvSpPr>
            <a:spLocks noGrp="1"/>
          </p:cNvSpPr>
          <p:nvPr>
            <p:ph type="body" sz="quarter" idx="20" hasCustomPrompt="1"/>
          </p:nvPr>
        </p:nvSpPr>
        <p:spPr>
          <a:xfrm>
            <a:off x="5020358" y="4090013"/>
            <a:ext cx="2151803" cy="824992"/>
          </a:xfrm>
        </p:spPr>
        <p:txBody>
          <a:bodyPr lIns="0" tIns="0" rIns="0" bIns="0" anchor="ctr" anchorCtr="0">
            <a:noAutofit/>
          </a:bodyPr>
          <a:lstStyle>
            <a:lvl1pPr marL="0" indent="0" algn="ctr">
              <a:lnSpc>
                <a:spcPct val="100000"/>
              </a:lnSpc>
              <a:buFontTx/>
              <a:buNone/>
              <a:defRPr sz="1333" b="0" i="0">
                <a:solidFill>
                  <a:srgbClr val="333333"/>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40" name="TextBox 39">
            <a:extLst>
              <a:ext uri="{FF2B5EF4-FFF2-40B4-BE49-F238E27FC236}">
                <a16:creationId xmlns:a16="http://schemas.microsoft.com/office/drawing/2014/main" id="{B22B0CFE-9E32-8EB2-2E3F-F1F0E430ED8E}"/>
              </a:ext>
            </a:extLst>
          </p:cNvPr>
          <p:cNvSpPr txBox="1">
            <a:spLocks/>
          </p:cNvSpPr>
          <p:nvPr userDrawn="1"/>
        </p:nvSpPr>
        <p:spPr>
          <a:xfrm>
            <a:off x="9607880" y="4090013"/>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333" b="0" i="0">
              <a:solidFill>
                <a:srgbClr val="333333"/>
              </a:solidFill>
              <a:latin typeface="Museo Sans 500" panose="02000000000000000000" pitchFamily="2" charset="77"/>
            </a:endParaRPr>
          </a:p>
        </p:txBody>
      </p:sp>
      <p:sp>
        <p:nvSpPr>
          <p:cNvPr id="54" name="TextBox 53">
            <a:extLst>
              <a:ext uri="{FF2B5EF4-FFF2-40B4-BE49-F238E27FC236}">
                <a16:creationId xmlns:a16="http://schemas.microsoft.com/office/drawing/2014/main" id="{8FCA6EF5-32DC-6F10-C360-36CD8F997B57}"/>
              </a:ext>
            </a:extLst>
          </p:cNvPr>
          <p:cNvSpPr txBox="1">
            <a:spLocks/>
          </p:cNvSpPr>
          <p:nvPr userDrawn="1"/>
        </p:nvSpPr>
        <p:spPr>
          <a:xfrm>
            <a:off x="7325760" y="5073239"/>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333" b="0" i="0">
              <a:solidFill>
                <a:srgbClr val="333333"/>
              </a:solidFill>
              <a:latin typeface="Museo Sans 500" panose="02000000000000000000" pitchFamily="2" charset="77"/>
            </a:endParaRPr>
          </a:p>
        </p:txBody>
      </p:sp>
      <p:sp>
        <p:nvSpPr>
          <p:cNvPr id="55" name="Text Placeholder 18">
            <a:extLst>
              <a:ext uri="{FF2B5EF4-FFF2-40B4-BE49-F238E27FC236}">
                <a16:creationId xmlns:a16="http://schemas.microsoft.com/office/drawing/2014/main" id="{61ABF343-B638-50D5-4CB4-77EAE1411C40}"/>
              </a:ext>
            </a:extLst>
          </p:cNvPr>
          <p:cNvSpPr>
            <a:spLocks noGrp="1"/>
          </p:cNvSpPr>
          <p:nvPr>
            <p:ph type="body" sz="quarter" idx="25" hasCustomPrompt="1"/>
          </p:nvPr>
        </p:nvSpPr>
        <p:spPr>
          <a:xfrm>
            <a:off x="7326279" y="5073239"/>
            <a:ext cx="2151803" cy="824992"/>
          </a:xfrm>
        </p:spPr>
        <p:txBody>
          <a:bodyPr lIns="0" tIns="0" rIns="0" bIns="0" anchor="ctr" anchorCtr="0">
            <a:noAutofit/>
          </a:bodyPr>
          <a:lstStyle>
            <a:lvl1pPr marL="0" indent="0" algn="ctr">
              <a:lnSpc>
                <a:spcPct val="100000"/>
              </a:lnSpc>
              <a:buFontTx/>
              <a:buNone/>
              <a:defRPr sz="1333" b="0" i="0">
                <a:solidFill>
                  <a:srgbClr val="333333"/>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56" name="TextBox 55">
            <a:extLst>
              <a:ext uri="{FF2B5EF4-FFF2-40B4-BE49-F238E27FC236}">
                <a16:creationId xmlns:a16="http://schemas.microsoft.com/office/drawing/2014/main" id="{F346A4B6-B5B1-3059-8845-433D0F4D2581}"/>
              </a:ext>
            </a:extLst>
          </p:cNvPr>
          <p:cNvSpPr txBox="1">
            <a:spLocks/>
          </p:cNvSpPr>
          <p:nvPr userDrawn="1"/>
        </p:nvSpPr>
        <p:spPr>
          <a:xfrm>
            <a:off x="408000" y="5073239"/>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333" b="0" i="0">
              <a:solidFill>
                <a:srgbClr val="333333"/>
              </a:solidFill>
              <a:latin typeface="Museo Sans 500" panose="02000000000000000000" pitchFamily="2" charset="77"/>
            </a:endParaRPr>
          </a:p>
        </p:txBody>
      </p:sp>
      <p:sp>
        <p:nvSpPr>
          <p:cNvPr id="57" name="Text Placeholder 18">
            <a:extLst>
              <a:ext uri="{FF2B5EF4-FFF2-40B4-BE49-F238E27FC236}">
                <a16:creationId xmlns:a16="http://schemas.microsoft.com/office/drawing/2014/main" id="{1898917B-6F10-E6B8-9BED-F46F6820D6D8}"/>
              </a:ext>
            </a:extLst>
          </p:cNvPr>
          <p:cNvSpPr>
            <a:spLocks noGrp="1"/>
          </p:cNvSpPr>
          <p:nvPr>
            <p:ph type="body" sz="quarter" idx="26" hasCustomPrompt="1"/>
          </p:nvPr>
        </p:nvSpPr>
        <p:spPr>
          <a:xfrm>
            <a:off x="408519" y="5073239"/>
            <a:ext cx="2151803" cy="824992"/>
          </a:xfrm>
        </p:spPr>
        <p:txBody>
          <a:bodyPr lIns="0" tIns="0" rIns="0" bIns="0" anchor="ctr" anchorCtr="0">
            <a:noAutofit/>
          </a:bodyPr>
          <a:lstStyle>
            <a:lvl1pPr marL="0" indent="0" algn="ctr">
              <a:lnSpc>
                <a:spcPct val="100000"/>
              </a:lnSpc>
              <a:buFontTx/>
              <a:buNone/>
              <a:defRPr sz="1333" b="0" i="0">
                <a:solidFill>
                  <a:srgbClr val="333333"/>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58" name="TextBox 57">
            <a:extLst>
              <a:ext uri="{FF2B5EF4-FFF2-40B4-BE49-F238E27FC236}">
                <a16:creationId xmlns:a16="http://schemas.microsoft.com/office/drawing/2014/main" id="{07CD671C-297E-F63A-BC19-9C3738457398}"/>
              </a:ext>
            </a:extLst>
          </p:cNvPr>
          <p:cNvSpPr txBox="1">
            <a:spLocks/>
          </p:cNvSpPr>
          <p:nvPr userDrawn="1"/>
        </p:nvSpPr>
        <p:spPr>
          <a:xfrm>
            <a:off x="2712887" y="5073239"/>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333" b="0" i="0">
              <a:solidFill>
                <a:srgbClr val="333333"/>
              </a:solidFill>
              <a:latin typeface="Museo Sans 500" panose="02000000000000000000" pitchFamily="2" charset="77"/>
            </a:endParaRPr>
          </a:p>
        </p:txBody>
      </p:sp>
      <p:sp>
        <p:nvSpPr>
          <p:cNvPr id="59" name="Text Placeholder 18">
            <a:extLst>
              <a:ext uri="{FF2B5EF4-FFF2-40B4-BE49-F238E27FC236}">
                <a16:creationId xmlns:a16="http://schemas.microsoft.com/office/drawing/2014/main" id="{49C9BDC4-0859-80ED-5857-78B53318A07C}"/>
              </a:ext>
            </a:extLst>
          </p:cNvPr>
          <p:cNvSpPr>
            <a:spLocks noGrp="1"/>
          </p:cNvSpPr>
          <p:nvPr>
            <p:ph type="body" sz="quarter" idx="27" hasCustomPrompt="1"/>
          </p:nvPr>
        </p:nvSpPr>
        <p:spPr>
          <a:xfrm>
            <a:off x="2714439" y="5073239"/>
            <a:ext cx="2151803" cy="824992"/>
          </a:xfrm>
        </p:spPr>
        <p:txBody>
          <a:bodyPr lIns="0" tIns="0" rIns="0" bIns="0" anchor="ctr" anchorCtr="0">
            <a:noAutofit/>
          </a:bodyPr>
          <a:lstStyle>
            <a:lvl1pPr marL="0" indent="0" algn="ctr">
              <a:lnSpc>
                <a:spcPct val="100000"/>
              </a:lnSpc>
              <a:buFontTx/>
              <a:buNone/>
              <a:defRPr sz="1333" b="0" i="0">
                <a:solidFill>
                  <a:srgbClr val="333333"/>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60" name="TextBox 59">
            <a:extLst>
              <a:ext uri="{FF2B5EF4-FFF2-40B4-BE49-F238E27FC236}">
                <a16:creationId xmlns:a16="http://schemas.microsoft.com/office/drawing/2014/main" id="{75497B03-7B10-0D24-3016-DA3D94A607B1}"/>
              </a:ext>
            </a:extLst>
          </p:cNvPr>
          <p:cNvSpPr txBox="1">
            <a:spLocks/>
          </p:cNvSpPr>
          <p:nvPr userDrawn="1"/>
        </p:nvSpPr>
        <p:spPr>
          <a:xfrm>
            <a:off x="5019324" y="5073239"/>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333" b="0" i="0">
              <a:solidFill>
                <a:srgbClr val="333333"/>
              </a:solidFill>
              <a:latin typeface="Museo Sans 500" panose="02000000000000000000" pitchFamily="2" charset="77"/>
            </a:endParaRPr>
          </a:p>
        </p:txBody>
      </p:sp>
      <p:sp>
        <p:nvSpPr>
          <p:cNvPr id="61" name="Text Placeholder 18">
            <a:extLst>
              <a:ext uri="{FF2B5EF4-FFF2-40B4-BE49-F238E27FC236}">
                <a16:creationId xmlns:a16="http://schemas.microsoft.com/office/drawing/2014/main" id="{5AAA151E-9974-750C-684F-94B1BC62E5D0}"/>
              </a:ext>
            </a:extLst>
          </p:cNvPr>
          <p:cNvSpPr>
            <a:spLocks noGrp="1"/>
          </p:cNvSpPr>
          <p:nvPr>
            <p:ph type="body" sz="quarter" idx="28" hasCustomPrompt="1"/>
          </p:nvPr>
        </p:nvSpPr>
        <p:spPr>
          <a:xfrm>
            <a:off x="5020358" y="5073239"/>
            <a:ext cx="2151803" cy="824992"/>
          </a:xfrm>
        </p:spPr>
        <p:txBody>
          <a:bodyPr lIns="0" tIns="0" rIns="0" bIns="0" anchor="ctr" anchorCtr="0">
            <a:noAutofit/>
          </a:bodyPr>
          <a:lstStyle>
            <a:lvl1pPr marL="0" indent="0" algn="ctr">
              <a:lnSpc>
                <a:spcPct val="100000"/>
              </a:lnSpc>
              <a:buFontTx/>
              <a:buNone/>
              <a:defRPr sz="1333" b="0" i="0">
                <a:solidFill>
                  <a:srgbClr val="333333"/>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62" name="TextBox 61">
            <a:extLst>
              <a:ext uri="{FF2B5EF4-FFF2-40B4-BE49-F238E27FC236}">
                <a16:creationId xmlns:a16="http://schemas.microsoft.com/office/drawing/2014/main" id="{E2320B2A-767E-15E8-6DAF-9B21E15C93B5}"/>
              </a:ext>
            </a:extLst>
          </p:cNvPr>
          <p:cNvSpPr txBox="1">
            <a:spLocks/>
          </p:cNvSpPr>
          <p:nvPr userDrawn="1"/>
        </p:nvSpPr>
        <p:spPr>
          <a:xfrm>
            <a:off x="9607880" y="5073239"/>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333" b="0" i="0">
              <a:solidFill>
                <a:srgbClr val="333333"/>
              </a:solidFill>
              <a:latin typeface="Museo Sans 500" panose="02000000000000000000" pitchFamily="2" charset="77"/>
            </a:endParaRPr>
          </a:p>
        </p:txBody>
      </p:sp>
      <p:sp>
        <p:nvSpPr>
          <p:cNvPr id="13" name="Text Placeholder 18">
            <a:extLst>
              <a:ext uri="{FF2B5EF4-FFF2-40B4-BE49-F238E27FC236}">
                <a16:creationId xmlns:a16="http://schemas.microsoft.com/office/drawing/2014/main" id="{160978D5-9A34-57DA-8939-23730E34CC33}"/>
              </a:ext>
            </a:extLst>
          </p:cNvPr>
          <p:cNvSpPr>
            <a:spLocks noGrp="1"/>
          </p:cNvSpPr>
          <p:nvPr>
            <p:ph type="body" sz="quarter" idx="34" hasCustomPrompt="1"/>
          </p:nvPr>
        </p:nvSpPr>
        <p:spPr>
          <a:xfrm>
            <a:off x="9608840" y="3114655"/>
            <a:ext cx="2151803" cy="824992"/>
          </a:xfrm>
        </p:spPr>
        <p:txBody>
          <a:bodyPr lIns="0" tIns="0" rIns="0" bIns="0" anchor="ctr" anchorCtr="0">
            <a:noAutofit/>
          </a:bodyPr>
          <a:lstStyle>
            <a:lvl1pPr marL="0" indent="0" algn="ctr">
              <a:lnSpc>
                <a:spcPct val="100000"/>
              </a:lnSpc>
              <a:buFontTx/>
              <a:buNone/>
              <a:defRPr sz="1467"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15" name="Text Placeholder 18">
            <a:extLst>
              <a:ext uri="{FF2B5EF4-FFF2-40B4-BE49-F238E27FC236}">
                <a16:creationId xmlns:a16="http://schemas.microsoft.com/office/drawing/2014/main" id="{0EB6E3A2-C257-5D46-BB8B-39AF7FA5C527}"/>
              </a:ext>
            </a:extLst>
          </p:cNvPr>
          <p:cNvSpPr>
            <a:spLocks noGrp="1"/>
          </p:cNvSpPr>
          <p:nvPr>
            <p:ph type="body" sz="quarter" idx="35" hasCustomPrompt="1"/>
          </p:nvPr>
        </p:nvSpPr>
        <p:spPr>
          <a:xfrm>
            <a:off x="9608840" y="4090013"/>
            <a:ext cx="2151803" cy="824992"/>
          </a:xfrm>
        </p:spPr>
        <p:txBody>
          <a:bodyPr lIns="0" tIns="0" rIns="0" bIns="0" anchor="ctr" anchorCtr="0">
            <a:noAutofit/>
          </a:bodyPr>
          <a:lstStyle>
            <a:lvl1pPr marL="0" indent="0" algn="ctr">
              <a:lnSpc>
                <a:spcPct val="100000"/>
              </a:lnSpc>
              <a:buFontTx/>
              <a:buNone/>
              <a:defRPr sz="1333" b="0" i="0">
                <a:solidFill>
                  <a:srgbClr val="333333"/>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18" name="Text Placeholder 18">
            <a:extLst>
              <a:ext uri="{FF2B5EF4-FFF2-40B4-BE49-F238E27FC236}">
                <a16:creationId xmlns:a16="http://schemas.microsoft.com/office/drawing/2014/main" id="{800B951B-E6B3-74D7-7888-9C8564CC9A6E}"/>
              </a:ext>
            </a:extLst>
          </p:cNvPr>
          <p:cNvSpPr>
            <a:spLocks noGrp="1"/>
          </p:cNvSpPr>
          <p:nvPr>
            <p:ph type="body" sz="quarter" idx="36" hasCustomPrompt="1"/>
          </p:nvPr>
        </p:nvSpPr>
        <p:spPr>
          <a:xfrm>
            <a:off x="9608840" y="5073239"/>
            <a:ext cx="2151803" cy="824992"/>
          </a:xfrm>
        </p:spPr>
        <p:txBody>
          <a:bodyPr lIns="0" tIns="0" rIns="0" bIns="0" anchor="ctr" anchorCtr="0">
            <a:noAutofit/>
          </a:bodyPr>
          <a:lstStyle>
            <a:lvl1pPr marL="0" indent="0" algn="ctr">
              <a:lnSpc>
                <a:spcPct val="100000"/>
              </a:lnSpc>
              <a:buFontTx/>
              <a:buNone/>
              <a:defRPr sz="1333" b="0" i="0">
                <a:solidFill>
                  <a:srgbClr val="333333"/>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9" name="TextBox 8">
            <a:extLst>
              <a:ext uri="{FF2B5EF4-FFF2-40B4-BE49-F238E27FC236}">
                <a16:creationId xmlns:a16="http://schemas.microsoft.com/office/drawing/2014/main" id="{A73D8F19-EC61-597A-85E8-8CA01953D78E}"/>
              </a:ext>
            </a:extLst>
          </p:cNvPr>
          <p:cNvSpPr txBox="1"/>
          <p:nvPr userDrawn="1"/>
        </p:nvSpPr>
        <p:spPr>
          <a:xfrm>
            <a:off x="12837459" y="-778"/>
            <a:ext cx="2510117" cy="1734449"/>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This grid slide can be used for purposes such as itineraries.</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Please do not try to squeeze more sections in, or change the size of sections. </a:t>
            </a:r>
            <a:br>
              <a:rPr lang="en-GB" sz="1067" b="0" i="0">
                <a:solidFill>
                  <a:srgbClr val="333333"/>
                </a:solidFill>
                <a:latin typeface="Museo Sans 500" panose="02000000000000000000" pitchFamily="2" charset="77"/>
              </a:rPr>
            </a:b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If you need more sections, please duplicate the slide and spread the information out.</a:t>
            </a:r>
          </a:p>
        </p:txBody>
      </p:sp>
      <p:grpSp>
        <p:nvGrpSpPr>
          <p:cNvPr id="10" name="Group 9">
            <a:extLst>
              <a:ext uri="{FF2B5EF4-FFF2-40B4-BE49-F238E27FC236}">
                <a16:creationId xmlns:a16="http://schemas.microsoft.com/office/drawing/2014/main" id="{3000D12E-C0CE-685F-CE55-5175A8458ABB}"/>
              </a:ext>
            </a:extLst>
          </p:cNvPr>
          <p:cNvGrpSpPr/>
          <p:nvPr userDrawn="1"/>
        </p:nvGrpSpPr>
        <p:grpSpPr>
          <a:xfrm>
            <a:off x="10609008" y="6203793"/>
            <a:ext cx="1111864" cy="408104"/>
            <a:chOff x="397414" y="755885"/>
            <a:chExt cx="2901256" cy="1064892"/>
          </a:xfrm>
        </p:grpSpPr>
        <p:grpSp>
          <p:nvGrpSpPr>
            <p:cNvPr id="20" name="Graphic 4">
              <a:extLst>
                <a:ext uri="{FF2B5EF4-FFF2-40B4-BE49-F238E27FC236}">
                  <a16:creationId xmlns:a16="http://schemas.microsoft.com/office/drawing/2014/main" id="{0CDCEE8A-A36E-4104-8FF9-E3AD6CAB1667}"/>
                </a:ext>
              </a:extLst>
            </p:cNvPr>
            <p:cNvGrpSpPr/>
            <p:nvPr/>
          </p:nvGrpSpPr>
          <p:grpSpPr>
            <a:xfrm>
              <a:off x="397414" y="755885"/>
              <a:ext cx="1031033" cy="1064892"/>
              <a:chOff x="397414" y="755885"/>
              <a:chExt cx="1031033" cy="1064892"/>
            </a:xfrm>
          </p:grpSpPr>
          <p:sp>
            <p:nvSpPr>
              <p:cNvPr id="73" name="Freeform 72">
                <a:extLst>
                  <a:ext uri="{FF2B5EF4-FFF2-40B4-BE49-F238E27FC236}">
                    <a16:creationId xmlns:a16="http://schemas.microsoft.com/office/drawing/2014/main" id="{9E7F2C4F-F661-E1E8-A2B9-E6AA41E898F8}"/>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74" name="Freeform 73">
                <a:extLst>
                  <a:ext uri="{FF2B5EF4-FFF2-40B4-BE49-F238E27FC236}">
                    <a16:creationId xmlns:a16="http://schemas.microsoft.com/office/drawing/2014/main" id="{E8ED8EF1-B95B-0BAA-0468-BA9711B569B1}"/>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75" name="Freeform 74">
                <a:extLst>
                  <a:ext uri="{FF2B5EF4-FFF2-40B4-BE49-F238E27FC236}">
                    <a16:creationId xmlns:a16="http://schemas.microsoft.com/office/drawing/2014/main" id="{75A0D678-DBC5-AFC5-CEED-D2B52AE6A387}"/>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21" name="Graphic 4">
              <a:extLst>
                <a:ext uri="{FF2B5EF4-FFF2-40B4-BE49-F238E27FC236}">
                  <a16:creationId xmlns:a16="http://schemas.microsoft.com/office/drawing/2014/main" id="{7194DB28-6B56-2207-F216-9EEAFBA3F1A8}"/>
                </a:ext>
              </a:extLst>
            </p:cNvPr>
            <p:cNvGrpSpPr/>
            <p:nvPr/>
          </p:nvGrpSpPr>
          <p:grpSpPr>
            <a:xfrm>
              <a:off x="1208140" y="933050"/>
              <a:ext cx="2090530" cy="573060"/>
              <a:chOff x="1208140" y="933050"/>
              <a:chExt cx="2090530" cy="573060"/>
            </a:xfrm>
            <a:solidFill>
              <a:srgbClr val="333333"/>
            </a:solidFill>
          </p:grpSpPr>
          <p:sp>
            <p:nvSpPr>
              <p:cNvPr id="22" name="Freeform 21">
                <a:extLst>
                  <a:ext uri="{FF2B5EF4-FFF2-40B4-BE49-F238E27FC236}">
                    <a16:creationId xmlns:a16="http://schemas.microsoft.com/office/drawing/2014/main" id="{A0379D96-5516-A920-CC3A-433E86FA53E7}"/>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99A369B1-7A49-6DE8-3FE7-36E9E5FAC39E}"/>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F77A0363-8BD4-093B-C1F7-951B64C67C61}"/>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8" name="Freeform 37">
                <a:extLst>
                  <a:ext uri="{FF2B5EF4-FFF2-40B4-BE49-F238E27FC236}">
                    <a16:creationId xmlns:a16="http://schemas.microsoft.com/office/drawing/2014/main" id="{D8F598EC-A063-3233-F038-05651F0AB41A}"/>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1" name="Freeform 40">
                <a:extLst>
                  <a:ext uri="{FF2B5EF4-FFF2-40B4-BE49-F238E27FC236}">
                    <a16:creationId xmlns:a16="http://schemas.microsoft.com/office/drawing/2014/main" id="{91637FAE-986F-8307-AC23-28503A0ED5B4}"/>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2" name="Freeform 41">
                <a:extLst>
                  <a:ext uri="{FF2B5EF4-FFF2-40B4-BE49-F238E27FC236}">
                    <a16:creationId xmlns:a16="http://schemas.microsoft.com/office/drawing/2014/main" id="{A32EBCA0-1A74-8C0D-C0E9-C2049B0F985A}"/>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3" name="Freeform 42">
                <a:extLst>
                  <a:ext uri="{FF2B5EF4-FFF2-40B4-BE49-F238E27FC236}">
                    <a16:creationId xmlns:a16="http://schemas.microsoft.com/office/drawing/2014/main" id="{FD25D355-A5A5-4876-3231-060CFBFE6803}"/>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4" name="Freeform 43">
                <a:extLst>
                  <a:ext uri="{FF2B5EF4-FFF2-40B4-BE49-F238E27FC236}">
                    <a16:creationId xmlns:a16="http://schemas.microsoft.com/office/drawing/2014/main" id="{57F198CB-EB2D-C60A-6861-1F8C74800F0F}"/>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5" name="Freeform 44">
                <a:extLst>
                  <a:ext uri="{FF2B5EF4-FFF2-40B4-BE49-F238E27FC236}">
                    <a16:creationId xmlns:a16="http://schemas.microsoft.com/office/drawing/2014/main" id="{E4A555D0-0CD9-7B63-CF8A-4EE30C5D9C21}"/>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6" name="Freeform 45">
                <a:extLst>
                  <a:ext uri="{FF2B5EF4-FFF2-40B4-BE49-F238E27FC236}">
                    <a16:creationId xmlns:a16="http://schemas.microsoft.com/office/drawing/2014/main" id="{53E3101A-BB02-F6E8-E3B9-936AC96698EA}"/>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7" name="Freeform 46">
                <a:extLst>
                  <a:ext uri="{FF2B5EF4-FFF2-40B4-BE49-F238E27FC236}">
                    <a16:creationId xmlns:a16="http://schemas.microsoft.com/office/drawing/2014/main" id="{4A75A01B-2FDC-B118-47A0-D7B274E5F716}"/>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8" name="Freeform 47">
                <a:extLst>
                  <a:ext uri="{FF2B5EF4-FFF2-40B4-BE49-F238E27FC236}">
                    <a16:creationId xmlns:a16="http://schemas.microsoft.com/office/drawing/2014/main" id="{629ACF41-67F9-A405-06E9-0CD509B70DAA}"/>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9" name="Freeform 48">
                <a:extLst>
                  <a:ext uri="{FF2B5EF4-FFF2-40B4-BE49-F238E27FC236}">
                    <a16:creationId xmlns:a16="http://schemas.microsoft.com/office/drawing/2014/main" id="{5EDF202D-6BF6-7EF1-8B50-7592CF89E23B}"/>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0" name="Freeform 49">
                <a:extLst>
                  <a:ext uri="{FF2B5EF4-FFF2-40B4-BE49-F238E27FC236}">
                    <a16:creationId xmlns:a16="http://schemas.microsoft.com/office/drawing/2014/main" id="{08557BC8-FAF2-3E13-5AC4-607ED8524A01}"/>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1" name="Freeform 50">
                <a:extLst>
                  <a:ext uri="{FF2B5EF4-FFF2-40B4-BE49-F238E27FC236}">
                    <a16:creationId xmlns:a16="http://schemas.microsoft.com/office/drawing/2014/main" id="{C6F9899B-CA64-1168-BE9D-A9DAB67B770C}"/>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2" name="Freeform 51">
                <a:extLst>
                  <a:ext uri="{FF2B5EF4-FFF2-40B4-BE49-F238E27FC236}">
                    <a16:creationId xmlns:a16="http://schemas.microsoft.com/office/drawing/2014/main" id="{FB8561BE-675C-39B5-A7E7-36BBAF918D8F}"/>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3" name="Freeform 52">
                <a:extLst>
                  <a:ext uri="{FF2B5EF4-FFF2-40B4-BE49-F238E27FC236}">
                    <a16:creationId xmlns:a16="http://schemas.microsoft.com/office/drawing/2014/main" id="{E789BD84-F0D4-07CE-E431-C95A95150BF2}"/>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3" name="Freeform 62">
                <a:extLst>
                  <a:ext uri="{FF2B5EF4-FFF2-40B4-BE49-F238E27FC236}">
                    <a16:creationId xmlns:a16="http://schemas.microsoft.com/office/drawing/2014/main" id="{6C3F82B9-6CF0-979F-31F1-4FC9B8E9D755}"/>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80" name="Text Placeholder 24">
            <a:extLst>
              <a:ext uri="{FF2B5EF4-FFF2-40B4-BE49-F238E27FC236}">
                <a16:creationId xmlns:a16="http://schemas.microsoft.com/office/drawing/2014/main" id="{8EC19B1D-AA2D-BAA4-639D-0FCD109D3D66}"/>
              </a:ext>
            </a:extLst>
          </p:cNvPr>
          <p:cNvSpPr>
            <a:spLocks noGrp="1"/>
          </p:cNvSpPr>
          <p:nvPr>
            <p:ph type="body" sz="quarter" idx="14"/>
          </p:nvPr>
        </p:nvSpPr>
        <p:spPr>
          <a:xfrm>
            <a:off x="7180997" y="966143"/>
            <a:ext cx="4579203" cy="1131759"/>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86" name="Text Placeholder 18">
            <a:extLst>
              <a:ext uri="{FF2B5EF4-FFF2-40B4-BE49-F238E27FC236}">
                <a16:creationId xmlns:a16="http://schemas.microsoft.com/office/drawing/2014/main" id="{2B095656-8266-B697-C432-2C45262ED6C6}"/>
              </a:ext>
            </a:extLst>
          </p:cNvPr>
          <p:cNvSpPr>
            <a:spLocks noGrp="1"/>
          </p:cNvSpPr>
          <p:nvPr>
            <p:ph type="body" sz="quarter" idx="13" hasCustomPrompt="1"/>
          </p:nvPr>
        </p:nvSpPr>
        <p:spPr>
          <a:xfrm>
            <a:off x="408000" y="936001"/>
            <a:ext cx="5688000" cy="962247"/>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a:t>
            </a:r>
          </a:p>
        </p:txBody>
      </p:sp>
      <p:sp>
        <p:nvSpPr>
          <p:cNvPr id="87" name="Text Placeholder 24">
            <a:extLst>
              <a:ext uri="{FF2B5EF4-FFF2-40B4-BE49-F238E27FC236}">
                <a16:creationId xmlns:a16="http://schemas.microsoft.com/office/drawing/2014/main" id="{29A8A10B-3B37-FF05-D5CC-297BD8C85B88}"/>
              </a:ext>
            </a:extLst>
          </p:cNvPr>
          <p:cNvSpPr>
            <a:spLocks noGrp="1"/>
          </p:cNvSpPr>
          <p:nvPr>
            <p:ph type="body" sz="quarter" idx="39"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Tree>
    <p:extLst>
      <p:ext uri="{BB962C8B-B14F-4D97-AF65-F5344CB8AC3E}">
        <p14:creationId xmlns:p14="http://schemas.microsoft.com/office/powerpoint/2010/main" val="37428680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able B">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B9F2690-0046-8E43-D8DE-7C97749C6809}"/>
              </a:ext>
            </a:extLst>
          </p:cNvPr>
          <p:cNvGraphicFramePr>
            <a:graphicFrameLocks noGrp="1"/>
          </p:cNvGraphicFramePr>
          <p:nvPr userDrawn="1"/>
        </p:nvGraphicFramePr>
        <p:xfrm>
          <a:off x="417811" y="2515520"/>
          <a:ext cx="11380380" cy="1656508"/>
        </p:xfrm>
        <a:graphic>
          <a:graphicData uri="http://schemas.openxmlformats.org/drawingml/2006/table">
            <a:tbl>
              <a:tblPr firstRow="1" bandRow="1">
                <a:tableStyleId>{5C22544A-7EE6-4342-B048-85BDC9FD1C3A}</a:tableStyleId>
              </a:tblPr>
              <a:tblGrid>
                <a:gridCol w="2845095">
                  <a:extLst>
                    <a:ext uri="{9D8B030D-6E8A-4147-A177-3AD203B41FA5}">
                      <a16:colId xmlns:a16="http://schemas.microsoft.com/office/drawing/2014/main" val="2953749970"/>
                    </a:ext>
                  </a:extLst>
                </a:gridCol>
                <a:gridCol w="2845095">
                  <a:extLst>
                    <a:ext uri="{9D8B030D-6E8A-4147-A177-3AD203B41FA5}">
                      <a16:colId xmlns:a16="http://schemas.microsoft.com/office/drawing/2014/main" val="2200142871"/>
                    </a:ext>
                  </a:extLst>
                </a:gridCol>
                <a:gridCol w="2845095">
                  <a:extLst>
                    <a:ext uri="{9D8B030D-6E8A-4147-A177-3AD203B41FA5}">
                      <a16:colId xmlns:a16="http://schemas.microsoft.com/office/drawing/2014/main" val="2376788986"/>
                    </a:ext>
                  </a:extLst>
                </a:gridCol>
                <a:gridCol w="2845095">
                  <a:extLst>
                    <a:ext uri="{9D8B030D-6E8A-4147-A177-3AD203B41FA5}">
                      <a16:colId xmlns:a16="http://schemas.microsoft.com/office/drawing/2014/main" val="4266094069"/>
                    </a:ext>
                  </a:extLst>
                </a:gridCol>
              </a:tblGrid>
              <a:tr h="414127">
                <a:tc>
                  <a:txBody>
                    <a:bodyPr/>
                    <a:lstStyle/>
                    <a:p>
                      <a:r>
                        <a:rPr lang="en-US" sz="1600" b="1" i="0">
                          <a:solidFill>
                            <a:srgbClr val="FF5A10"/>
                          </a:solidFill>
                          <a:latin typeface="Museo Sans 900" panose="02000000000000000000" pitchFamily="2" charset="77"/>
                        </a:rPr>
                        <a:t>Tab Title</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5A1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1" i="0">
                          <a:solidFill>
                            <a:srgbClr val="FF5A10"/>
                          </a:solidFill>
                          <a:latin typeface="Museo Sans 900" panose="02000000000000000000" pitchFamily="2" charset="77"/>
                        </a:rPr>
                        <a:t>Tab Title</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5A1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1" i="0">
                          <a:solidFill>
                            <a:srgbClr val="FF5A10"/>
                          </a:solidFill>
                          <a:latin typeface="Museo Sans 900" panose="02000000000000000000" pitchFamily="2" charset="77"/>
                        </a:rPr>
                        <a:t>Tab Title</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5A1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1" i="0">
                          <a:solidFill>
                            <a:srgbClr val="FF5A10"/>
                          </a:solidFill>
                          <a:latin typeface="Museo Sans 900" panose="02000000000000000000" pitchFamily="2" charset="77"/>
                        </a:rPr>
                        <a:t>Tab Title</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5A1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7555641"/>
                  </a:ext>
                </a:extLst>
              </a:tr>
              <a:tr h="414127">
                <a:tc>
                  <a:txBody>
                    <a:bodyPr/>
                    <a:lstStyle/>
                    <a:p>
                      <a:r>
                        <a:rPr lang="en-US" sz="1200" b="0" i="0">
                          <a:solidFill>
                            <a:srgbClr val="FF5A10"/>
                          </a:solidFill>
                          <a:latin typeface="Museo Sans 500" panose="02000000000000000000" pitchFamily="2" charset="77"/>
                        </a:rPr>
                        <a:t>This is info</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FF5A10"/>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FF5A10"/>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FF5A10"/>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FF5A10"/>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extLst>
                  <a:ext uri="{0D108BD9-81ED-4DB2-BD59-A6C34878D82A}">
                    <a16:rowId xmlns:a16="http://schemas.microsoft.com/office/drawing/2014/main" val="3310869499"/>
                  </a:ext>
                </a:extLst>
              </a:tr>
              <a:tr h="41412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873474"/>
                  </a:ext>
                </a:extLst>
              </a:tr>
              <a:tr h="41412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extLst>
                  <a:ext uri="{0D108BD9-81ED-4DB2-BD59-A6C34878D82A}">
                    <a16:rowId xmlns:a16="http://schemas.microsoft.com/office/drawing/2014/main" val="4107531673"/>
                  </a:ext>
                </a:extLst>
              </a:tr>
            </a:tbl>
          </a:graphicData>
        </a:graphic>
      </p:graphicFrame>
      <p:graphicFrame>
        <p:nvGraphicFramePr>
          <p:cNvPr id="5" name="Table 4">
            <a:extLst>
              <a:ext uri="{FF2B5EF4-FFF2-40B4-BE49-F238E27FC236}">
                <a16:creationId xmlns:a16="http://schemas.microsoft.com/office/drawing/2014/main" id="{62020748-D4FA-0590-742D-90D6113BFC63}"/>
              </a:ext>
            </a:extLst>
          </p:cNvPr>
          <p:cNvGraphicFramePr>
            <a:graphicFrameLocks noGrp="1"/>
          </p:cNvGraphicFramePr>
          <p:nvPr userDrawn="1"/>
        </p:nvGraphicFramePr>
        <p:xfrm>
          <a:off x="417811" y="4244759"/>
          <a:ext cx="11380380" cy="1656508"/>
        </p:xfrm>
        <a:graphic>
          <a:graphicData uri="http://schemas.openxmlformats.org/drawingml/2006/table">
            <a:tbl>
              <a:tblPr firstRow="1" bandRow="1">
                <a:tableStyleId>{5C22544A-7EE6-4342-B048-85BDC9FD1C3A}</a:tableStyleId>
              </a:tblPr>
              <a:tblGrid>
                <a:gridCol w="2845095">
                  <a:extLst>
                    <a:ext uri="{9D8B030D-6E8A-4147-A177-3AD203B41FA5}">
                      <a16:colId xmlns:a16="http://schemas.microsoft.com/office/drawing/2014/main" val="2953749970"/>
                    </a:ext>
                  </a:extLst>
                </a:gridCol>
                <a:gridCol w="2845095">
                  <a:extLst>
                    <a:ext uri="{9D8B030D-6E8A-4147-A177-3AD203B41FA5}">
                      <a16:colId xmlns:a16="http://schemas.microsoft.com/office/drawing/2014/main" val="2200142871"/>
                    </a:ext>
                  </a:extLst>
                </a:gridCol>
                <a:gridCol w="2845095">
                  <a:extLst>
                    <a:ext uri="{9D8B030D-6E8A-4147-A177-3AD203B41FA5}">
                      <a16:colId xmlns:a16="http://schemas.microsoft.com/office/drawing/2014/main" val="2376788986"/>
                    </a:ext>
                  </a:extLst>
                </a:gridCol>
                <a:gridCol w="2845095">
                  <a:extLst>
                    <a:ext uri="{9D8B030D-6E8A-4147-A177-3AD203B41FA5}">
                      <a16:colId xmlns:a16="http://schemas.microsoft.com/office/drawing/2014/main" val="4266094069"/>
                    </a:ext>
                  </a:extLst>
                </a:gridCol>
              </a:tblGrid>
              <a:tr h="414127">
                <a:tc>
                  <a:txBody>
                    <a:bodyPr/>
                    <a:lstStyle/>
                    <a:p>
                      <a:r>
                        <a:rPr lang="en-US" sz="1600" b="1" i="0">
                          <a:solidFill>
                            <a:srgbClr val="FF5A10"/>
                          </a:solidFill>
                          <a:latin typeface="Museo Sans 900" panose="02000000000000000000" pitchFamily="2" charset="77"/>
                        </a:rPr>
                        <a:t>Tab Title</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5A1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1" i="0">
                          <a:solidFill>
                            <a:srgbClr val="FF5A10"/>
                          </a:solidFill>
                          <a:latin typeface="Museo Sans 900" panose="02000000000000000000" pitchFamily="2" charset="77"/>
                        </a:rPr>
                        <a:t>Tab Title</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5A1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1" i="0">
                          <a:solidFill>
                            <a:srgbClr val="FF5A10"/>
                          </a:solidFill>
                          <a:latin typeface="Museo Sans 900" panose="02000000000000000000" pitchFamily="2" charset="77"/>
                        </a:rPr>
                        <a:t>Tab Title</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5A1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1" i="0">
                          <a:solidFill>
                            <a:srgbClr val="FF5A10"/>
                          </a:solidFill>
                          <a:latin typeface="Museo Sans 900" panose="02000000000000000000" pitchFamily="2" charset="77"/>
                        </a:rPr>
                        <a:t>Tab Title</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5A1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7555641"/>
                  </a:ext>
                </a:extLst>
              </a:tr>
              <a:tr h="414127">
                <a:tc>
                  <a:txBody>
                    <a:bodyPr/>
                    <a:lstStyle/>
                    <a:p>
                      <a:r>
                        <a:rPr lang="en-US" sz="1200" b="0" i="0">
                          <a:solidFill>
                            <a:srgbClr val="FF5A10"/>
                          </a:solidFill>
                          <a:latin typeface="Museo Sans 500" panose="02000000000000000000" pitchFamily="2" charset="77"/>
                        </a:rPr>
                        <a:t>This is info</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FF5A10"/>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FF5A10"/>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FF5A10"/>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FF5A10"/>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extLst>
                  <a:ext uri="{0D108BD9-81ED-4DB2-BD59-A6C34878D82A}">
                    <a16:rowId xmlns:a16="http://schemas.microsoft.com/office/drawing/2014/main" val="3310869499"/>
                  </a:ext>
                </a:extLst>
              </a:tr>
              <a:tr h="41412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873474"/>
                  </a:ext>
                </a:extLst>
              </a:tr>
              <a:tr h="41412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extLst>
                  <a:ext uri="{0D108BD9-81ED-4DB2-BD59-A6C34878D82A}">
                    <a16:rowId xmlns:a16="http://schemas.microsoft.com/office/drawing/2014/main" val="4107531673"/>
                  </a:ext>
                </a:extLst>
              </a:tr>
            </a:tbl>
          </a:graphicData>
        </a:graphic>
      </p:graphicFrame>
      <p:sp>
        <p:nvSpPr>
          <p:cNvPr id="8" name="TextBox 7">
            <a:extLst>
              <a:ext uri="{FF2B5EF4-FFF2-40B4-BE49-F238E27FC236}">
                <a16:creationId xmlns:a16="http://schemas.microsoft.com/office/drawing/2014/main" id="{9CBEC4CA-39D2-E59D-051E-C9C0EB5072BD}"/>
              </a:ext>
            </a:extLst>
          </p:cNvPr>
          <p:cNvSpPr txBox="1"/>
          <p:nvPr userDrawn="1"/>
        </p:nvSpPr>
        <p:spPr>
          <a:xfrm>
            <a:off x="12837459" y="-778"/>
            <a:ext cx="2510117" cy="1406026"/>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The table is built into the presentation.</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To edit, click the table and add whatever data you want. </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You can add more columns and rows if needed.</a:t>
            </a:r>
          </a:p>
        </p:txBody>
      </p:sp>
      <p:grpSp>
        <p:nvGrpSpPr>
          <p:cNvPr id="9" name="Group 8">
            <a:extLst>
              <a:ext uri="{FF2B5EF4-FFF2-40B4-BE49-F238E27FC236}">
                <a16:creationId xmlns:a16="http://schemas.microsoft.com/office/drawing/2014/main" id="{CF5260FE-8A58-FA6B-16F3-CDBAFD7AEB8F}"/>
              </a:ext>
            </a:extLst>
          </p:cNvPr>
          <p:cNvGrpSpPr/>
          <p:nvPr userDrawn="1"/>
        </p:nvGrpSpPr>
        <p:grpSpPr>
          <a:xfrm>
            <a:off x="10609008" y="6203793"/>
            <a:ext cx="1111864" cy="408104"/>
            <a:chOff x="397414" y="755885"/>
            <a:chExt cx="2901256" cy="1064892"/>
          </a:xfrm>
        </p:grpSpPr>
        <p:grpSp>
          <p:nvGrpSpPr>
            <p:cNvPr id="10" name="Graphic 4">
              <a:extLst>
                <a:ext uri="{FF2B5EF4-FFF2-40B4-BE49-F238E27FC236}">
                  <a16:creationId xmlns:a16="http://schemas.microsoft.com/office/drawing/2014/main" id="{F83DD8E3-03DE-F164-3B64-57B9DA6DFCEC}"/>
                </a:ext>
              </a:extLst>
            </p:cNvPr>
            <p:cNvGrpSpPr/>
            <p:nvPr/>
          </p:nvGrpSpPr>
          <p:grpSpPr>
            <a:xfrm>
              <a:off x="397414" y="755885"/>
              <a:ext cx="1031033" cy="1064892"/>
              <a:chOff x="397414" y="755885"/>
              <a:chExt cx="1031033" cy="1064892"/>
            </a:xfrm>
          </p:grpSpPr>
          <p:sp>
            <p:nvSpPr>
              <p:cNvPr id="34" name="Freeform 33">
                <a:extLst>
                  <a:ext uri="{FF2B5EF4-FFF2-40B4-BE49-F238E27FC236}">
                    <a16:creationId xmlns:a16="http://schemas.microsoft.com/office/drawing/2014/main" id="{716921A4-FA0C-202D-DCDF-F3904C8F5F75}"/>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992625BC-CEB0-509E-1D7F-16FD599A25BB}"/>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7649CE5C-86C4-1082-6D9E-867AB0CAD264}"/>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11" name="Graphic 4">
              <a:extLst>
                <a:ext uri="{FF2B5EF4-FFF2-40B4-BE49-F238E27FC236}">
                  <a16:creationId xmlns:a16="http://schemas.microsoft.com/office/drawing/2014/main" id="{25A23A6A-7B5C-8130-D65C-018043DE8A56}"/>
                </a:ext>
              </a:extLst>
            </p:cNvPr>
            <p:cNvGrpSpPr/>
            <p:nvPr/>
          </p:nvGrpSpPr>
          <p:grpSpPr>
            <a:xfrm>
              <a:off x="1208140" y="933050"/>
              <a:ext cx="2090530" cy="573060"/>
              <a:chOff x="1208140" y="933050"/>
              <a:chExt cx="2090530" cy="573060"/>
            </a:xfrm>
            <a:solidFill>
              <a:srgbClr val="333333"/>
            </a:solidFill>
          </p:grpSpPr>
          <p:sp>
            <p:nvSpPr>
              <p:cNvPr id="12" name="Freeform 11">
                <a:extLst>
                  <a:ext uri="{FF2B5EF4-FFF2-40B4-BE49-F238E27FC236}">
                    <a16:creationId xmlns:a16="http://schemas.microsoft.com/office/drawing/2014/main" id="{5ED7E4C9-2A14-95A7-EBA1-4EFD3D35A93D}"/>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D57C6748-89A0-7673-60DB-D7E7BD11EDF1}"/>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1FC2727D-A9F0-D9D0-DA26-49EF65F98FC2}"/>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96708D48-495B-8323-B1B6-0B64AE75BE5C}"/>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3F1A7F39-3F17-B72C-F968-32B9A1860526}"/>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ADCA49B7-10D1-A1E1-03F5-CAB30D1A88D3}"/>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8C877EF9-E535-61BD-5B17-8F7FEEB06257}"/>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EDADB54E-D6CE-3866-52C1-E414642AD377}"/>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C776360A-F8F1-C0CD-D70E-7368A67A374B}"/>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44CBB8A9-CC06-6533-B9C8-0AFABB193BA3}"/>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5" name="Freeform 24">
                <a:extLst>
                  <a:ext uri="{FF2B5EF4-FFF2-40B4-BE49-F238E27FC236}">
                    <a16:creationId xmlns:a16="http://schemas.microsoft.com/office/drawing/2014/main" id="{8452D982-68EB-7263-A54A-94E4833F87E4}"/>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42223B17-7133-4739-3361-B0F9A5E5445E}"/>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2C3B24C5-BAEC-77DC-23EA-244AC4E15740}"/>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8B4FB536-2C35-AAA6-63D3-B8D02AF0FE57}"/>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790CF654-512C-A860-DD67-70B239730D4B}"/>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F38130B7-CDCD-8C21-AC9A-B39E1930D73E}"/>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4B5AB875-4C02-D16A-5379-21AAFE1B669A}"/>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DC6F62B4-C619-5F20-8AAC-4BA47A65C5D9}"/>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46" name="Text Placeholder 24">
            <a:extLst>
              <a:ext uri="{FF2B5EF4-FFF2-40B4-BE49-F238E27FC236}">
                <a16:creationId xmlns:a16="http://schemas.microsoft.com/office/drawing/2014/main" id="{9FC36A24-11CF-AE01-C8DA-8320D47A4AC5}"/>
              </a:ext>
            </a:extLst>
          </p:cNvPr>
          <p:cNvSpPr>
            <a:spLocks noGrp="1"/>
          </p:cNvSpPr>
          <p:nvPr>
            <p:ph type="body" sz="quarter" idx="14"/>
          </p:nvPr>
        </p:nvSpPr>
        <p:spPr>
          <a:xfrm>
            <a:off x="7180997" y="966143"/>
            <a:ext cx="4579203" cy="1131759"/>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47" name="Text Placeholder 18">
            <a:extLst>
              <a:ext uri="{FF2B5EF4-FFF2-40B4-BE49-F238E27FC236}">
                <a16:creationId xmlns:a16="http://schemas.microsoft.com/office/drawing/2014/main" id="{B304BE18-DC0B-E452-3B9E-A4AABD065835}"/>
              </a:ext>
            </a:extLst>
          </p:cNvPr>
          <p:cNvSpPr>
            <a:spLocks noGrp="1"/>
          </p:cNvSpPr>
          <p:nvPr>
            <p:ph type="body" sz="quarter" idx="13" hasCustomPrompt="1"/>
          </p:nvPr>
        </p:nvSpPr>
        <p:spPr>
          <a:xfrm>
            <a:off x="408000" y="936001"/>
            <a:ext cx="5688000" cy="962247"/>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a:t>
            </a:r>
          </a:p>
        </p:txBody>
      </p:sp>
      <p:sp>
        <p:nvSpPr>
          <p:cNvPr id="48" name="Text Placeholder 24">
            <a:extLst>
              <a:ext uri="{FF2B5EF4-FFF2-40B4-BE49-F238E27FC236}">
                <a16:creationId xmlns:a16="http://schemas.microsoft.com/office/drawing/2014/main" id="{3A496856-65D5-8FEA-517F-1D9CA25272DC}"/>
              </a:ext>
            </a:extLst>
          </p:cNvPr>
          <p:cNvSpPr>
            <a:spLocks noGrp="1"/>
          </p:cNvSpPr>
          <p:nvPr>
            <p:ph type="body" sz="quarter" idx="39"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Tree>
    <p:extLst>
      <p:ext uri="{BB962C8B-B14F-4D97-AF65-F5344CB8AC3E}">
        <p14:creationId xmlns:p14="http://schemas.microsoft.com/office/powerpoint/2010/main" val="1118136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able B">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B9F2690-0046-8E43-D8DE-7C97749C6809}"/>
              </a:ext>
            </a:extLst>
          </p:cNvPr>
          <p:cNvGraphicFramePr>
            <a:graphicFrameLocks noGrp="1"/>
          </p:cNvGraphicFramePr>
          <p:nvPr userDrawn="1">
            <p:extLst>
              <p:ext uri="{D42A27DB-BD31-4B8C-83A1-F6EECF244321}">
                <p14:modId xmlns:p14="http://schemas.microsoft.com/office/powerpoint/2010/main" val="2823015103"/>
              </p:ext>
            </p:extLst>
          </p:nvPr>
        </p:nvGraphicFramePr>
        <p:xfrm>
          <a:off x="417811" y="2515520"/>
          <a:ext cx="11380380" cy="1656508"/>
        </p:xfrm>
        <a:graphic>
          <a:graphicData uri="http://schemas.openxmlformats.org/drawingml/2006/table">
            <a:tbl>
              <a:tblPr firstRow="1" bandRow="1">
                <a:tableStyleId>{5C22544A-7EE6-4342-B048-85BDC9FD1C3A}</a:tableStyleId>
              </a:tblPr>
              <a:tblGrid>
                <a:gridCol w="2845095">
                  <a:extLst>
                    <a:ext uri="{9D8B030D-6E8A-4147-A177-3AD203B41FA5}">
                      <a16:colId xmlns:a16="http://schemas.microsoft.com/office/drawing/2014/main" val="2953749970"/>
                    </a:ext>
                  </a:extLst>
                </a:gridCol>
                <a:gridCol w="2845095">
                  <a:extLst>
                    <a:ext uri="{9D8B030D-6E8A-4147-A177-3AD203B41FA5}">
                      <a16:colId xmlns:a16="http://schemas.microsoft.com/office/drawing/2014/main" val="2200142871"/>
                    </a:ext>
                  </a:extLst>
                </a:gridCol>
                <a:gridCol w="2845095">
                  <a:extLst>
                    <a:ext uri="{9D8B030D-6E8A-4147-A177-3AD203B41FA5}">
                      <a16:colId xmlns:a16="http://schemas.microsoft.com/office/drawing/2014/main" val="2376788986"/>
                    </a:ext>
                  </a:extLst>
                </a:gridCol>
                <a:gridCol w="2845095">
                  <a:extLst>
                    <a:ext uri="{9D8B030D-6E8A-4147-A177-3AD203B41FA5}">
                      <a16:colId xmlns:a16="http://schemas.microsoft.com/office/drawing/2014/main" val="4266094069"/>
                    </a:ext>
                  </a:extLst>
                </a:gridCol>
              </a:tblGrid>
              <a:tr h="414127">
                <a:tc>
                  <a:txBody>
                    <a:bodyPr/>
                    <a:lstStyle/>
                    <a:p>
                      <a:r>
                        <a:rPr lang="en-US" sz="1600" b="1" i="0">
                          <a:solidFill>
                            <a:srgbClr val="FF5A10"/>
                          </a:solidFill>
                          <a:latin typeface="Museo Sans 900" panose="02000000000000000000" pitchFamily="2" charset="77"/>
                        </a:rPr>
                        <a:t>Tab Title</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5A1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1" i="0">
                          <a:solidFill>
                            <a:srgbClr val="FF5A10"/>
                          </a:solidFill>
                          <a:latin typeface="Museo Sans 900" panose="02000000000000000000" pitchFamily="2" charset="77"/>
                        </a:rPr>
                        <a:t>Tab Title</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5A1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1" i="0">
                          <a:solidFill>
                            <a:srgbClr val="FF5A10"/>
                          </a:solidFill>
                          <a:latin typeface="Museo Sans 900" panose="02000000000000000000" pitchFamily="2" charset="77"/>
                        </a:rPr>
                        <a:t>Tab Title</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5A1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1" i="0">
                          <a:solidFill>
                            <a:srgbClr val="FF5A10"/>
                          </a:solidFill>
                          <a:latin typeface="Museo Sans 900" panose="02000000000000000000" pitchFamily="2" charset="77"/>
                        </a:rPr>
                        <a:t>Tab Title</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5A1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7555641"/>
                  </a:ext>
                </a:extLst>
              </a:tr>
              <a:tr h="414127">
                <a:tc>
                  <a:txBody>
                    <a:bodyPr/>
                    <a:lstStyle/>
                    <a:p>
                      <a:r>
                        <a:rPr lang="en-US" sz="1200" b="0" i="0">
                          <a:solidFill>
                            <a:srgbClr val="FF5A10"/>
                          </a:solidFill>
                          <a:latin typeface="Museo Sans 500" panose="02000000000000000000" pitchFamily="2" charset="77"/>
                        </a:rPr>
                        <a:t>This is info</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FF5A10"/>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FF5A10"/>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FF5A10"/>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FF5A10"/>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extLst>
                  <a:ext uri="{0D108BD9-81ED-4DB2-BD59-A6C34878D82A}">
                    <a16:rowId xmlns:a16="http://schemas.microsoft.com/office/drawing/2014/main" val="3310869499"/>
                  </a:ext>
                </a:extLst>
              </a:tr>
              <a:tr h="41412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873474"/>
                  </a:ext>
                </a:extLst>
              </a:tr>
              <a:tr h="41412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extLst>
                  <a:ext uri="{0D108BD9-81ED-4DB2-BD59-A6C34878D82A}">
                    <a16:rowId xmlns:a16="http://schemas.microsoft.com/office/drawing/2014/main" val="4107531673"/>
                  </a:ext>
                </a:extLst>
              </a:tr>
            </a:tbl>
          </a:graphicData>
        </a:graphic>
      </p:graphicFrame>
      <p:graphicFrame>
        <p:nvGraphicFramePr>
          <p:cNvPr id="5" name="Table 4">
            <a:extLst>
              <a:ext uri="{FF2B5EF4-FFF2-40B4-BE49-F238E27FC236}">
                <a16:creationId xmlns:a16="http://schemas.microsoft.com/office/drawing/2014/main" id="{62020748-D4FA-0590-742D-90D6113BFC63}"/>
              </a:ext>
            </a:extLst>
          </p:cNvPr>
          <p:cNvGraphicFramePr>
            <a:graphicFrameLocks noGrp="1"/>
          </p:cNvGraphicFramePr>
          <p:nvPr userDrawn="1">
            <p:extLst>
              <p:ext uri="{D42A27DB-BD31-4B8C-83A1-F6EECF244321}">
                <p14:modId xmlns:p14="http://schemas.microsoft.com/office/powerpoint/2010/main" val="3067018860"/>
              </p:ext>
            </p:extLst>
          </p:nvPr>
        </p:nvGraphicFramePr>
        <p:xfrm>
          <a:off x="417811" y="4244759"/>
          <a:ext cx="11380380" cy="1656508"/>
        </p:xfrm>
        <a:graphic>
          <a:graphicData uri="http://schemas.openxmlformats.org/drawingml/2006/table">
            <a:tbl>
              <a:tblPr firstRow="1" bandRow="1">
                <a:tableStyleId>{5C22544A-7EE6-4342-B048-85BDC9FD1C3A}</a:tableStyleId>
              </a:tblPr>
              <a:tblGrid>
                <a:gridCol w="2845095">
                  <a:extLst>
                    <a:ext uri="{9D8B030D-6E8A-4147-A177-3AD203B41FA5}">
                      <a16:colId xmlns:a16="http://schemas.microsoft.com/office/drawing/2014/main" val="2953749970"/>
                    </a:ext>
                  </a:extLst>
                </a:gridCol>
                <a:gridCol w="2845095">
                  <a:extLst>
                    <a:ext uri="{9D8B030D-6E8A-4147-A177-3AD203B41FA5}">
                      <a16:colId xmlns:a16="http://schemas.microsoft.com/office/drawing/2014/main" val="2200142871"/>
                    </a:ext>
                  </a:extLst>
                </a:gridCol>
                <a:gridCol w="2845095">
                  <a:extLst>
                    <a:ext uri="{9D8B030D-6E8A-4147-A177-3AD203B41FA5}">
                      <a16:colId xmlns:a16="http://schemas.microsoft.com/office/drawing/2014/main" val="2376788986"/>
                    </a:ext>
                  </a:extLst>
                </a:gridCol>
                <a:gridCol w="2845095">
                  <a:extLst>
                    <a:ext uri="{9D8B030D-6E8A-4147-A177-3AD203B41FA5}">
                      <a16:colId xmlns:a16="http://schemas.microsoft.com/office/drawing/2014/main" val="4266094069"/>
                    </a:ext>
                  </a:extLst>
                </a:gridCol>
              </a:tblGrid>
              <a:tr h="414127">
                <a:tc>
                  <a:txBody>
                    <a:bodyPr/>
                    <a:lstStyle/>
                    <a:p>
                      <a:r>
                        <a:rPr lang="en-US" sz="1600" b="1" i="0">
                          <a:solidFill>
                            <a:srgbClr val="FF5A10"/>
                          </a:solidFill>
                          <a:latin typeface="Museo Sans 900" panose="02000000000000000000" pitchFamily="2" charset="77"/>
                        </a:rPr>
                        <a:t>Tab Title</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5A1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1" i="0">
                          <a:solidFill>
                            <a:srgbClr val="FF5A10"/>
                          </a:solidFill>
                          <a:latin typeface="Museo Sans 900" panose="02000000000000000000" pitchFamily="2" charset="77"/>
                        </a:rPr>
                        <a:t>Tab Title</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5A1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1" i="0">
                          <a:solidFill>
                            <a:srgbClr val="FF5A10"/>
                          </a:solidFill>
                          <a:latin typeface="Museo Sans 900" panose="02000000000000000000" pitchFamily="2" charset="77"/>
                        </a:rPr>
                        <a:t>Tab Title</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5A1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1" i="0">
                          <a:solidFill>
                            <a:srgbClr val="FF5A10"/>
                          </a:solidFill>
                          <a:latin typeface="Museo Sans 900" panose="02000000000000000000" pitchFamily="2" charset="77"/>
                        </a:rPr>
                        <a:t>Tab Title</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5A1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7555641"/>
                  </a:ext>
                </a:extLst>
              </a:tr>
              <a:tr h="414127">
                <a:tc>
                  <a:txBody>
                    <a:bodyPr/>
                    <a:lstStyle/>
                    <a:p>
                      <a:r>
                        <a:rPr lang="en-US" sz="1200" b="0" i="0">
                          <a:solidFill>
                            <a:srgbClr val="FF5A10"/>
                          </a:solidFill>
                          <a:latin typeface="Museo Sans 500" panose="02000000000000000000" pitchFamily="2" charset="77"/>
                        </a:rPr>
                        <a:t>This is info</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FF5A10"/>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FF5A10"/>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FF5A10"/>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FF5A10"/>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extLst>
                  <a:ext uri="{0D108BD9-81ED-4DB2-BD59-A6C34878D82A}">
                    <a16:rowId xmlns:a16="http://schemas.microsoft.com/office/drawing/2014/main" val="3310869499"/>
                  </a:ext>
                </a:extLst>
              </a:tr>
              <a:tr h="41412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873474"/>
                  </a:ext>
                </a:extLst>
              </a:tr>
              <a:tr h="41412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extLst>
                  <a:ext uri="{0D108BD9-81ED-4DB2-BD59-A6C34878D82A}">
                    <a16:rowId xmlns:a16="http://schemas.microsoft.com/office/drawing/2014/main" val="4107531673"/>
                  </a:ext>
                </a:extLst>
              </a:tr>
            </a:tbl>
          </a:graphicData>
        </a:graphic>
      </p:graphicFrame>
      <p:sp>
        <p:nvSpPr>
          <p:cNvPr id="8" name="TextBox 7">
            <a:extLst>
              <a:ext uri="{FF2B5EF4-FFF2-40B4-BE49-F238E27FC236}">
                <a16:creationId xmlns:a16="http://schemas.microsoft.com/office/drawing/2014/main" id="{9CBEC4CA-39D2-E59D-051E-C9C0EB5072BD}"/>
              </a:ext>
            </a:extLst>
          </p:cNvPr>
          <p:cNvSpPr txBox="1"/>
          <p:nvPr userDrawn="1"/>
        </p:nvSpPr>
        <p:spPr>
          <a:xfrm>
            <a:off x="12837459" y="-778"/>
            <a:ext cx="2510117" cy="1406026"/>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The table is built into the presentation.</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To edit, click the table and add whatever data you want. </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You can add more columns and rows if needed.</a:t>
            </a:r>
          </a:p>
        </p:txBody>
      </p:sp>
      <p:grpSp>
        <p:nvGrpSpPr>
          <p:cNvPr id="9" name="Group 8">
            <a:extLst>
              <a:ext uri="{FF2B5EF4-FFF2-40B4-BE49-F238E27FC236}">
                <a16:creationId xmlns:a16="http://schemas.microsoft.com/office/drawing/2014/main" id="{CF5260FE-8A58-FA6B-16F3-CDBAFD7AEB8F}"/>
              </a:ext>
            </a:extLst>
          </p:cNvPr>
          <p:cNvGrpSpPr/>
          <p:nvPr userDrawn="1"/>
        </p:nvGrpSpPr>
        <p:grpSpPr>
          <a:xfrm>
            <a:off x="10609008" y="6203793"/>
            <a:ext cx="1111864" cy="408104"/>
            <a:chOff x="397414" y="755885"/>
            <a:chExt cx="2901256" cy="1064892"/>
          </a:xfrm>
        </p:grpSpPr>
        <p:grpSp>
          <p:nvGrpSpPr>
            <p:cNvPr id="10" name="Graphic 4">
              <a:extLst>
                <a:ext uri="{FF2B5EF4-FFF2-40B4-BE49-F238E27FC236}">
                  <a16:creationId xmlns:a16="http://schemas.microsoft.com/office/drawing/2014/main" id="{F83DD8E3-03DE-F164-3B64-57B9DA6DFCEC}"/>
                </a:ext>
              </a:extLst>
            </p:cNvPr>
            <p:cNvGrpSpPr/>
            <p:nvPr/>
          </p:nvGrpSpPr>
          <p:grpSpPr>
            <a:xfrm>
              <a:off x="397414" y="755885"/>
              <a:ext cx="1031033" cy="1064892"/>
              <a:chOff x="397414" y="755885"/>
              <a:chExt cx="1031033" cy="1064892"/>
            </a:xfrm>
          </p:grpSpPr>
          <p:sp>
            <p:nvSpPr>
              <p:cNvPr id="34" name="Freeform 33">
                <a:extLst>
                  <a:ext uri="{FF2B5EF4-FFF2-40B4-BE49-F238E27FC236}">
                    <a16:creationId xmlns:a16="http://schemas.microsoft.com/office/drawing/2014/main" id="{716921A4-FA0C-202D-DCDF-F3904C8F5F75}"/>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992625BC-CEB0-509E-1D7F-16FD599A25BB}"/>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7649CE5C-86C4-1082-6D9E-867AB0CAD264}"/>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11" name="Graphic 4">
              <a:extLst>
                <a:ext uri="{FF2B5EF4-FFF2-40B4-BE49-F238E27FC236}">
                  <a16:creationId xmlns:a16="http://schemas.microsoft.com/office/drawing/2014/main" id="{25A23A6A-7B5C-8130-D65C-018043DE8A56}"/>
                </a:ext>
              </a:extLst>
            </p:cNvPr>
            <p:cNvGrpSpPr/>
            <p:nvPr/>
          </p:nvGrpSpPr>
          <p:grpSpPr>
            <a:xfrm>
              <a:off x="1208140" y="933050"/>
              <a:ext cx="2090530" cy="573060"/>
              <a:chOff x="1208140" y="933050"/>
              <a:chExt cx="2090530" cy="573060"/>
            </a:xfrm>
            <a:solidFill>
              <a:srgbClr val="333333"/>
            </a:solidFill>
          </p:grpSpPr>
          <p:sp>
            <p:nvSpPr>
              <p:cNvPr id="12" name="Freeform 11">
                <a:extLst>
                  <a:ext uri="{FF2B5EF4-FFF2-40B4-BE49-F238E27FC236}">
                    <a16:creationId xmlns:a16="http://schemas.microsoft.com/office/drawing/2014/main" id="{5ED7E4C9-2A14-95A7-EBA1-4EFD3D35A93D}"/>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D57C6748-89A0-7673-60DB-D7E7BD11EDF1}"/>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1FC2727D-A9F0-D9D0-DA26-49EF65F98FC2}"/>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96708D48-495B-8323-B1B6-0B64AE75BE5C}"/>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3F1A7F39-3F17-B72C-F968-32B9A1860526}"/>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ADCA49B7-10D1-A1E1-03F5-CAB30D1A88D3}"/>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8C877EF9-E535-61BD-5B17-8F7FEEB06257}"/>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EDADB54E-D6CE-3866-52C1-E414642AD377}"/>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C776360A-F8F1-C0CD-D70E-7368A67A374B}"/>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44CBB8A9-CC06-6533-B9C8-0AFABB193BA3}"/>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5" name="Freeform 24">
                <a:extLst>
                  <a:ext uri="{FF2B5EF4-FFF2-40B4-BE49-F238E27FC236}">
                    <a16:creationId xmlns:a16="http://schemas.microsoft.com/office/drawing/2014/main" id="{8452D982-68EB-7263-A54A-94E4833F87E4}"/>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42223B17-7133-4739-3361-B0F9A5E5445E}"/>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2C3B24C5-BAEC-77DC-23EA-244AC4E15740}"/>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8B4FB536-2C35-AAA6-63D3-B8D02AF0FE57}"/>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790CF654-512C-A860-DD67-70B239730D4B}"/>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F38130B7-CDCD-8C21-AC9A-B39E1930D73E}"/>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4B5AB875-4C02-D16A-5379-21AAFE1B669A}"/>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DC6F62B4-C619-5F20-8AAC-4BA47A65C5D9}"/>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46" name="Text Placeholder 24">
            <a:extLst>
              <a:ext uri="{FF2B5EF4-FFF2-40B4-BE49-F238E27FC236}">
                <a16:creationId xmlns:a16="http://schemas.microsoft.com/office/drawing/2014/main" id="{9FC36A24-11CF-AE01-C8DA-8320D47A4AC5}"/>
              </a:ext>
            </a:extLst>
          </p:cNvPr>
          <p:cNvSpPr>
            <a:spLocks noGrp="1"/>
          </p:cNvSpPr>
          <p:nvPr>
            <p:ph type="body" sz="quarter" idx="14"/>
          </p:nvPr>
        </p:nvSpPr>
        <p:spPr>
          <a:xfrm>
            <a:off x="7180997" y="966143"/>
            <a:ext cx="4579203" cy="1131759"/>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47" name="Text Placeholder 18">
            <a:extLst>
              <a:ext uri="{FF2B5EF4-FFF2-40B4-BE49-F238E27FC236}">
                <a16:creationId xmlns:a16="http://schemas.microsoft.com/office/drawing/2014/main" id="{B304BE18-DC0B-E452-3B9E-A4AABD065835}"/>
              </a:ext>
            </a:extLst>
          </p:cNvPr>
          <p:cNvSpPr>
            <a:spLocks noGrp="1"/>
          </p:cNvSpPr>
          <p:nvPr>
            <p:ph type="body" sz="quarter" idx="13" hasCustomPrompt="1"/>
          </p:nvPr>
        </p:nvSpPr>
        <p:spPr>
          <a:xfrm>
            <a:off x="408000" y="936001"/>
            <a:ext cx="5688000" cy="962247"/>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a:t>
            </a:r>
          </a:p>
        </p:txBody>
      </p:sp>
      <p:sp>
        <p:nvSpPr>
          <p:cNvPr id="48" name="Text Placeholder 24">
            <a:extLst>
              <a:ext uri="{FF2B5EF4-FFF2-40B4-BE49-F238E27FC236}">
                <a16:creationId xmlns:a16="http://schemas.microsoft.com/office/drawing/2014/main" id="{3A496856-65D5-8FEA-517F-1D9CA25272DC}"/>
              </a:ext>
            </a:extLst>
          </p:cNvPr>
          <p:cNvSpPr>
            <a:spLocks noGrp="1"/>
          </p:cNvSpPr>
          <p:nvPr>
            <p:ph type="body" sz="quarter" idx="39"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Tree>
    <p:extLst>
      <p:ext uri="{BB962C8B-B14F-4D97-AF65-F5344CB8AC3E}">
        <p14:creationId xmlns:p14="http://schemas.microsoft.com/office/powerpoint/2010/main" val="1118136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ote">
    <p:bg>
      <p:bgPr>
        <a:solidFill>
          <a:srgbClr val="333333"/>
        </a:solidFill>
        <a:effectLst/>
      </p:bgPr>
    </p:bg>
    <p:spTree>
      <p:nvGrpSpPr>
        <p:cNvPr id="1" name=""/>
        <p:cNvGrpSpPr/>
        <p:nvPr/>
      </p:nvGrpSpPr>
      <p:grpSpPr>
        <a:xfrm>
          <a:off x="0" y="0"/>
          <a:ext cx="0" cy="0"/>
          <a:chOff x="0" y="0"/>
          <a:chExt cx="0" cy="0"/>
        </a:xfrm>
      </p:grpSpPr>
      <p:sp>
        <p:nvSpPr>
          <p:cNvPr id="12" name="Text Placeholder 18">
            <a:extLst>
              <a:ext uri="{FF2B5EF4-FFF2-40B4-BE49-F238E27FC236}">
                <a16:creationId xmlns:a16="http://schemas.microsoft.com/office/drawing/2014/main" id="{32CADCBD-CF2C-D249-68EC-6B39F9101555}"/>
              </a:ext>
            </a:extLst>
          </p:cNvPr>
          <p:cNvSpPr>
            <a:spLocks noGrp="1"/>
          </p:cNvSpPr>
          <p:nvPr>
            <p:ph type="body" sz="quarter" idx="13" hasCustomPrompt="1"/>
          </p:nvPr>
        </p:nvSpPr>
        <p:spPr>
          <a:xfrm>
            <a:off x="1531832" y="2272839"/>
            <a:ext cx="9128336" cy="2171840"/>
          </a:xfrm>
        </p:spPr>
        <p:txBody>
          <a:bodyPr lIns="0" tIns="0" rIns="0" bIns="0" anchor="ctr" anchorCtr="0">
            <a:noAutofit/>
          </a:bodyPr>
          <a:lstStyle>
            <a:lvl1pPr marL="0" indent="0" algn="ctr">
              <a:lnSpc>
                <a:spcPts val="5333"/>
              </a:lnSpc>
              <a:buFontTx/>
              <a:buNone/>
              <a:defRPr sz="5333"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a:t>
            </a:r>
            <a:br>
              <a:rPr lang="en-GB"/>
            </a:br>
            <a:r>
              <a:rPr lang="en-GB"/>
              <a:t>text styles</a:t>
            </a:r>
          </a:p>
        </p:txBody>
      </p:sp>
      <p:sp>
        <p:nvSpPr>
          <p:cNvPr id="15" name="Text Placeholder 18">
            <a:extLst>
              <a:ext uri="{FF2B5EF4-FFF2-40B4-BE49-F238E27FC236}">
                <a16:creationId xmlns:a16="http://schemas.microsoft.com/office/drawing/2014/main" id="{3790B83C-692B-1138-46F4-E234A4573381}"/>
              </a:ext>
            </a:extLst>
          </p:cNvPr>
          <p:cNvSpPr>
            <a:spLocks noGrp="1"/>
          </p:cNvSpPr>
          <p:nvPr>
            <p:ph type="body" sz="quarter" idx="14"/>
          </p:nvPr>
        </p:nvSpPr>
        <p:spPr>
          <a:xfrm>
            <a:off x="1531832" y="4591739"/>
            <a:ext cx="9128336" cy="405687"/>
          </a:xfrm>
        </p:spPr>
        <p:txBody>
          <a:bodyPr lIns="0" tIns="0" rIns="0" bIns="0" anchor="ctr" anchorCtr="0">
            <a:noAutofit/>
          </a:bodyPr>
          <a:lstStyle>
            <a:lvl1pPr marL="0" indent="0" algn="ctr">
              <a:lnSpc>
                <a:spcPct val="100000"/>
              </a:lnSpc>
              <a:buFontTx/>
              <a:buNone/>
              <a:defRPr sz="1600" b="1" i="0">
                <a:solidFill>
                  <a:srgbClr val="FF5A10"/>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 Master text styles</a:t>
            </a:r>
          </a:p>
        </p:txBody>
      </p:sp>
      <p:pic>
        <p:nvPicPr>
          <p:cNvPr id="21" name="Graphic 20">
            <a:extLst>
              <a:ext uri="{FF2B5EF4-FFF2-40B4-BE49-F238E27FC236}">
                <a16:creationId xmlns:a16="http://schemas.microsoft.com/office/drawing/2014/main" id="{C925E07B-60BF-1B7C-2107-5E0F6307704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8001" y="3043689"/>
            <a:ext cx="744065" cy="590400"/>
          </a:xfrm>
          <a:prstGeom prst="rect">
            <a:avLst/>
          </a:prstGeom>
        </p:spPr>
      </p:pic>
      <p:pic>
        <p:nvPicPr>
          <p:cNvPr id="22" name="Graphic 21">
            <a:extLst>
              <a:ext uri="{FF2B5EF4-FFF2-40B4-BE49-F238E27FC236}">
                <a16:creationId xmlns:a16="http://schemas.microsoft.com/office/drawing/2014/main" id="{15D5A43B-305A-2987-0749-7FAA315F269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39936" y="3043689"/>
            <a:ext cx="744417" cy="590400"/>
          </a:xfrm>
          <a:prstGeom prst="rect">
            <a:avLst/>
          </a:prstGeom>
        </p:spPr>
      </p:pic>
      <p:sp>
        <p:nvSpPr>
          <p:cNvPr id="4" name="TextBox 3">
            <a:extLst>
              <a:ext uri="{FF2B5EF4-FFF2-40B4-BE49-F238E27FC236}">
                <a16:creationId xmlns:a16="http://schemas.microsoft.com/office/drawing/2014/main" id="{4974F735-9412-D54C-2C7B-01EA65BC233A}"/>
              </a:ext>
            </a:extLst>
          </p:cNvPr>
          <p:cNvSpPr txBox="1"/>
          <p:nvPr userDrawn="1"/>
        </p:nvSpPr>
        <p:spPr>
          <a:xfrm>
            <a:off x="12837459" y="-778"/>
            <a:ext cx="2510117" cy="913392"/>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You can only use one quote per slide, so try to make it a good one.</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If you have more quotations, each one needs to have its own slide.</a:t>
            </a:r>
          </a:p>
        </p:txBody>
      </p:sp>
      <p:grpSp>
        <p:nvGrpSpPr>
          <p:cNvPr id="37" name="Group 36">
            <a:extLst>
              <a:ext uri="{FF2B5EF4-FFF2-40B4-BE49-F238E27FC236}">
                <a16:creationId xmlns:a16="http://schemas.microsoft.com/office/drawing/2014/main" id="{A08C6204-450C-9A2B-3E55-2272BD0A99C1}"/>
              </a:ext>
            </a:extLst>
          </p:cNvPr>
          <p:cNvGrpSpPr/>
          <p:nvPr userDrawn="1"/>
        </p:nvGrpSpPr>
        <p:grpSpPr>
          <a:xfrm>
            <a:off x="10609008" y="6203793"/>
            <a:ext cx="1111864" cy="408104"/>
            <a:chOff x="7956756" y="4652845"/>
            <a:chExt cx="833898" cy="306078"/>
          </a:xfrm>
        </p:grpSpPr>
        <p:grpSp>
          <p:nvGrpSpPr>
            <p:cNvPr id="8" name="Graphic 4">
              <a:extLst>
                <a:ext uri="{FF2B5EF4-FFF2-40B4-BE49-F238E27FC236}">
                  <a16:creationId xmlns:a16="http://schemas.microsoft.com/office/drawing/2014/main" id="{4BEC583E-8325-7AFA-D61B-BCEDABCAEE6F}"/>
                </a:ext>
              </a:extLst>
            </p:cNvPr>
            <p:cNvGrpSpPr/>
            <p:nvPr/>
          </p:nvGrpSpPr>
          <p:grpSpPr>
            <a:xfrm>
              <a:off x="7956756" y="4652845"/>
              <a:ext cx="296346" cy="306078"/>
              <a:chOff x="397414" y="755885"/>
              <a:chExt cx="1031033" cy="1064892"/>
            </a:xfrm>
          </p:grpSpPr>
          <p:sp>
            <p:nvSpPr>
              <p:cNvPr id="34" name="Freeform 33">
                <a:extLst>
                  <a:ext uri="{FF2B5EF4-FFF2-40B4-BE49-F238E27FC236}">
                    <a16:creationId xmlns:a16="http://schemas.microsoft.com/office/drawing/2014/main" id="{63D431F1-6BA9-092C-C452-60F1BFA779B2}"/>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90B69FF6-074A-7226-4ACB-05528E5D602E}"/>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A249B8D6-0351-075C-8AB8-EDFEDDB895B1}"/>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9" name="Graphic 4">
              <a:extLst>
                <a:ext uri="{FF2B5EF4-FFF2-40B4-BE49-F238E27FC236}">
                  <a16:creationId xmlns:a16="http://schemas.microsoft.com/office/drawing/2014/main" id="{C428CC5C-FEED-BE4F-4872-7745767D448A}"/>
                </a:ext>
              </a:extLst>
            </p:cNvPr>
            <p:cNvGrpSpPr/>
            <p:nvPr/>
          </p:nvGrpSpPr>
          <p:grpSpPr>
            <a:xfrm>
              <a:off x="8189780" y="4703767"/>
              <a:ext cx="600874" cy="164713"/>
              <a:chOff x="1208140" y="933050"/>
              <a:chExt cx="2090530" cy="573060"/>
            </a:xfrm>
            <a:solidFill>
              <a:schemeClr val="bg1"/>
            </a:solidFill>
          </p:grpSpPr>
          <p:sp>
            <p:nvSpPr>
              <p:cNvPr id="10" name="Freeform 9">
                <a:extLst>
                  <a:ext uri="{FF2B5EF4-FFF2-40B4-BE49-F238E27FC236}">
                    <a16:creationId xmlns:a16="http://schemas.microsoft.com/office/drawing/2014/main" id="{3F08B0F9-2173-89CC-AAF5-01E5342558B1}"/>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1" name="Freeform 10">
                <a:extLst>
                  <a:ext uri="{FF2B5EF4-FFF2-40B4-BE49-F238E27FC236}">
                    <a16:creationId xmlns:a16="http://schemas.microsoft.com/office/drawing/2014/main" id="{ABA5602F-15C2-68C7-784C-98A694654EB2}"/>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F14C6E7A-2526-4E41-A1A4-06192F1ED7F8}"/>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6" name="Freeform 15">
                <a:extLst>
                  <a:ext uri="{FF2B5EF4-FFF2-40B4-BE49-F238E27FC236}">
                    <a16:creationId xmlns:a16="http://schemas.microsoft.com/office/drawing/2014/main" id="{D174C0C2-CA68-8DB9-DEDC-E2FDD5B55080}"/>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409FC8AC-0AC4-7BF4-D8D8-53CDE5B3CF45}"/>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1D41B742-408B-4DD8-39C5-B159FE48D53F}"/>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C86C9FEE-DC52-D3D3-354F-3AC82FFEF27D}"/>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6D263447-F229-7555-B765-FBA5D192BE86}"/>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D28BBC8D-C15C-8D1F-B8C4-940D0860F953}"/>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A6158458-8537-E196-8D76-6349CD94F11F}"/>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5" name="Freeform 24">
                <a:extLst>
                  <a:ext uri="{FF2B5EF4-FFF2-40B4-BE49-F238E27FC236}">
                    <a16:creationId xmlns:a16="http://schemas.microsoft.com/office/drawing/2014/main" id="{938E0C9B-DCC9-C534-AF87-3C8839D7DB4F}"/>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F086BE21-9766-482F-C004-F690182D4FC9}"/>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D74ECFBA-8419-327E-E09C-9392D350B1B9}"/>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6628DABA-2197-2E9C-33F7-854755E8F03D}"/>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13183DA8-A1B5-21FD-99FE-BFDF87F46D2C}"/>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A65193D9-16EB-5F02-734B-DFC96C98160B}"/>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2ED94CFC-08C2-5D97-BF54-8000413A7A45}"/>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DE3C44DF-2CF2-7392-E601-78A0CFF0D58E}"/>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grpSp>
      </p:grpSp>
      <p:pic>
        <p:nvPicPr>
          <p:cNvPr id="38" name="Graphic 37">
            <a:extLst>
              <a:ext uri="{FF2B5EF4-FFF2-40B4-BE49-F238E27FC236}">
                <a16:creationId xmlns:a16="http://schemas.microsoft.com/office/drawing/2014/main" id="{E1A8028D-562A-2635-D7DF-41AFCAB89B2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0" y="1"/>
            <a:ext cx="12192000" cy="25399"/>
          </a:xfrm>
          <a:prstGeom prst="rect">
            <a:avLst/>
          </a:prstGeom>
        </p:spPr>
      </p:pic>
    </p:spTree>
    <p:extLst>
      <p:ext uri="{BB962C8B-B14F-4D97-AF65-F5344CB8AC3E}">
        <p14:creationId xmlns:p14="http://schemas.microsoft.com/office/powerpoint/2010/main" val="72166146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Quote">
    <p:bg>
      <p:bgPr>
        <a:solidFill>
          <a:srgbClr val="333333"/>
        </a:solidFill>
        <a:effectLst/>
      </p:bgPr>
    </p:bg>
    <p:spTree>
      <p:nvGrpSpPr>
        <p:cNvPr id="1" name=""/>
        <p:cNvGrpSpPr/>
        <p:nvPr/>
      </p:nvGrpSpPr>
      <p:grpSpPr>
        <a:xfrm>
          <a:off x="0" y="0"/>
          <a:ext cx="0" cy="0"/>
          <a:chOff x="0" y="0"/>
          <a:chExt cx="0" cy="0"/>
        </a:xfrm>
      </p:grpSpPr>
      <p:sp>
        <p:nvSpPr>
          <p:cNvPr id="12" name="Text Placeholder 18">
            <a:extLst>
              <a:ext uri="{FF2B5EF4-FFF2-40B4-BE49-F238E27FC236}">
                <a16:creationId xmlns:a16="http://schemas.microsoft.com/office/drawing/2014/main" id="{32CADCBD-CF2C-D249-68EC-6B39F9101555}"/>
              </a:ext>
            </a:extLst>
          </p:cNvPr>
          <p:cNvSpPr>
            <a:spLocks noGrp="1"/>
          </p:cNvSpPr>
          <p:nvPr>
            <p:ph type="body" sz="quarter" idx="13" hasCustomPrompt="1"/>
          </p:nvPr>
        </p:nvSpPr>
        <p:spPr>
          <a:xfrm>
            <a:off x="1531832" y="2272839"/>
            <a:ext cx="9128336" cy="2171840"/>
          </a:xfrm>
        </p:spPr>
        <p:txBody>
          <a:bodyPr lIns="0" tIns="0" rIns="0" bIns="0" anchor="ctr" anchorCtr="0">
            <a:noAutofit/>
          </a:bodyPr>
          <a:lstStyle>
            <a:lvl1pPr marL="0" indent="0" algn="ctr">
              <a:lnSpc>
                <a:spcPts val="5333"/>
              </a:lnSpc>
              <a:buFontTx/>
              <a:buNone/>
              <a:defRPr sz="5333"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a:t>
            </a:r>
            <a:br>
              <a:rPr lang="en-GB"/>
            </a:br>
            <a:r>
              <a:rPr lang="en-GB"/>
              <a:t>text styles</a:t>
            </a:r>
          </a:p>
        </p:txBody>
      </p:sp>
      <p:sp>
        <p:nvSpPr>
          <p:cNvPr id="15" name="Text Placeholder 18">
            <a:extLst>
              <a:ext uri="{FF2B5EF4-FFF2-40B4-BE49-F238E27FC236}">
                <a16:creationId xmlns:a16="http://schemas.microsoft.com/office/drawing/2014/main" id="{3790B83C-692B-1138-46F4-E234A4573381}"/>
              </a:ext>
            </a:extLst>
          </p:cNvPr>
          <p:cNvSpPr>
            <a:spLocks noGrp="1"/>
          </p:cNvSpPr>
          <p:nvPr>
            <p:ph type="body" sz="quarter" idx="14"/>
          </p:nvPr>
        </p:nvSpPr>
        <p:spPr>
          <a:xfrm>
            <a:off x="1531832" y="4591739"/>
            <a:ext cx="9128336" cy="405687"/>
          </a:xfrm>
        </p:spPr>
        <p:txBody>
          <a:bodyPr lIns="0" tIns="0" rIns="0" bIns="0" anchor="ctr" anchorCtr="0">
            <a:noAutofit/>
          </a:bodyPr>
          <a:lstStyle>
            <a:lvl1pPr marL="0" indent="0" algn="ctr">
              <a:lnSpc>
                <a:spcPct val="100000"/>
              </a:lnSpc>
              <a:buFontTx/>
              <a:buNone/>
              <a:defRPr sz="1600" b="1" i="0">
                <a:solidFill>
                  <a:srgbClr val="FF5A10"/>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 Master text styles</a:t>
            </a:r>
          </a:p>
        </p:txBody>
      </p:sp>
      <p:sp>
        <p:nvSpPr>
          <p:cNvPr id="4" name="TextBox 3">
            <a:extLst>
              <a:ext uri="{FF2B5EF4-FFF2-40B4-BE49-F238E27FC236}">
                <a16:creationId xmlns:a16="http://schemas.microsoft.com/office/drawing/2014/main" id="{4974F735-9412-D54C-2C7B-01EA65BC233A}"/>
              </a:ext>
            </a:extLst>
          </p:cNvPr>
          <p:cNvSpPr txBox="1"/>
          <p:nvPr userDrawn="1"/>
        </p:nvSpPr>
        <p:spPr>
          <a:xfrm>
            <a:off x="12837459" y="-778"/>
            <a:ext cx="2510117" cy="913392"/>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You can only use one quote per slide, so try to make it a good one.</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If you have more quotations, each one needs to have its own slide.</a:t>
            </a:r>
          </a:p>
        </p:txBody>
      </p:sp>
      <p:grpSp>
        <p:nvGrpSpPr>
          <p:cNvPr id="37" name="Group 36">
            <a:extLst>
              <a:ext uri="{FF2B5EF4-FFF2-40B4-BE49-F238E27FC236}">
                <a16:creationId xmlns:a16="http://schemas.microsoft.com/office/drawing/2014/main" id="{A08C6204-450C-9A2B-3E55-2272BD0A99C1}"/>
              </a:ext>
            </a:extLst>
          </p:cNvPr>
          <p:cNvGrpSpPr/>
          <p:nvPr userDrawn="1"/>
        </p:nvGrpSpPr>
        <p:grpSpPr>
          <a:xfrm>
            <a:off x="10609008" y="6203793"/>
            <a:ext cx="1111864" cy="408104"/>
            <a:chOff x="7956756" y="4652845"/>
            <a:chExt cx="833898" cy="306078"/>
          </a:xfrm>
        </p:grpSpPr>
        <p:grpSp>
          <p:nvGrpSpPr>
            <p:cNvPr id="8" name="Graphic 4">
              <a:extLst>
                <a:ext uri="{FF2B5EF4-FFF2-40B4-BE49-F238E27FC236}">
                  <a16:creationId xmlns:a16="http://schemas.microsoft.com/office/drawing/2014/main" id="{4BEC583E-8325-7AFA-D61B-BCEDABCAEE6F}"/>
                </a:ext>
              </a:extLst>
            </p:cNvPr>
            <p:cNvGrpSpPr/>
            <p:nvPr/>
          </p:nvGrpSpPr>
          <p:grpSpPr>
            <a:xfrm>
              <a:off x="7956756" y="4652845"/>
              <a:ext cx="296346" cy="306078"/>
              <a:chOff x="397414" y="755885"/>
              <a:chExt cx="1031033" cy="1064892"/>
            </a:xfrm>
          </p:grpSpPr>
          <p:sp>
            <p:nvSpPr>
              <p:cNvPr id="34" name="Freeform 33">
                <a:extLst>
                  <a:ext uri="{FF2B5EF4-FFF2-40B4-BE49-F238E27FC236}">
                    <a16:creationId xmlns:a16="http://schemas.microsoft.com/office/drawing/2014/main" id="{63D431F1-6BA9-092C-C452-60F1BFA779B2}"/>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90B69FF6-074A-7226-4ACB-05528E5D602E}"/>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A249B8D6-0351-075C-8AB8-EDFEDDB895B1}"/>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9" name="Graphic 4">
              <a:extLst>
                <a:ext uri="{FF2B5EF4-FFF2-40B4-BE49-F238E27FC236}">
                  <a16:creationId xmlns:a16="http://schemas.microsoft.com/office/drawing/2014/main" id="{C428CC5C-FEED-BE4F-4872-7745767D448A}"/>
                </a:ext>
              </a:extLst>
            </p:cNvPr>
            <p:cNvGrpSpPr/>
            <p:nvPr/>
          </p:nvGrpSpPr>
          <p:grpSpPr>
            <a:xfrm>
              <a:off x="8189780" y="4703767"/>
              <a:ext cx="600874" cy="164713"/>
              <a:chOff x="1208140" y="933050"/>
              <a:chExt cx="2090530" cy="573060"/>
            </a:xfrm>
            <a:solidFill>
              <a:schemeClr val="bg1"/>
            </a:solidFill>
          </p:grpSpPr>
          <p:sp>
            <p:nvSpPr>
              <p:cNvPr id="10" name="Freeform 9">
                <a:extLst>
                  <a:ext uri="{FF2B5EF4-FFF2-40B4-BE49-F238E27FC236}">
                    <a16:creationId xmlns:a16="http://schemas.microsoft.com/office/drawing/2014/main" id="{3F08B0F9-2173-89CC-AAF5-01E5342558B1}"/>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1" name="Freeform 10">
                <a:extLst>
                  <a:ext uri="{FF2B5EF4-FFF2-40B4-BE49-F238E27FC236}">
                    <a16:creationId xmlns:a16="http://schemas.microsoft.com/office/drawing/2014/main" id="{ABA5602F-15C2-68C7-784C-98A694654EB2}"/>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F14C6E7A-2526-4E41-A1A4-06192F1ED7F8}"/>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6" name="Freeform 15">
                <a:extLst>
                  <a:ext uri="{FF2B5EF4-FFF2-40B4-BE49-F238E27FC236}">
                    <a16:creationId xmlns:a16="http://schemas.microsoft.com/office/drawing/2014/main" id="{D174C0C2-CA68-8DB9-DEDC-E2FDD5B55080}"/>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409FC8AC-0AC4-7BF4-D8D8-53CDE5B3CF45}"/>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1D41B742-408B-4DD8-39C5-B159FE48D53F}"/>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C86C9FEE-DC52-D3D3-354F-3AC82FFEF27D}"/>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6D263447-F229-7555-B765-FBA5D192BE86}"/>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D28BBC8D-C15C-8D1F-B8C4-940D0860F953}"/>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A6158458-8537-E196-8D76-6349CD94F11F}"/>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5" name="Freeform 24">
                <a:extLst>
                  <a:ext uri="{FF2B5EF4-FFF2-40B4-BE49-F238E27FC236}">
                    <a16:creationId xmlns:a16="http://schemas.microsoft.com/office/drawing/2014/main" id="{938E0C9B-DCC9-C534-AF87-3C8839D7DB4F}"/>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F086BE21-9766-482F-C004-F690182D4FC9}"/>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D74ECFBA-8419-327E-E09C-9392D350B1B9}"/>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6628DABA-2197-2E9C-33F7-854755E8F03D}"/>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13183DA8-A1B5-21FD-99FE-BFDF87F46D2C}"/>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A65193D9-16EB-5F02-734B-DFC96C98160B}"/>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2ED94CFC-08C2-5D97-BF54-8000413A7A45}"/>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DE3C44DF-2CF2-7392-E601-78A0CFF0D58E}"/>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grpSp>
      </p:grpSp>
      <p:pic>
        <p:nvPicPr>
          <p:cNvPr id="38" name="Graphic 37">
            <a:extLst>
              <a:ext uri="{FF2B5EF4-FFF2-40B4-BE49-F238E27FC236}">
                <a16:creationId xmlns:a16="http://schemas.microsoft.com/office/drawing/2014/main" id="{E1A8028D-562A-2635-D7DF-41AFCAB89B2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
            <a:ext cx="12192000" cy="25399"/>
          </a:xfrm>
          <a:prstGeom prst="rect">
            <a:avLst/>
          </a:prstGeom>
        </p:spPr>
      </p:pic>
    </p:spTree>
    <p:extLst>
      <p:ext uri="{BB962C8B-B14F-4D97-AF65-F5344CB8AC3E}">
        <p14:creationId xmlns:p14="http://schemas.microsoft.com/office/powerpoint/2010/main" val="13791511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tat">
    <p:bg>
      <p:bgPr>
        <a:solidFill>
          <a:srgbClr val="333333"/>
        </a:solidFill>
        <a:effectLst/>
      </p:bgPr>
    </p:bg>
    <p:spTree>
      <p:nvGrpSpPr>
        <p:cNvPr id="1" name=""/>
        <p:cNvGrpSpPr/>
        <p:nvPr/>
      </p:nvGrpSpPr>
      <p:grpSpPr>
        <a:xfrm>
          <a:off x="0" y="0"/>
          <a:ext cx="0" cy="0"/>
          <a:chOff x="0" y="0"/>
          <a:chExt cx="0" cy="0"/>
        </a:xfrm>
      </p:grpSpPr>
      <p:sp>
        <p:nvSpPr>
          <p:cNvPr id="17" name="Text Placeholder 18">
            <a:extLst>
              <a:ext uri="{FF2B5EF4-FFF2-40B4-BE49-F238E27FC236}">
                <a16:creationId xmlns:a16="http://schemas.microsoft.com/office/drawing/2014/main" id="{61028271-208E-B38C-51EE-BDCF85E6E622}"/>
              </a:ext>
            </a:extLst>
          </p:cNvPr>
          <p:cNvSpPr>
            <a:spLocks noGrp="1"/>
          </p:cNvSpPr>
          <p:nvPr>
            <p:ph type="body" sz="quarter" idx="16"/>
          </p:nvPr>
        </p:nvSpPr>
        <p:spPr>
          <a:xfrm>
            <a:off x="7507656" y="2947877"/>
            <a:ext cx="2307675" cy="1681996"/>
          </a:xfrm>
        </p:spPr>
        <p:txBody>
          <a:bodyPr lIns="0" tIns="0" rIns="0" bIns="0">
            <a:noAutofit/>
          </a:bodyPr>
          <a:lstStyle>
            <a:lvl1pPr marL="0" indent="0">
              <a:lnSpc>
                <a:spcPct val="100000"/>
              </a:lnSpc>
              <a:buFontTx/>
              <a:buNone/>
              <a:defRPr sz="1867" b="0" i="0">
                <a:solidFill>
                  <a:srgbClr val="FFFFFF"/>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 Master text styles</a:t>
            </a:r>
          </a:p>
        </p:txBody>
      </p:sp>
      <p:sp>
        <p:nvSpPr>
          <p:cNvPr id="18" name="Text Placeholder 18">
            <a:extLst>
              <a:ext uri="{FF2B5EF4-FFF2-40B4-BE49-F238E27FC236}">
                <a16:creationId xmlns:a16="http://schemas.microsoft.com/office/drawing/2014/main" id="{3962597B-E8B1-94CA-D227-E7B19D3537FD}"/>
              </a:ext>
            </a:extLst>
          </p:cNvPr>
          <p:cNvSpPr>
            <a:spLocks noGrp="1"/>
          </p:cNvSpPr>
          <p:nvPr>
            <p:ph type="body" sz="quarter" idx="17" hasCustomPrompt="1"/>
          </p:nvPr>
        </p:nvSpPr>
        <p:spPr>
          <a:xfrm>
            <a:off x="2653442" y="2855277"/>
            <a:ext cx="4491997" cy="1743729"/>
          </a:xfrm>
        </p:spPr>
        <p:txBody>
          <a:bodyPr lIns="0" tIns="0" rIns="0" bIns="0" anchor="ctr" anchorCtr="0">
            <a:noAutofit/>
          </a:bodyPr>
          <a:lstStyle>
            <a:lvl1pPr marL="0" indent="0">
              <a:lnSpc>
                <a:spcPct val="100000"/>
              </a:lnSpc>
              <a:buFontTx/>
              <a:buNone/>
              <a:defRPr sz="14666" b="1" i="0">
                <a:gradFill>
                  <a:gsLst>
                    <a:gs pos="4798">
                      <a:srgbClr val="662D8F"/>
                    </a:gs>
                    <a:gs pos="45955">
                      <a:srgbClr val="FF5A10"/>
                    </a:gs>
                    <a:gs pos="87145">
                      <a:srgbClr val="FFBC03"/>
                    </a:gs>
                  </a:gsLst>
                  <a:lin ang="19429246" scaled="1"/>
                </a:gra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XX%</a:t>
            </a:r>
          </a:p>
        </p:txBody>
      </p:sp>
      <p:sp>
        <p:nvSpPr>
          <p:cNvPr id="4" name="TextBox 3">
            <a:extLst>
              <a:ext uri="{FF2B5EF4-FFF2-40B4-BE49-F238E27FC236}">
                <a16:creationId xmlns:a16="http://schemas.microsoft.com/office/drawing/2014/main" id="{7981959E-7FE3-FD61-14D5-92CF25D08EF6}"/>
              </a:ext>
            </a:extLst>
          </p:cNvPr>
          <p:cNvSpPr txBox="1"/>
          <p:nvPr userDrawn="1"/>
        </p:nvSpPr>
        <p:spPr>
          <a:xfrm>
            <a:off x="12837459" y="-778"/>
            <a:ext cx="2510117" cy="1734449"/>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This slide is for headline statistics. Please only use one statistic per slide.</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If you have lots of great statistics, consider using one of the other statistics slides for the rest and choosing one to highlight. Or, you can spread single headline statistics throughout your presentation.</a:t>
            </a:r>
          </a:p>
        </p:txBody>
      </p:sp>
      <p:grpSp>
        <p:nvGrpSpPr>
          <p:cNvPr id="5" name="Group 4">
            <a:extLst>
              <a:ext uri="{FF2B5EF4-FFF2-40B4-BE49-F238E27FC236}">
                <a16:creationId xmlns:a16="http://schemas.microsoft.com/office/drawing/2014/main" id="{161EEB9D-A129-789A-4417-4347AFF7AE8F}"/>
              </a:ext>
            </a:extLst>
          </p:cNvPr>
          <p:cNvGrpSpPr/>
          <p:nvPr userDrawn="1"/>
        </p:nvGrpSpPr>
        <p:grpSpPr>
          <a:xfrm>
            <a:off x="10609008" y="6203793"/>
            <a:ext cx="1111864" cy="408104"/>
            <a:chOff x="7956756" y="4652845"/>
            <a:chExt cx="833898" cy="306078"/>
          </a:xfrm>
        </p:grpSpPr>
        <p:grpSp>
          <p:nvGrpSpPr>
            <p:cNvPr id="8" name="Graphic 4">
              <a:extLst>
                <a:ext uri="{FF2B5EF4-FFF2-40B4-BE49-F238E27FC236}">
                  <a16:creationId xmlns:a16="http://schemas.microsoft.com/office/drawing/2014/main" id="{ECC0B48C-2887-1C27-364E-7D5017FDBEEF}"/>
                </a:ext>
              </a:extLst>
            </p:cNvPr>
            <p:cNvGrpSpPr/>
            <p:nvPr/>
          </p:nvGrpSpPr>
          <p:grpSpPr>
            <a:xfrm>
              <a:off x="7956756" y="4652845"/>
              <a:ext cx="296346" cy="306078"/>
              <a:chOff x="397414" y="755885"/>
              <a:chExt cx="1031033" cy="1064892"/>
            </a:xfrm>
          </p:grpSpPr>
          <p:sp>
            <p:nvSpPr>
              <p:cNvPr id="33" name="Freeform 32">
                <a:extLst>
                  <a:ext uri="{FF2B5EF4-FFF2-40B4-BE49-F238E27FC236}">
                    <a16:creationId xmlns:a16="http://schemas.microsoft.com/office/drawing/2014/main" id="{010BA813-7642-6D7F-622A-ABBFE3CA91A2}"/>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4" name="Freeform 33">
                <a:extLst>
                  <a:ext uri="{FF2B5EF4-FFF2-40B4-BE49-F238E27FC236}">
                    <a16:creationId xmlns:a16="http://schemas.microsoft.com/office/drawing/2014/main" id="{169DEE5D-BDAB-B6F1-2F65-73344EDD7680}"/>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B42057D5-59ED-A173-D2F9-8860A3F3A480}"/>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9" name="Graphic 4">
              <a:extLst>
                <a:ext uri="{FF2B5EF4-FFF2-40B4-BE49-F238E27FC236}">
                  <a16:creationId xmlns:a16="http://schemas.microsoft.com/office/drawing/2014/main" id="{1E34A9A7-ED16-93EE-67A0-ACABCDE9CFB8}"/>
                </a:ext>
              </a:extLst>
            </p:cNvPr>
            <p:cNvGrpSpPr/>
            <p:nvPr/>
          </p:nvGrpSpPr>
          <p:grpSpPr>
            <a:xfrm>
              <a:off x="8189780" y="4703767"/>
              <a:ext cx="600874" cy="164713"/>
              <a:chOff x="1208140" y="933050"/>
              <a:chExt cx="2090530" cy="573060"/>
            </a:xfrm>
            <a:solidFill>
              <a:schemeClr val="bg1"/>
            </a:solidFill>
          </p:grpSpPr>
          <p:sp>
            <p:nvSpPr>
              <p:cNvPr id="10" name="Freeform 9">
                <a:extLst>
                  <a:ext uri="{FF2B5EF4-FFF2-40B4-BE49-F238E27FC236}">
                    <a16:creationId xmlns:a16="http://schemas.microsoft.com/office/drawing/2014/main" id="{46F55301-97F8-0E5F-AD8C-F41BADAB47D2}"/>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2" name="Freeform 11">
                <a:extLst>
                  <a:ext uri="{FF2B5EF4-FFF2-40B4-BE49-F238E27FC236}">
                    <a16:creationId xmlns:a16="http://schemas.microsoft.com/office/drawing/2014/main" id="{A07DEB21-742B-036C-2348-600814DCF006}"/>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64093D11-3780-1960-A3D7-887DFF085425}"/>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3F4C1697-BBE1-3E27-2485-1C6C53C1926C}"/>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6" name="Freeform 15">
                <a:extLst>
                  <a:ext uri="{FF2B5EF4-FFF2-40B4-BE49-F238E27FC236}">
                    <a16:creationId xmlns:a16="http://schemas.microsoft.com/office/drawing/2014/main" id="{DD572135-D386-F634-8E37-D313DCEAE208}"/>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B3697033-A6E3-EFF3-45AE-343E3B8FDC63}"/>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94051C14-2822-F0B2-D156-489AE53DDC8E}"/>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52A150FA-162A-4F0B-B58D-79F89A95C3C3}"/>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528438D1-E741-6FBC-6AA2-5C6193B25E83}"/>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3FCE2F61-3CB5-F369-1A47-C26883B91868}"/>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50E678C8-3910-F64E-44A1-9262185CA875}"/>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5" name="Freeform 24">
                <a:extLst>
                  <a:ext uri="{FF2B5EF4-FFF2-40B4-BE49-F238E27FC236}">
                    <a16:creationId xmlns:a16="http://schemas.microsoft.com/office/drawing/2014/main" id="{CAC72E2E-6223-E965-17FF-519672A61C53}"/>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6238CA05-55B8-046D-94B4-C5CF00835F39}"/>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CD835031-3FA3-8E5C-6A15-DAFFB6AA49BC}"/>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365E53CD-7576-0867-83A7-A843D747662E}"/>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26201BD2-691B-A796-490B-73DF8299668B}"/>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A964F6C9-0DE7-7EEB-3F58-7AE3C254639B}"/>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DF6978F8-65A0-BE3B-FE1D-A6DD25690D18}"/>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40" name="Text Placeholder 18">
            <a:extLst>
              <a:ext uri="{FF2B5EF4-FFF2-40B4-BE49-F238E27FC236}">
                <a16:creationId xmlns:a16="http://schemas.microsoft.com/office/drawing/2014/main" id="{C5564C74-7411-1905-8BAA-14436F459C6E}"/>
              </a:ext>
            </a:extLst>
          </p:cNvPr>
          <p:cNvSpPr>
            <a:spLocks noGrp="1"/>
          </p:cNvSpPr>
          <p:nvPr>
            <p:ph type="body" sz="quarter" idx="15" hasCustomPrompt="1"/>
          </p:nvPr>
        </p:nvSpPr>
        <p:spPr>
          <a:xfrm>
            <a:off x="408517" y="936001"/>
            <a:ext cx="11400000" cy="962247"/>
          </a:xfrm>
        </p:spPr>
        <p:txBody>
          <a:bodyPr lIns="0" tIns="0" rIns="0" bIns="0">
            <a:noAutofit/>
          </a:bodyPr>
          <a:lstStyle>
            <a:lvl1pPr marL="0" indent="0">
              <a:lnSpc>
                <a:spcPct val="100000"/>
              </a:lnSpc>
              <a:buFontTx/>
              <a:buNone/>
              <a:defRPr sz="5333" b="1" i="0">
                <a:solidFill>
                  <a:srgbClr val="FF5A10"/>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a:t>
            </a:r>
          </a:p>
        </p:txBody>
      </p:sp>
      <p:sp>
        <p:nvSpPr>
          <p:cNvPr id="41" name="Text Placeholder 24">
            <a:extLst>
              <a:ext uri="{FF2B5EF4-FFF2-40B4-BE49-F238E27FC236}">
                <a16:creationId xmlns:a16="http://schemas.microsoft.com/office/drawing/2014/main" id="{4E523279-DF6D-5F16-1CA8-E1832F1ABA78}"/>
              </a:ext>
            </a:extLst>
          </p:cNvPr>
          <p:cNvSpPr>
            <a:spLocks noGrp="1"/>
          </p:cNvSpPr>
          <p:nvPr>
            <p:ph type="body" sz="quarter" idx="14"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bg1"/>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Tree>
    <p:custDataLst>
      <p:tags r:id="rId1"/>
    </p:custDataLst>
    <p:extLst>
      <p:ext uri="{BB962C8B-B14F-4D97-AF65-F5344CB8AC3E}">
        <p14:creationId xmlns:p14="http://schemas.microsoft.com/office/powerpoint/2010/main" val="15377538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37468B2-AE81-AC1C-8BC8-AA90C3CA6308}"/>
              </a:ext>
            </a:extLst>
          </p:cNvPr>
          <p:cNvSpPr txBox="1"/>
          <p:nvPr userDrawn="1"/>
        </p:nvSpPr>
        <p:spPr>
          <a:xfrm>
            <a:off x="12837459" y="-779"/>
            <a:ext cx="2510117" cy="749179"/>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Images can be used in the place holder frame. The orange corner graphic is an additional element and must remain in place.</a:t>
            </a:r>
          </a:p>
        </p:txBody>
      </p:sp>
    </p:spTree>
    <p:custDataLst>
      <p:tags r:id="rId1"/>
    </p:custDataLst>
    <p:extLst>
      <p:ext uri="{BB962C8B-B14F-4D97-AF65-F5344CB8AC3E}">
        <p14:creationId xmlns:p14="http://schemas.microsoft.com/office/powerpoint/2010/main" val="11795691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ack Cover">
    <p:bg>
      <p:bgPr>
        <a:solidFill>
          <a:schemeClr val="bg1"/>
        </a:solidFill>
        <a:effectLst/>
      </p:bgPr>
    </p:bg>
    <p:spTree>
      <p:nvGrpSpPr>
        <p:cNvPr id="1" name=""/>
        <p:cNvGrpSpPr/>
        <p:nvPr/>
      </p:nvGrpSpPr>
      <p:grpSpPr>
        <a:xfrm>
          <a:off x="0" y="0"/>
          <a:ext cx="0" cy="0"/>
          <a:chOff x="0" y="0"/>
          <a:chExt cx="0" cy="0"/>
        </a:xfrm>
      </p:grpSpPr>
      <p:sp>
        <p:nvSpPr>
          <p:cNvPr id="5" name="Picture Placeholder 16">
            <a:extLst>
              <a:ext uri="{FF2B5EF4-FFF2-40B4-BE49-F238E27FC236}">
                <a16:creationId xmlns:a16="http://schemas.microsoft.com/office/drawing/2014/main" id="{04C75B84-ACEB-E03F-A0FF-A799179B4FB1}"/>
              </a:ext>
            </a:extLst>
          </p:cNvPr>
          <p:cNvSpPr>
            <a:spLocks noGrp="1"/>
          </p:cNvSpPr>
          <p:nvPr>
            <p:ph type="pic" sz="quarter" idx="16"/>
          </p:nvPr>
        </p:nvSpPr>
        <p:spPr>
          <a:xfrm>
            <a:off x="8102602" y="-778"/>
            <a:ext cx="4096765" cy="6861341"/>
          </a:xfrm>
          <a:custGeom>
            <a:avLst/>
            <a:gdLst>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510656 w 3063875"/>
              <a:gd name="connsiteY6" fmla="*/ 5143500 h 5143500"/>
              <a:gd name="connsiteX7" fmla="*/ 0 w 3063875"/>
              <a:gd name="connsiteY7" fmla="*/ 4632844 h 5143500"/>
              <a:gd name="connsiteX8" fmla="*/ 0 w 3063875"/>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0 w 3063875"/>
              <a:gd name="connsiteY7" fmla="*/ 4632844 h 5143500"/>
              <a:gd name="connsiteX8" fmla="*/ 0 w 3063875"/>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22485 w 3063875"/>
              <a:gd name="connsiteY7" fmla="*/ 1874653 h 5143500"/>
              <a:gd name="connsiteX8" fmla="*/ 0 w 3063875"/>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22485 w 3063875"/>
              <a:gd name="connsiteY7" fmla="*/ 1874653 h 5143500"/>
              <a:gd name="connsiteX8" fmla="*/ 0 w 3063875"/>
              <a:gd name="connsiteY8" fmla="*/ 510656 h 5143500"/>
              <a:gd name="connsiteX0" fmla="*/ 12413 w 3076288"/>
              <a:gd name="connsiteY0" fmla="*/ 510656 h 5143500"/>
              <a:gd name="connsiteX1" fmla="*/ 523069 w 3076288"/>
              <a:gd name="connsiteY1" fmla="*/ 0 h 5143500"/>
              <a:gd name="connsiteX2" fmla="*/ 2565632 w 3076288"/>
              <a:gd name="connsiteY2" fmla="*/ 0 h 5143500"/>
              <a:gd name="connsiteX3" fmla="*/ 3076288 w 3076288"/>
              <a:gd name="connsiteY3" fmla="*/ 510656 h 5143500"/>
              <a:gd name="connsiteX4" fmla="*/ 3076288 w 3076288"/>
              <a:gd name="connsiteY4" fmla="*/ 4632844 h 5143500"/>
              <a:gd name="connsiteX5" fmla="*/ 2565632 w 3076288"/>
              <a:gd name="connsiteY5" fmla="*/ 5143500 h 5143500"/>
              <a:gd name="connsiteX6" fmla="*/ 1422479 w 3076288"/>
              <a:gd name="connsiteY6" fmla="*/ 5136005 h 5143500"/>
              <a:gd name="connsiteX7" fmla="*/ 34898 w 3076288"/>
              <a:gd name="connsiteY7" fmla="*/ 1874653 h 5143500"/>
              <a:gd name="connsiteX8" fmla="*/ 12413 w 3076288"/>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254832 w 3063875"/>
              <a:gd name="connsiteY7" fmla="*/ 2878994 h 5143500"/>
              <a:gd name="connsiteX8" fmla="*/ 0 w 3063875"/>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254832 w 3063875"/>
              <a:gd name="connsiteY7" fmla="*/ 2878994 h 5143500"/>
              <a:gd name="connsiteX8" fmla="*/ 0 w 3063875"/>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254832 w 3063875"/>
              <a:gd name="connsiteY7" fmla="*/ 2878994 h 5143500"/>
              <a:gd name="connsiteX8" fmla="*/ 0 w 3063875"/>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254832 w 3063875"/>
              <a:gd name="connsiteY7" fmla="*/ 2878994 h 5143500"/>
              <a:gd name="connsiteX8" fmla="*/ 0 w 3063875"/>
              <a:gd name="connsiteY8" fmla="*/ 510656 h 5143500"/>
              <a:gd name="connsiteX0" fmla="*/ 0 w 3063875"/>
              <a:gd name="connsiteY0" fmla="*/ 140881 h 5230925"/>
              <a:gd name="connsiteX1" fmla="*/ 510656 w 3063875"/>
              <a:gd name="connsiteY1" fmla="*/ 87425 h 5230925"/>
              <a:gd name="connsiteX2" fmla="*/ 2553219 w 3063875"/>
              <a:gd name="connsiteY2" fmla="*/ 87425 h 5230925"/>
              <a:gd name="connsiteX3" fmla="*/ 3063875 w 3063875"/>
              <a:gd name="connsiteY3" fmla="*/ 598081 h 5230925"/>
              <a:gd name="connsiteX4" fmla="*/ 3063875 w 3063875"/>
              <a:gd name="connsiteY4" fmla="*/ 4720269 h 5230925"/>
              <a:gd name="connsiteX5" fmla="*/ 2553219 w 3063875"/>
              <a:gd name="connsiteY5" fmla="*/ 5230925 h 5230925"/>
              <a:gd name="connsiteX6" fmla="*/ 1410066 w 3063875"/>
              <a:gd name="connsiteY6" fmla="*/ 5223430 h 5230925"/>
              <a:gd name="connsiteX7" fmla="*/ 254832 w 3063875"/>
              <a:gd name="connsiteY7" fmla="*/ 2966419 h 5230925"/>
              <a:gd name="connsiteX8" fmla="*/ 0 w 3063875"/>
              <a:gd name="connsiteY8" fmla="*/ 140881 h 5230925"/>
              <a:gd name="connsiteX0" fmla="*/ 173 w 3064048"/>
              <a:gd name="connsiteY0" fmla="*/ 53456 h 5143500"/>
              <a:gd name="connsiteX1" fmla="*/ 510829 w 3064048"/>
              <a:gd name="connsiteY1" fmla="*/ 0 h 5143500"/>
              <a:gd name="connsiteX2" fmla="*/ 2553392 w 3064048"/>
              <a:gd name="connsiteY2" fmla="*/ 0 h 5143500"/>
              <a:gd name="connsiteX3" fmla="*/ 3064048 w 3064048"/>
              <a:gd name="connsiteY3" fmla="*/ 510656 h 5143500"/>
              <a:gd name="connsiteX4" fmla="*/ 3064048 w 3064048"/>
              <a:gd name="connsiteY4" fmla="*/ 4632844 h 5143500"/>
              <a:gd name="connsiteX5" fmla="*/ 2553392 w 3064048"/>
              <a:gd name="connsiteY5" fmla="*/ 5143500 h 5143500"/>
              <a:gd name="connsiteX6" fmla="*/ 1410239 w 3064048"/>
              <a:gd name="connsiteY6" fmla="*/ 5136005 h 5143500"/>
              <a:gd name="connsiteX7" fmla="*/ 255005 w 3064048"/>
              <a:gd name="connsiteY7" fmla="*/ 2878994 h 5143500"/>
              <a:gd name="connsiteX8" fmla="*/ 173 w 3064048"/>
              <a:gd name="connsiteY8" fmla="*/ 53456 h 5143500"/>
              <a:gd name="connsiteX0" fmla="*/ 0 w 3063875"/>
              <a:gd name="connsiteY0" fmla="*/ 248158 h 5338202"/>
              <a:gd name="connsiteX1" fmla="*/ 2553219 w 3063875"/>
              <a:gd name="connsiteY1" fmla="*/ 194702 h 5338202"/>
              <a:gd name="connsiteX2" fmla="*/ 3063875 w 3063875"/>
              <a:gd name="connsiteY2" fmla="*/ 705358 h 5338202"/>
              <a:gd name="connsiteX3" fmla="*/ 3063875 w 3063875"/>
              <a:gd name="connsiteY3" fmla="*/ 4827546 h 5338202"/>
              <a:gd name="connsiteX4" fmla="*/ 2553219 w 3063875"/>
              <a:gd name="connsiteY4" fmla="*/ 5338202 h 5338202"/>
              <a:gd name="connsiteX5" fmla="*/ 1410066 w 3063875"/>
              <a:gd name="connsiteY5" fmla="*/ 5330707 h 5338202"/>
              <a:gd name="connsiteX6" fmla="*/ 254832 w 3063875"/>
              <a:gd name="connsiteY6" fmla="*/ 3073696 h 5338202"/>
              <a:gd name="connsiteX7" fmla="*/ 0 w 3063875"/>
              <a:gd name="connsiteY7" fmla="*/ 248158 h 5338202"/>
              <a:gd name="connsiteX0" fmla="*/ 16 w 3063891"/>
              <a:gd name="connsiteY0" fmla="*/ 78396 h 5168440"/>
              <a:gd name="connsiteX1" fmla="*/ 2553235 w 3063891"/>
              <a:gd name="connsiteY1" fmla="*/ 24940 h 5168440"/>
              <a:gd name="connsiteX2" fmla="*/ 3063891 w 3063891"/>
              <a:gd name="connsiteY2" fmla="*/ 535596 h 5168440"/>
              <a:gd name="connsiteX3" fmla="*/ 3063891 w 3063891"/>
              <a:gd name="connsiteY3" fmla="*/ 4657784 h 5168440"/>
              <a:gd name="connsiteX4" fmla="*/ 2553235 w 3063891"/>
              <a:gd name="connsiteY4" fmla="*/ 5168440 h 5168440"/>
              <a:gd name="connsiteX5" fmla="*/ 1410082 w 3063891"/>
              <a:gd name="connsiteY5" fmla="*/ 5160945 h 5168440"/>
              <a:gd name="connsiteX6" fmla="*/ 254848 w 3063891"/>
              <a:gd name="connsiteY6" fmla="*/ 2903934 h 5168440"/>
              <a:gd name="connsiteX7" fmla="*/ 16 w 3063891"/>
              <a:gd name="connsiteY7" fmla="*/ 78396 h 5168440"/>
              <a:gd name="connsiteX0" fmla="*/ 14 w 3166829"/>
              <a:gd name="connsiteY0" fmla="*/ 59534 h 5149578"/>
              <a:gd name="connsiteX1" fmla="*/ 3032918 w 3166829"/>
              <a:gd name="connsiteY1" fmla="*/ 28563 h 5149578"/>
              <a:gd name="connsiteX2" fmla="*/ 3063889 w 3166829"/>
              <a:gd name="connsiteY2" fmla="*/ 516734 h 5149578"/>
              <a:gd name="connsiteX3" fmla="*/ 3063889 w 3166829"/>
              <a:gd name="connsiteY3" fmla="*/ 4638922 h 5149578"/>
              <a:gd name="connsiteX4" fmla="*/ 2553233 w 3166829"/>
              <a:gd name="connsiteY4" fmla="*/ 5149578 h 5149578"/>
              <a:gd name="connsiteX5" fmla="*/ 1410080 w 3166829"/>
              <a:gd name="connsiteY5" fmla="*/ 5142083 h 5149578"/>
              <a:gd name="connsiteX6" fmla="*/ 254846 w 3166829"/>
              <a:gd name="connsiteY6" fmla="*/ 2885072 h 5149578"/>
              <a:gd name="connsiteX7" fmla="*/ 14 w 3166829"/>
              <a:gd name="connsiteY7" fmla="*/ 59534 h 5149578"/>
              <a:gd name="connsiteX0" fmla="*/ 14 w 3288203"/>
              <a:gd name="connsiteY0" fmla="*/ 59534 h 5149578"/>
              <a:gd name="connsiteX1" fmla="*/ 3032918 w 3288203"/>
              <a:gd name="connsiteY1" fmla="*/ 28563 h 5149578"/>
              <a:gd name="connsiteX2" fmla="*/ 3063889 w 3288203"/>
              <a:gd name="connsiteY2" fmla="*/ 4638922 h 5149578"/>
              <a:gd name="connsiteX3" fmla="*/ 2553233 w 3288203"/>
              <a:gd name="connsiteY3" fmla="*/ 5149578 h 5149578"/>
              <a:gd name="connsiteX4" fmla="*/ 1410080 w 3288203"/>
              <a:gd name="connsiteY4" fmla="*/ 5142083 h 5149578"/>
              <a:gd name="connsiteX5" fmla="*/ 254846 w 3288203"/>
              <a:gd name="connsiteY5" fmla="*/ 2885072 h 5149578"/>
              <a:gd name="connsiteX6" fmla="*/ 14 w 3288203"/>
              <a:gd name="connsiteY6" fmla="*/ 59534 h 5149578"/>
              <a:gd name="connsiteX0" fmla="*/ 14 w 3288203"/>
              <a:gd name="connsiteY0" fmla="*/ 59534 h 5336718"/>
              <a:gd name="connsiteX1" fmla="*/ 3032918 w 3288203"/>
              <a:gd name="connsiteY1" fmla="*/ 28563 h 5336718"/>
              <a:gd name="connsiteX2" fmla="*/ 3063889 w 3288203"/>
              <a:gd name="connsiteY2" fmla="*/ 4638922 h 5336718"/>
              <a:gd name="connsiteX3" fmla="*/ 1410080 w 3288203"/>
              <a:gd name="connsiteY3" fmla="*/ 5142083 h 5336718"/>
              <a:gd name="connsiteX4" fmla="*/ 254846 w 3288203"/>
              <a:gd name="connsiteY4" fmla="*/ 2885072 h 5336718"/>
              <a:gd name="connsiteX5" fmla="*/ 14 w 3288203"/>
              <a:gd name="connsiteY5" fmla="*/ 59534 h 5336718"/>
              <a:gd name="connsiteX0" fmla="*/ 14 w 3288203"/>
              <a:gd name="connsiteY0" fmla="*/ 59534 h 5336718"/>
              <a:gd name="connsiteX1" fmla="*/ 3032918 w 3288203"/>
              <a:gd name="connsiteY1" fmla="*/ 28563 h 5336718"/>
              <a:gd name="connsiteX2" fmla="*/ 3063889 w 3288203"/>
              <a:gd name="connsiteY2" fmla="*/ 4638922 h 5336718"/>
              <a:gd name="connsiteX3" fmla="*/ 1410080 w 3288203"/>
              <a:gd name="connsiteY3" fmla="*/ 5142083 h 5336718"/>
              <a:gd name="connsiteX4" fmla="*/ 254846 w 3288203"/>
              <a:gd name="connsiteY4" fmla="*/ 2885072 h 5336718"/>
              <a:gd name="connsiteX5" fmla="*/ 14 w 3288203"/>
              <a:gd name="connsiteY5" fmla="*/ 59534 h 5336718"/>
              <a:gd name="connsiteX0" fmla="*/ 14 w 3288203"/>
              <a:gd name="connsiteY0" fmla="*/ 59534 h 5212957"/>
              <a:gd name="connsiteX1" fmla="*/ 3032918 w 3288203"/>
              <a:gd name="connsiteY1" fmla="*/ 28563 h 5212957"/>
              <a:gd name="connsiteX2" fmla="*/ 3063889 w 3288203"/>
              <a:gd name="connsiteY2" fmla="*/ 4638922 h 5212957"/>
              <a:gd name="connsiteX3" fmla="*/ 1410080 w 3288203"/>
              <a:gd name="connsiteY3" fmla="*/ 5142083 h 5212957"/>
              <a:gd name="connsiteX4" fmla="*/ 254846 w 3288203"/>
              <a:gd name="connsiteY4" fmla="*/ 2885072 h 5212957"/>
              <a:gd name="connsiteX5" fmla="*/ 14 w 3288203"/>
              <a:gd name="connsiteY5" fmla="*/ 59534 h 5212957"/>
              <a:gd name="connsiteX0" fmla="*/ 14 w 3288203"/>
              <a:gd name="connsiteY0" fmla="*/ 59534 h 5290599"/>
              <a:gd name="connsiteX1" fmla="*/ 3032918 w 3288203"/>
              <a:gd name="connsiteY1" fmla="*/ 28563 h 5290599"/>
              <a:gd name="connsiteX2" fmla="*/ 3063889 w 3288203"/>
              <a:gd name="connsiteY2" fmla="*/ 5126102 h 5290599"/>
              <a:gd name="connsiteX3" fmla="*/ 1410080 w 3288203"/>
              <a:gd name="connsiteY3" fmla="*/ 5142083 h 5290599"/>
              <a:gd name="connsiteX4" fmla="*/ 254846 w 3288203"/>
              <a:gd name="connsiteY4" fmla="*/ 2885072 h 5290599"/>
              <a:gd name="connsiteX5" fmla="*/ 14 w 3288203"/>
              <a:gd name="connsiteY5" fmla="*/ 59534 h 5290599"/>
              <a:gd name="connsiteX0" fmla="*/ 14 w 3267600"/>
              <a:gd name="connsiteY0" fmla="*/ 59534 h 5290599"/>
              <a:gd name="connsiteX1" fmla="*/ 3032918 w 3267600"/>
              <a:gd name="connsiteY1" fmla="*/ 28563 h 5290599"/>
              <a:gd name="connsiteX2" fmla="*/ 3063889 w 3267600"/>
              <a:gd name="connsiteY2" fmla="*/ 5126102 h 5290599"/>
              <a:gd name="connsiteX3" fmla="*/ 1410080 w 3267600"/>
              <a:gd name="connsiteY3" fmla="*/ 5142083 h 5290599"/>
              <a:gd name="connsiteX4" fmla="*/ 254846 w 3267600"/>
              <a:gd name="connsiteY4" fmla="*/ 2885072 h 5290599"/>
              <a:gd name="connsiteX5" fmla="*/ 14 w 3267600"/>
              <a:gd name="connsiteY5" fmla="*/ 59534 h 5290599"/>
              <a:gd name="connsiteX0" fmla="*/ 14 w 3063889"/>
              <a:gd name="connsiteY0" fmla="*/ 59534 h 5290599"/>
              <a:gd name="connsiteX1" fmla="*/ 3032918 w 3063889"/>
              <a:gd name="connsiteY1" fmla="*/ 28563 h 5290599"/>
              <a:gd name="connsiteX2" fmla="*/ 3063889 w 3063889"/>
              <a:gd name="connsiteY2" fmla="*/ 5126102 h 5290599"/>
              <a:gd name="connsiteX3" fmla="*/ 1410080 w 3063889"/>
              <a:gd name="connsiteY3" fmla="*/ 5142083 h 5290599"/>
              <a:gd name="connsiteX4" fmla="*/ 254846 w 3063889"/>
              <a:gd name="connsiteY4" fmla="*/ 2885072 h 5290599"/>
              <a:gd name="connsiteX5" fmla="*/ 14 w 3063889"/>
              <a:gd name="connsiteY5" fmla="*/ 59534 h 5290599"/>
              <a:gd name="connsiteX0" fmla="*/ 11 w 3063886"/>
              <a:gd name="connsiteY0" fmla="*/ 31017 h 5262082"/>
              <a:gd name="connsiteX1" fmla="*/ 3032915 w 3063886"/>
              <a:gd name="connsiteY1" fmla="*/ 46 h 5262082"/>
              <a:gd name="connsiteX2" fmla="*/ 3063886 w 3063886"/>
              <a:gd name="connsiteY2" fmla="*/ 5097585 h 5262082"/>
              <a:gd name="connsiteX3" fmla="*/ 1410077 w 3063886"/>
              <a:gd name="connsiteY3" fmla="*/ 5113566 h 5262082"/>
              <a:gd name="connsiteX4" fmla="*/ 254843 w 3063886"/>
              <a:gd name="connsiteY4" fmla="*/ 2856555 h 5262082"/>
              <a:gd name="connsiteX5" fmla="*/ 11 w 3063886"/>
              <a:gd name="connsiteY5" fmla="*/ 31017 h 5262082"/>
              <a:gd name="connsiteX0" fmla="*/ 11 w 3063886"/>
              <a:gd name="connsiteY0" fmla="*/ 31017 h 5153324"/>
              <a:gd name="connsiteX1" fmla="*/ 3032915 w 3063886"/>
              <a:gd name="connsiteY1" fmla="*/ 46 h 5153324"/>
              <a:gd name="connsiteX2" fmla="*/ 3063886 w 3063886"/>
              <a:gd name="connsiteY2" fmla="*/ 5097585 h 5153324"/>
              <a:gd name="connsiteX3" fmla="*/ 1410077 w 3063886"/>
              <a:gd name="connsiteY3" fmla="*/ 5113566 h 5153324"/>
              <a:gd name="connsiteX4" fmla="*/ 254843 w 3063886"/>
              <a:gd name="connsiteY4" fmla="*/ 2856555 h 5153324"/>
              <a:gd name="connsiteX5" fmla="*/ 11 w 3063886"/>
              <a:gd name="connsiteY5" fmla="*/ 31017 h 5153324"/>
              <a:gd name="connsiteX0" fmla="*/ 11 w 3063886"/>
              <a:gd name="connsiteY0" fmla="*/ 31017 h 5156528"/>
              <a:gd name="connsiteX1" fmla="*/ 3032915 w 3063886"/>
              <a:gd name="connsiteY1" fmla="*/ 46 h 5156528"/>
              <a:gd name="connsiteX2" fmla="*/ 3063886 w 3063886"/>
              <a:gd name="connsiteY2" fmla="*/ 5097585 h 5156528"/>
              <a:gd name="connsiteX3" fmla="*/ 1275166 w 3063886"/>
              <a:gd name="connsiteY3" fmla="*/ 5121061 h 5156528"/>
              <a:gd name="connsiteX4" fmla="*/ 254843 w 3063886"/>
              <a:gd name="connsiteY4" fmla="*/ 2856555 h 5156528"/>
              <a:gd name="connsiteX5" fmla="*/ 11 w 3063886"/>
              <a:gd name="connsiteY5" fmla="*/ 31017 h 5156528"/>
              <a:gd name="connsiteX0" fmla="*/ 11 w 3063886"/>
              <a:gd name="connsiteY0" fmla="*/ 31017 h 5151536"/>
              <a:gd name="connsiteX1" fmla="*/ 3032915 w 3063886"/>
              <a:gd name="connsiteY1" fmla="*/ 46 h 5151536"/>
              <a:gd name="connsiteX2" fmla="*/ 3063886 w 3063886"/>
              <a:gd name="connsiteY2" fmla="*/ 5097585 h 5151536"/>
              <a:gd name="connsiteX3" fmla="*/ 1275166 w 3063886"/>
              <a:gd name="connsiteY3" fmla="*/ 5121061 h 5151536"/>
              <a:gd name="connsiteX4" fmla="*/ 254843 w 3063886"/>
              <a:gd name="connsiteY4" fmla="*/ 2856555 h 5151536"/>
              <a:gd name="connsiteX5" fmla="*/ 11 w 3063886"/>
              <a:gd name="connsiteY5" fmla="*/ 31017 h 5151536"/>
              <a:gd name="connsiteX0" fmla="*/ 11 w 3063905"/>
              <a:gd name="connsiteY0" fmla="*/ 31017 h 5125623"/>
              <a:gd name="connsiteX1" fmla="*/ 3032915 w 3063905"/>
              <a:gd name="connsiteY1" fmla="*/ 46 h 5125623"/>
              <a:gd name="connsiteX2" fmla="*/ 3063886 w 3063905"/>
              <a:gd name="connsiteY2" fmla="*/ 5097585 h 5125623"/>
              <a:gd name="connsiteX3" fmla="*/ 1275166 w 3063905"/>
              <a:gd name="connsiteY3" fmla="*/ 5121061 h 5125623"/>
              <a:gd name="connsiteX4" fmla="*/ 254843 w 3063905"/>
              <a:gd name="connsiteY4" fmla="*/ 2856555 h 5125623"/>
              <a:gd name="connsiteX5" fmla="*/ 11 w 3063905"/>
              <a:gd name="connsiteY5" fmla="*/ 31017 h 5125623"/>
              <a:gd name="connsiteX0" fmla="*/ 11 w 3063905"/>
              <a:gd name="connsiteY0" fmla="*/ 2096 h 5136895"/>
              <a:gd name="connsiteX1" fmla="*/ 3032915 w 3063905"/>
              <a:gd name="connsiteY1" fmla="*/ 11318 h 5136895"/>
              <a:gd name="connsiteX2" fmla="*/ 3063886 w 3063905"/>
              <a:gd name="connsiteY2" fmla="*/ 5108857 h 5136895"/>
              <a:gd name="connsiteX3" fmla="*/ 1275166 w 3063905"/>
              <a:gd name="connsiteY3" fmla="*/ 5132333 h 5136895"/>
              <a:gd name="connsiteX4" fmla="*/ 254843 w 3063905"/>
              <a:gd name="connsiteY4" fmla="*/ 2867827 h 5136895"/>
              <a:gd name="connsiteX5" fmla="*/ 11 w 3063905"/>
              <a:gd name="connsiteY5" fmla="*/ 2096 h 5136895"/>
              <a:gd name="connsiteX0" fmla="*/ 11 w 3063905"/>
              <a:gd name="connsiteY0" fmla="*/ 2096 h 5136895"/>
              <a:gd name="connsiteX1" fmla="*/ 3032915 w 3063905"/>
              <a:gd name="connsiteY1" fmla="*/ 11318 h 5136895"/>
              <a:gd name="connsiteX2" fmla="*/ 3063886 w 3063905"/>
              <a:gd name="connsiteY2" fmla="*/ 5108857 h 5136895"/>
              <a:gd name="connsiteX3" fmla="*/ 1275166 w 3063905"/>
              <a:gd name="connsiteY3" fmla="*/ 5132333 h 5136895"/>
              <a:gd name="connsiteX4" fmla="*/ 254843 w 3063905"/>
              <a:gd name="connsiteY4" fmla="*/ 2867827 h 5136895"/>
              <a:gd name="connsiteX5" fmla="*/ 11 w 3063905"/>
              <a:gd name="connsiteY5" fmla="*/ 2096 h 5136895"/>
              <a:gd name="connsiteX0" fmla="*/ 11 w 3063905"/>
              <a:gd name="connsiteY0" fmla="*/ 3953 h 5138752"/>
              <a:gd name="connsiteX1" fmla="*/ 3063060 w 3063905"/>
              <a:gd name="connsiteY1" fmla="*/ 3126 h 5138752"/>
              <a:gd name="connsiteX2" fmla="*/ 3063886 w 3063905"/>
              <a:gd name="connsiteY2" fmla="*/ 5110714 h 5138752"/>
              <a:gd name="connsiteX3" fmla="*/ 1275166 w 3063905"/>
              <a:gd name="connsiteY3" fmla="*/ 5134190 h 5138752"/>
              <a:gd name="connsiteX4" fmla="*/ 254843 w 3063905"/>
              <a:gd name="connsiteY4" fmla="*/ 2869684 h 5138752"/>
              <a:gd name="connsiteX5" fmla="*/ 11 w 3063905"/>
              <a:gd name="connsiteY5" fmla="*/ 3953 h 5138752"/>
              <a:gd name="connsiteX0" fmla="*/ 11 w 3063905"/>
              <a:gd name="connsiteY0" fmla="*/ 2384 h 5144678"/>
              <a:gd name="connsiteX1" fmla="*/ 3063060 w 3063905"/>
              <a:gd name="connsiteY1" fmla="*/ 9052 h 5144678"/>
              <a:gd name="connsiteX2" fmla="*/ 3063886 w 3063905"/>
              <a:gd name="connsiteY2" fmla="*/ 5116640 h 5144678"/>
              <a:gd name="connsiteX3" fmla="*/ 1275166 w 3063905"/>
              <a:gd name="connsiteY3" fmla="*/ 5140116 h 5144678"/>
              <a:gd name="connsiteX4" fmla="*/ 254843 w 3063905"/>
              <a:gd name="connsiteY4" fmla="*/ 2875610 h 5144678"/>
              <a:gd name="connsiteX5" fmla="*/ 11 w 3063905"/>
              <a:gd name="connsiteY5" fmla="*/ 2384 h 5144678"/>
              <a:gd name="connsiteX0" fmla="*/ 11 w 3069410"/>
              <a:gd name="connsiteY0" fmla="*/ 6725 h 5149019"/>
              <a:gd name="connsiteX1" fmla="*/ 3069410 w 3069410"/>
              <a:gd name="connsiteY1" fmla="*/ 693 h 5149019"/>
              <a:gd name="connsiteX2" fmla="*/ 3063886 w 3069410"/>
              <a:gd name="connsiteY2" fmla="*/ 5120981 h 5149019"/>
              <a:gd name="connsiteX3" fmla="*/ 1275166 w 3069410"/>
              <a:gd name="connsiteY3" fmla="*/ 5144457 h 5149019"/>
              <a:gd name="connsiteX4" fmla="*/ 254843 w 3069410"/>
              <a:gd name="connsiteY4" fmla="*/ 2879951 h 5149019"/>
              <a:gd name="connsiteX5" fmla="*/ 11 w 3069410"/>
              <a:gd name="connsiteY5" fmla="*/ 6725 h 5149019"/>
              <a:gd name="connsiteX0" fmla="*/ 0 w 3069399"/>
              <a:gd name="connsiteY0" fmla="*/ 6122 h 5148416"/>
              <a:gd name="connsiteX1" fmla="*/ 3069399 w 3069399"/>
              <a:gd name="connsiteY1" fmla="*/ 90 h 5148416"/>
              <a:gd name="connsiteX2" fmla="*/ 3063875 w 3069399"/>
              <a:gd name="connsiteY2" fmla="*/ 5120378 h 5148416"/>
              <a:gd name="connsiteX3" fmla="*/ 1275155 w 3069399"/>
              <a:gd name="connsiteY3" fmla="*/ 5143854 h 5148416"/>
              <a:gd name="connsiteX4" fmla="*/ 254832 w 3069399"/>
              <a:gd name="connsiteY4" fmla="*/ 2879348 h 5148416"/>
              <a:gd name="connsiteX5" fmla="*/ 0 w 3069399"/>
              <a:gd name="connsiteY5" fmla="*/ 6122 h 5148416"/>
              <a:gd name="connsiteX0" fmla="*/ 0 w 3072574"/>
              <a:gd name="connsiteY0" fmla="*/ 0 h 5148644"/>
              <a:gd name="connsiteX1" fmla="*/ 3072574 w 3072574"/>
              <a:gd name="connsiteY1" fmla="*/ 318 h 5148644"/>
              <a:gd name="connsiteX2" fmla="*/ 3067050 w 3072574"/>
              <a:gd name="connsiteY2" fmla="*/ 5120606 h 5148644"/>
              <a:gd name="connsiteX3" fmla="*/ 1278330 w 3072574"/>
              <a:gd name="connsiteY3" fmla="*/ 5144082 h 5148644"/>
              <a:gd name="connsiteX4" fmla="*/ 258007 w 3072574"/>
              <a:gd name="connsiteY4" fmla="*/ 2879576 h 5148644"/>
              <a:gd name="connsiteX5" fmla="*/ 0 w 3072574"/>
              <a:gd name="connsiteY5" fmla="*/ 0 h 5148644"/>
              <a:gd name="connsiteX0" fmla="*/ 0 w 3072574"/>
              <a:gd name="connsiteY0" fmla="*/ 0 h 5148644"/>
              <a:gd name="connsiteX1" fmla="*/ 3072574 w 3072574"/>
              <a:gd name="connsiteY1" fmla="*/ 318 h 5148644"/>
              <a:gd name="connsiteX2" fmla="*/ 3067050 w 3072574"/>
              <a:gd name="connsiteY2" fmla="*/ 5120606 h 5148644"/>
              <a:gd name="connsiteX3" fmla="*/ 1278330 w 3072574"/>
              <a:gd name="connsiteY3" fmla="*/ 5144082 h 5148644"/>
              <a:gd name="connsiteX4" fmla="*/ 258007 w 3072574"/>
              <a:gd name="connsiteY4" fmla="*/ 2879576 h 5148644"/>
              <a:gd name="connsiteX5" fmla="*/ 0 w 3072574"/>
              <a:gd name="connsiteY5" fmla="*/ 0 h 5148644"/>
              <a:gd name="connsiteX0" fmla="*/ 0 w 3072574"/>
              <a:gd name="connsiteY0" fmla="*/ 0 h 5155476"/>
              <a:gd name="connsiteX1" fmla="*/ 3072574 w 3072574"/>
              <a:gd name="connsiteY1" fmla="*/ 318 h 5155476"/>
              <a:gd name="connsiteX2" fmla="*/ 3063875 w 3072574"/>
              <a:gd name="connsiteY2" fmla="*/ 5146006 h 5155476"/>
              <a:gd name="connsiteX3" fmla="*/ 1278330 w 3072574"/>
              <a:gd name="connsiteY3" fmla="*/ 5144082 h 5155476"/>
              <a:gd name="connsiteX4" fmla="*/ 258007 w 3072574"/>
              <a:gd name="connsiteY4" fmla="*/ 2879576 h 5155476"/>
              <a:gd name="connsiteX5" fmla="*/ 0 w 3072574"/>
              <a:gd name="connsiteY5" fmla="*/ 0 h 5155476"/>
              <a:gd name="connsiteX0" fmla="*/ 0 w 3072574"/>
              <a:gd name="connsiteY0" fmla="*/ 0 h 5155476"/>
              <a:gd name="connsiteX1" fmla="*/ 3072574 w 3072574"/>
              <a:gd name="connsiteY1" fmla="*/ 318 h 5155476"/>
              <a:gd name="connsiteX2" fmla="*/ 3063875 w 3072574"/>
              <a:gd name="connsiteY2" fmla="*/ 5146006 h 5155476"/>
              <a:gd name="connsiteX3" fmla="*/ 1278330 w 3072574"/>
              <a:gd name="connsiteY3" fmla="*/ 5144082 h 5155476"/>
              <a:gd name="connsiteX4" fmla="*/ 258007 w 3072574"/>
              <a:gd name="connsiteY4" fmla="*/ 2879576 h 5155476"/>
              <a:gd name="connsiteX5" fmla="*/ 0 w 3072574"/>
              <a:gd name="connsiteY5" fmla="*/ 0 h 5155476"/>
              <a:gd name="connsiteX0" fmla="*/ 0 w 3072574"/>
              <a:gd name="connsiteY0" fmla="*/ 0 h 5152465"/>
              <a:gd name="connsiteX1" fmla="*/ 3072574 w 3072574"/>
              <a:gd name="connsiteY1" fmla="*/ 318 h 5152465"/>
              <a:gd name="connsiteX2" fmla="*/ 3063875 w 3072574"/>
              <a:gd name="connsiteY2" fmla="*/ 5146006 h 5152465"/>
              <a:gd name="connsiteX3" fmla="*/ 1278330 w 3072574"/>
              <a:gd name="connsiteY3" fmla="*/ 5144082 h 5152465"/>
              <a:gd name="connsiteX4" fmla="*/ 258007 w 3072574"/>
              <a:gd name="connsiteY4" fmla="*/ 2879576 h 5152465"/>
              <a:gd name="connsiteX5" fmla="*/ 0 w 3072574"/>
              <a:gd name="connsiteY5" fmla="*/ 0 h 5152465"/>
              <a:gd name="connsiteX0" fmla="*/ 0 w 3072574"/>
              <a:gd name="connsiteY0" fmla="*/ 0 h 5153597"/>
              <a:gd name="connsiteX1" fmla="*/ 3072574 w 3072574"/>
              <a:gd name="connsiteY1" fmla="*/ 318 h 5153597"/>
              <a:gd name="connsiteX2" fmla="*/ 3063875 w 3072574"/>
              <a:gd name="connsiteY2" fmla="*/ 5146006 h 5153597"/>
              <a:gd name="connsiteX3" fmla="*/ 1284680 w 3072574"/>
              <a:gd name="connsiteY3" fmla="*/ 5147257 h 5153597"/>
              <a:gd name="connsiteX4" fmla="*/ 258007 w 3072574"/>
              <a:gd name="connsiteY4" fmla="*/ 2879576 h 5153597"/>
              <a:gd name="connsiteX5" fmla="*/ 0 w 3072574"/>
              <a:gd name="connsiteY5" fmla="*/ 0 h 5153597"/>
              <a:gd name="connsiteX0" fmla="*/ 0 w 3072574"/>
              <a:gd name="connsiteY0" fmla="*/ 0 h 5153597"/>
              <a:gd name="connsiteX1" fmla="*/ 3072574 w 3072574"/>
              <a:gd name="connsiteY1" fmla="*/ 318 h 5153597"/>
              <a:gd name="connsiteX2" fmla="*/ 3063875 w 3072574"/>
              <a:gd name="connsiteY2" fmla="*/ 5146006 h 5153597"/>
              <a:gd name="connsiteX3" fmla="*/ 1284680 w 3072574"/>
              <a:gd name="connsiteY3" fmla="*/ 5147257 h 5153597"/>
              <a:gd name="connsiteX4" fmla="*/ 258007 w 3072574"/>
              <a:gd name="connsiteY4" fmla="*/ 2879576 h 5153597"/>
              <a:gd name="connsiteX5" fmla="*/ 0 w 3072574"/>
              <a:gd name="connsiteY5" fmla="*/ 0 h 5153597"/>
              <a:gd name="connsiteX0" fmla="*/ 0 w 3072574"/>
              <a:gd name="connsiteY0" fmla="*/ 0 h 5151459"/>
              <a:gd name="connsiteX1" fmla="*/ 3072574 w 3072574"/>
              <a:gd name="connsiteY1" fmla="*/ 318 h 5151459"/>
              <a:gd name="connsiteX2" fmla="*/ 3063875 w 3072574"/>
              <a:gd name="connsiteY2" fmla="*/ 5146006 h 5151459"/>
              <a:gd name="connsiteX3" fmla="*/ 1284680 w 3072574"/>
              <a:gd name="connsiteY3" fmla="*/ 5147257 h 5151459"/>
              <a:gd name="connsiteX4" fmla="*/ 258007 w 3072574"/>
              <a:gd name="connsiteY4" fmla="*/ 2879576 h 5151459"/>
              <a:gd name="connsiteX5" fmla="*/ 0 w 3072574"/>
              <a:gd name="connsiteY5" fmla="*/ 0 h 5151459"/>
              <a:gd name="connsiteX0" fmla="*/ 0 w 3072574"/>
              <a:gd name="connsiteY0" fmla="*/ 0 h 5151459"/>
              <a:gd name="connsiteX1" fmla="*/ 3072574 w 3072574"/>
              <a:gd name="connsiteY1" fmla="*/ 318 h 5151459"/>
              <a:gd name="connsiteX2" fmla="*/ 3063875 w 3072574"/>
              <a:gd name="connsiteY2" fmla="*/ 5146006 h 5151459"/>
              <a:gd name="connsiteX3" fmla="*/ 1284680 w 3072574"/>
              <a:gd name="connsiteY3" fmla="*/ 5147257 h 5151459"/>
              <a:gd name="connsiteX4" fmla="*/ 258007 w 3072574"/>
              <a:gd name="connsiteY4" fmla="*/ 2879576 h 5151459"/>
              <a:gd name="connsiteX5" fmla="*/ 0 w 3072574"/>
              <a:gd name="connsiteY5" fmla="*/ 0 h 5151459"/>
              <a:gd name="connsiteX0" fmla="*/ 0 w 3072574"/>
              <a:gd name="connsiteY0" fmla="*/ 0 h 5526481"/>
              <a:gd name="connsiteX1" fmla="*/ 3072574 w 3072574"/>
              <a:gd name="connsiteY1" fmla="*/ 318 h 5526481"/>
              <a:gd name="connsiteX2" fmla="*/ 3063875 w 3072574"/>
              <a:gd name="connsiteY2" fmla="*/ 5146006 h 5526481"/>
              <a:gd name="connsiteX3" fmla="*/ 1343024 w 3072574"/>
              <a:gd name="connsiteY3" fmla="*/ 5144084 h 5526481"/>
              <a:gd name="connsiteX4" fmla="*/ 1284680 w 3072574"/>
              <a:gd name="connsiteY4" fmla="*/ 5147257 h 5526481"/>
              <a:gd name="connsiteX5" fmla="*/ 258007 w 3072574"/>
              <a:gd name="connsiteY5" fmla="*/ 2879576 h 5526481"/>
              <a:gd name="connsiteX6" fmla="*/ 0 w 3072574"/>
              <a:gd name="connsiteY6" fmla="*/ 0 h 5526481"/>
              <a:gd name="connsiteX0" fmla="*/ 0 w 3072574"/>
              <a:gd name="connsiteY0" fmla="*/ 0 h 5314225"/>
              <a:gd name="connsiteX1" fmla="*/ 3072574 w 3072574"/>
              <a:gd name="connsiteY1" fmla="*/ 318 h 5314225"/>
              <a:gd name="connsiteX2" fmla="*/ 3063875 w 3072574"/>
              <a:gd name="connsiteY2" fmla="*/ 5146006 h 5314225"/>
              <a:gd name="connsiteX3" fmla="*/ 1343024 w 3072574"/>
              <a:gd name="connsiteY3" fmla="*/ 5144084 h 5314225"/>
              <a:gd name="connsiteX4" fmla="*/ 1284680 w 3072574"/>
              <a:gd name="connsiteY4" fmla="*/ 5147257 h 5314225"/>
              <a:gd name="connsiteX5" fmla="*/ 258007 w 3072574"/>
              <a:gd name="connsiteY5" fmla="*/ 2879576 h 5314225"/>
              <a:gd name="connsiteX6" fmla="*/ 0 w 3072574"/>
              <a:gd name="connsiteY6" fmla="*/ 0 h 5314225"/>
              <a:gd name="connsiteX0" fmla="*/ 0 w 3072574"/>
              <a:gd name="connsiteY0" fmla="*/ 0 h 5318959"/>
              <a:gd name="connsiteX1" fmla="*/ 3072574 w 3072574"/>
              <a:gd name="connsiteY1" fmla="*/ 318 h 5318959"/>
              <a:gd name="connsiteX2" fmla="*/ 3063875 w 3072574"/>
              <a:gd name="connsiteY2" fmla="*/ 5146006 h 5318959"/>
              <a:gd name="connsiteX3" fmla="*/ 1343024 w 3072574"/>
              <a:gd name="connsiteY3" fmla="*/ 5144084 h 5318959"/>
              <a:gd name="connsiteX4" fmla="*/ 1157680 w 3072574"/>
              <a:gd name="connsiteY4" fmla="*/ 5153607 h 5318959"/>
              <a:gd name="connsiteX5" fmla="*/ 258007 w 3072574"/>
              <a:gd name="connsiteY5" fmla="*/ 2879576 h 5318959"/>
              <a:gd name="connsiteX6" fmla="*/ 0 w 3072574"/>
              <a:gd name="connsiteY6" fmla="*/ 0 h 5318959"/>
              <a:gd name="connsiteX0" fmla="*/ 0 w 3072574"/>
              <a:gd name="connsiteY0" fmla="*/ 0 h 5175213"/>
              <a:gd name="connsiteX1" fmla="*/ 3072574 w 3072574"/>
              <a:gd name="connsiteY1" fmla="*/ 318 h 5175213"/>
              <a:gd name="connsiteX2" fmla="*/ 3063875 w 3072574"/>
              <a:gd name="connsiteY2" fmla="*/ 5146006 h 5175213"/>
              <a:gd name="connsiteX3" fmla="*/ 1343024 w 3072574"/>
              <a:gd name="connsiteY3" fmla="*/ 5144084 h 5175213"/>
              <a:gd name="connsiteX4" fmla="*/ 1157680 w 3072574"/>
              <a:gd name="connsiteY4" fmla="*/ 5153607 h 5175213"/>
              <a:gd name="connsiteX5" fmla="*/ 258007 w 3072574"/>
              <a:gd name="connsiteY5" fmla="*/ 2879576 h 5175213"/>
              <a:gd name="connsiteX6" fmla="*/ 0 w 3072574"/>
              <a:gd name="connsiteY6" fmla="*/ 0 h 5175213"/>
              <a:gd name="connsiteX0" fmla="*/ 0 w 3072574"/>
              <a:gd name="connsiteY0" fmla="*/ 0 h 5210364"/>
              <a:gd name="connsiteX1" fmla="*/ 3072574 w 3072574"/>
              <a:gd name="connsiteY1" fmla="*/ 318 h 5210364"/>
              <a:gd name="connsiteX2" fmla="*/ 3063875 w 3072574"/>
              <a:gd name="connsiteY2" fmla="*/ 5146006 h 5210364"/>
              <a:gd name="connsiteX3" fmla="*/ 1343024 w 3072574"/>
              <a:gd name="connsiteY3" fmla="*/ 5144084 h 5210364"/>
              <a:gd name="connsiteX4" fmla="*/ 1157680 w 3072574"/>
              <a:gd name="connsiteY4" fmla="*/ 5153607 h 5210364"/>
              <a:gd name="connsiteX5" fmla="*/ 258007 w 3072574"/>
              <a:gd name="connsiteY5" fmla="*/ 2879576 h 5210364"/>
              <a:gd name="connsiteX6" fmla="*/ 0 w 3072574"/>
              <a:gd name="connsiteY6" fmla="*/ 0 h 5210364"/>
              <a:gd name="connsiteX0" fmla="*/ 0 w 3072574"/>
              <a:gd name="connsiteY0" fmla="*/ 0 h 5210364"/>
              <a:gd name="connsiteX1" fmla="*/ 3072574 w 3072574"/>
              <a:gd name="connsiteY1" fmla="*/ 318 h 5210364"/>
              <a:gd name="connsiteX2" fmla="*/ 3063875 w 3072574"/>
              <a:gd name="connsiteY2" fmla="*/ 5146006 h 5210364"/>
              <a:gd name="connsiteX3" fmla="*/ 1343024 w 3072574"/>
              <a:gd name="connsiteY3" fmla="*/ 5144084 h 5210364"/>
              <a:gd name="connsiteX4" fmla="*/ 1157680 w 3072574"/>
              <a:gd name="connsiteY4" fmla="*/ 5153607 h 5210364"/>
              <a:gd name="connsiteX5" fmla="*/ 258007 w 3072574"/>
              <a:gd name="connsiteY5" fmla="*/ 2879576 h 5210364"/>
              <a:gd name="connsiteX6" fmla="*/ 0 w 3072574"/>
              <a:gd name="connsiteY6" fmla="*/ 0 h 5210364"/>
              <a:gd name="connsiteX0" fmla="*/ 0 w 3072574"/>
              <a:gd name="connsiteY0" fmla="*/ 0 h 5154018"/>
              <a:gd name="connsiteX1" fmla="*/ 3072574 w 3072574"/>
              <a:gd name="connsiteY1" fmla="*/ 318 h 5154018"/>
              <a:gd name="connsiteX2" fmla="*/ 3063875 w 3072574"/>
              <a:gd name="connsiteY2" fmla="*/ 5146006 h 5154018"/>
              <a:gd name="connsiteX3" fmla="*/ 1343024 w 3072574"/>
              <a:gd name="connsiteY3" fmla="*/ 5144084 h 5154018"/>
              <a:gd name="connsiteX4" fmla="*/ 1157680 w 3072574"/>
              <a:gd name="connsiteY4" fmla="*/ 5153607 h 5154018"/>
              <a:gd name="connsiteX5" fmla="*/ 258007 w 3072574"/>
              <a:gd name="connsiteY5" fmla="*/ 2879576 h 5154018"/>
              <a:gd name="connsiteX6" fmla="*/ 0 w 3072574"/>
              <a:gd name="connsiteY6" fmla="*/ 0 h 5154018"/>
              <a:gd name="connsiteX0" fmla="*/ 0 w 3072574"/>
              <a:gd name="connsiteY0" fmla="*/ 0 h 5154018"/>
              <a:gd name="connsiteX1" fmla="*/ 3072574 w 3072574"/>
              <a:gd name="connsiteY1" fmla="*/ 318 h 5154018"/>
              <a:gd name="connsiteX2" fmla="*/ 3063875 w 3072574"/>
              <a:gd name="connsiteY2" fmla="*/ 5146006 h 5154018"/>
              <a:gd name="connsiteX3" fmla="*/ 1343024 w 3072574"/>
              <a:gd name="connsiteY3" fmla="*/ 5144084 h 5154018"/>
              <a:gd name="connsiteX4" fmla="*/ 1157680 w 3072574"/>
              <a:gd name="connsiteY4" fmla="*/ 5153607 h 5154018"/>
              <a:gd name="connsiteX5" fmla="*/ 258007 w 3072574"/>
              <a:gd name="connsiteY5" fmla="*/ 2879576 h 5154018"/>
              <a:gd name="connsiteX6" fmla="*/ 0 w 3072574"/>
              <a:gd name="connsiteY6" fmla="*/ 0 h 5154018"/>
              <a:gd name="connsiteX0" fmla="*/ 0 w 3072574"/>
              <a:gd name="connsiteY0" fmla="*/ 0 h 5176792"/>
              <a:gd name="connsiteX1" fmla="*/ 3072574 w 3072574"/>
              <a:gd name="connsiteY1" fmla="*/ 318 h 5176792"/>
              <a:gd name="connsiteX2" fmla="*/ 3063875 w 3072574"/>
              <a:gd name="connsiteY2" fmla="*/ 5146006 h 5176792"/>
              <a:gd name="connsiteX3" fmla="*/ 1343024 w 3072574"/>
              <a:gd name="connsiteY3" fmla="*/ 5144084 h 5176792"/>
              <a:gd name="connsiteX4" fmla="*/ 1157680 w 3072574"/>
              <a:gd name="connsiteY4" fmla="*/ 5153607 h 5176792"/>
              <a:gd name="connsiteX5" fmla="*/ 819149 w 3072574"/>
              <a:gd name="connsiteY5" fmla="*/ 4801183 h 5176792"/>
              <a:gd name="connsiteX6" fmla="*/ 258007 w 3072574"/>
              <a:gd name="connsiteY6" fmla="*/ 2879576 h 5176792"/>
              <a:gd name="connsiteX7" fmla="*/ 0 w 3072574"/>
              <a:gd name="connsiteY7" fmla="*/ 0 h 5176792"/>
              <a:gd name="connsiteX0" fmla="*/ 0 w 3072574"/>
              <a:gd name="connsiteY0" fmla="*/ 0 h 5176792"/>
              <a:gd name="connsiteX1" fmla="*/ 3072574 w 3072574"/>
              <a:gd name="connsiteY1" fmla="*/ 318 h 5176792"/>
              <a:gd name="connsiteX2" fmla="*/ 3063875 w 3072574"/>
              <a:gd name="connsiteY2" fmla="*/ 5146006 h 5176792"/>
              <a:gd name="connsiteX3" fmla="*/ 1343024 w 3072574"/>
              <a:gd name="connsiteY3" fmla="*/ 5144084 h 5176792"/>
              <a:gd name="connsiteX4" fmla="*/ 1157680 w 3072574"/>
              <a:gd name="connsiteY4" fmla="*/ 5153607 h 5176792"/>
              <a:gd name="connsiteX5" fmla="*/ 800099 w 3072574"/>
              <a:gd name="connsiteY5" fmla="*/ 4544008 h 5176792"/>
              <a:gd name="connsiteX6" fmla="*/ 258007 w 3072574"/>
              <a:gd name="connsiteY6" fmla="*/ 2879576 h 5176792"/>
              <a:gd name="connsiteX7" fmla="*/ 0 w 3072574"/>
              <a:gd name="connsiteY7" fmla="*/ 0 h 5176792"/>
              <a:gd name="connsiteX0" fmla="*/ 0 w 3072574"/>
              <a:gd name="connsiteY0" fmla="*/ 0 h 5176792"/>
              <a:gd name="connsiteX1" fmla="*/ 3072574 w 3072574"/>
              <a:gd name="connsiteY1" fmla="*/ 318 h 5176792"/>
              <a:gd name="connsiteX2" fmla="*/ 3063875 w 3072574"/>
              <a:gd name="connsiteY2" fmla="*/ 5146006 h 5176792"/>
              <a:gd name="connsiteX3" fmla="*/ 1343024 w 3072574"/>
              <a:gd name="connsiteY3" fmla="*/ 5144084 h 5176792"/>
              <a:gd name="connsiteX4" fmla="*/ 1157680 w 3072574"/>
              <a:gd name="connsiteY4" fmla="*/ 5153607 h 5176792"/>
              <a:gd name="connsiteX5" fmla="*/ 800099 w 3072574"/>
              <a:gd name="connsiteY5" fmla="*/ 4544008 h 5176792"/>
              <a:gd name="connsiteX6" fmla="*/ 258007 w 3072574"/>
              <a:gd name="connsiteY6" fmla="*/ 2879576 h 5176792"/>
              <a:gd name="connsiteX7" fmla="*/ 0 w 3072574"/>
              <a:gd name="connsiteY7" fmla="*/ 0 h 5176792"/>
              <a:gd name="connsiteX0" fmla="*/ 0 w 3072574"/>
              <a:gd name="connsiteY0" fmla="*/ 0 h 5153607"/>
              <a:gd name="connsiteX1" fmla="*/ 3072574 w 3072574"/>
              <a:gd name="connsiteY1" fmla="*/ 318 h 5153607"/>
              <a:gd name="connsiteX2" fmla="*/ 3063875 w 3072574"/>
              <a:gd name="connsiteY2" fmla="*/ 5146006 h 5153607"/>
              <a:gd name="connsiteX3" fmla="*/ 1343024 w 3072574"/>
              <a:gd name="connsiteY3" fmla="*/ 5144084 h 5153607"/>
              <a:gd name="connsiteX4" fmla="*/ 1157680 w 3072574"/>
              <a:gd name="connsiteY4" fmla="*/ 5153607 h 5153607"/>
              <a:gd name="connsiteX5" fmla="*/ 800099 w 3072574"/>
              <a:gd name="connsiteY5" fmla="*/ 4544008 h 5153607"/>
              <a:gd name="connsiteX6" fmla="*/ 258007 w 3072574"/>
              <a:gd name="connsiteY6" fmla="*/ 2879576 h 5153607"/>
              <a:gd name="connsiteX7" fmla="*/ 0 w 3072574"/>
              <a:gd name="connsiteY7" fmla="*/ 0 h 5153607"/>
              <a:gd name="connsiteX0" fmla="*/ 0 w 3072574"/>
              <a:gd name="connsiteY0" fmla="*/ 0 h 5153607"/>
              <a:gd name="connsiteX1" fmla="*/ 3072574 w 3072574"/>
              <a:gd name="connsiteY1" fmla="*/ 318 h 5153607"/>
              <a:gd name="connsiteX2" fmla="*/ 3063875 w 3072574"/>
              <a:gd name="connsiteY2" fmla="*/ 5146006 h 5153607"/>
              <a:gd name="connsiteX3" fmla="*/ 1343024 w 3072574"/>
              <a:gd name="connsiteY3" fmla="*/ 5144084 h 5153607"/>
              <a:gd name="connsiteX4" fmla="*/ 1157680 w 3072574"/>
              <a:gd name="connsiteY4" fmla="*/ 5153607 h 5153607"/>
              <a:gd name="connsiteX5" fmla="*/ 800099 w 3072574"/>
              <a:gd name="connsiteY5" fmla="*/ 4544008 h 5153607"/>
              <a:gd name="connsiteX6" fmla="*/ 258007 w 3072574"/>
              <a:gd name="connsiteY6" fmla="*/ 2879576 h 5153607"/>
              <a:gd name="connsiteX7" fmla="*/ 0 w 3072574"/>
              <a:gd name="connsiteY7" fmla="*/ 0 h 5153607"/>
              <a:gd name="connsiteX0" fmla="*/ 0 w 3072574"/>
              <a:gd name="connsiteY0" fmla="*/ 0 h 5153607"/>
              <a:gd name="connsiteX1" fmla="*/ 3072574 w 3072574"/>
              <a:gd name="connsiteY1" fmla="*/ 318 h 5153607"/>
              <a:gd name="connsiteX2" fmla="*/ 3063875 w 3072574"/>
              <a:gd name="connsiteY2" fmla="*/ 5146006 h 5153607"/>
              <a:gd name="connsiteX3" fmla="*/ 1343024 w 3072574"/>
              <a:gd name="connsiteY3" fmla="*/ 5144084 h 5153607"/>
              <a:gd name="connsiteX4" fmla="*/ 1157680 w 3072574"/>
              <a:gd name="connsiteY4" fmla="*/ 5153607 h 5153607"/>
              <a:gd name="connsiteX5" fmla="*/ 800099 w 3072574"/>
              <a:gd name="connsiteY5" fmla="*/ 4544008 h 5153607"/>
              <a:gd name="connsiteX6" fmla="*/ 238957 w 3072574"/>
              <a:gd name="connsiteY6" fmla="*/ 2828776 h 5153607"/>
              <a:gd name="connsiteX7" fmla="*/ 0 w 3072574"/>
              <a:gd name="connsiteY7" fmla="*/ 0 h 5153607"/>
              <a:gd name="connsiteX0" fmla="*/ 0 w 3072574"/>
              <a:gd name="connsiteY0" fmla="*/ 0 h 5146006"/>
              <a:gd name="connsiteX1" fmla="*/ 3072574 w 3072574"/>
              <a:gd name="connsiteY1" fmla="*/ 318 h 5146006"/>
              <a:gd name="connsiteX2" fmla="*/ 3063875 w 3072574"/>
              <a:gd name="connsiteY2" fmla="*/ 5146006 h 5146006"/>
              <a:gd name="connsiteX3" fmla="*/ 1343024 w 3072574"/>
              <a:gd name="connsiteY3" fmla="*/ 5144084 h 5146006"/>
              <a:gd name="connsiteX4" fmla="*/ 1151330 w 3072574"/>
              <a:gd name="connsiteY4" fmla="*/ 5144082 h 5146006"/>
              <a:gd name="connsiteX5" fmla="*/ 800099 w 3072574"/>
              <a:gd name="connsiteY5" fmla="*/ 4544008 h 5146006"/>
              <a:gd name="connsiteX6" fmla="*/ 238957 w 3072574"/>
              <a:gd name="connsiteY6" fmla="*/ 2828776 h 5146006"/>
              <a:gd name="connsiteX7" fmla="*/ 0 w 3072574"/>
              <a:gd name="connsiteY7" fmla="*/ 0 h 5146006"/>
              <a:gd name="connsiteX0" fmla="*/ 0 w 3072574"/>
              <a:gd name="connsiteY0" fmla="*/ 0 h 5146006"/>
              <a:gd name="connsiteX1" fmla="*/ 3072574 w 3072574"/>
              <a:gd name="connsiteY1" fmla="*/ 318 h 5146006"/>
              <a:gd name="connsiteX2" fmla="*/ 3063875 w 3072574"/>
              <a:gd name="connsiteY2" fmla="*/ 5146006 h 5146006"/>
              <a:gd name="connsiteX3" fmla="*/ 1504949 w 3072574"/>
              <a:gd name="connsiteY3" fmla="*/ 5144084 h 5146006"/>
              <a:gd name="connsiteX4" fmla="*/ 1151330 w 3072574"/>
              <a:gd name="connsiteY4" fmla="*/ 5144082 h 5146006"/>
              <a:gd name="connsiteX5" fmla="*/ 800099 w 3072574"/>
              <a:gd name="connsiteY5" fmla="*/ 4544008 h 5146006"/>
              <a:gd name="connsiteX6" fmla="*/ 238957 w 3072574"/>
              <a:gd name="connsiteY6" fmla="*/ 2828776 h 5146006"/>
              <a:gd name="connsiteX7" fmla="*/ 0 w 3072574"/>
              <a:gd name="connsiteY7" fmla="*/ 0 h 5146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72574" h="5146006">
                <a:moveTo>
                  <a:pt x="0" y="0"/>
                </a:moveTo>
                <a:cubicBezTo>
                  <a:pt x="2845" y="5059"/>
                  <a:pt x="3071594" y="-931"/>
                  <a:pt x="3072574" y="318"/>
                </a:cubicBezTo>
                <a:cubicBezTo>
                  <a:pt x="3066059" y="6546"/>
                  <a:pt x="3061377" y="5140854"/>
                  <a:pt x="3063875" y="5146006"/>
                </a:cubicBezTo>
                <a:cubicBezTo>
                  <a:pt x="3067717" y="5142875"/>
                  <a:pt x="1801481" y="5143876"/>
                  <a:pt x="1504949" y="5144084"/>
                </a:cubicBezTo>
                <a:cubicBezTo>
                  <a:pt x="1208417" y="5144292"/>
                  <a:pt x="1146568" y="5137732"/>
                  <a:pt x="1151330" y="5144082"/>
                </a:cubicBezTo>
                <a:cubicBezTo>
                  <a:pt x="1054492" y="5020257"/>
                  <a:pt x="924645" y="4792838"/>
                  <a:pt x="800099" y="4544008"/>
                </a:cubicBezTo>
                <a:cubicBezTo>
                  <a:pt x="650154" y="4165003"/>
                  <a:pt x="375482" y="3628973"/>
                  <a:pt x="238957" y="2828776"/>
                </a:cubicBezTo>
                <a:cubicBezTo>
                  <a:pt x="51579" y="1969375"/>
                  <a:pt x="2471" y="1067616"/>
                  <a:pt x="0" y="0"/>
                </a:cubicBezTo>
                <a:close/>
              </a:path>
            </a:pathLst>
          </a:custGeom>
          <a:solidFill>
            <a:srgbClr val="EEEEEE"/>
          </a:solidFill>
        </p:spPr>
        <p:txBody>
          <a:bodyPr anchor="ctr" anchorCtr="0">
            <a:normAutofit/>
          </a:bodyPr>
          <a:lstStyle>
            <a:lvl1pPr marL="0" indent="0" algn="ctr">
              <a:buNone/>
              <a:defRPr sz="1333" b="1" i="0">
                <a:latin typeface="Museo Sans 900" panose="02000000000000000000" pitchFamily="2" charset="77"/>
              </a:defRPr>
            </a:lvl1pPr>
          </a:lstStyle>
          <a:p>
            <a:r>
              <a:rPr lang="en-GB"/>
              <a:t>Click icon to add picture</a:t>
            </a:r>
            <a:endParaRPr lang="en-US"/>
          </a:p>
        </p:txBody>
      </p:sp>
      <p:pic>
        <p:nvPicPr>
          <p:cNvPr id="4" name="Graphic 3">
            <a:extLst>
              <a:ext uri="{FF2B5EF4-FFF2-40B4-BE49-F238E27FC236}">
                <a16:creationId xmlns:a16="http://schemas.microsoft.com/office/drawing/2014/main" id="{ACD3EA9B-240C-2665-4A43-1F9FAB5761F4}"/>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5809242" y="402112"/>
            <a:ext cx="4606543" cy="6455889"/>
          </a:xfrm>
          <a:prstGeom prst="rect">
            <a:avLst/>
          </a:prstGeom>
        </p:spPr>
      </p:pic>
      <p:pic>
        <p:nvPicPr>
          <p:cNvPr id="11" name="Graphic 10">
            <a:extLst>
              <a:ext uri="{FF2B5EF4-FFF2-40B4-BE49-F238E27FC236}">
                <a16:creationId xmlns:a16="http://schemas.microsoft.com/office/drawing/2014/main" id="{1D347372-2D56-E7AA-55C4-001CC61DD80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010954" y="399549"/>
            <a:ext cx="211919" cy="211919"/>
          </a:xfrm>
          <a:prstGeom prst="rect">
            <a:avLst/>
          </a:prstGeom>
        </p:spPr>
      </p:pic>
      <p:sp>
        <p:nvSpPr>
          <p:cNvPr id="7" name="TextBox 6">
            <a:extLst>
              <a:ext uri="{FF2B5EF4-FFF2-40B4-BE49-F238E27FC236}">
                <a16:creationId xmlns:a16="http://schemas.microsoft.com/office/drawing/2014/main" id="{FD7BF5BD-321A-8992-6627-7B1678BE5E25}"/>
              </a:ext>
            </a:extLst>
          </p:cNvPr>
          <p:cNvSpPr txBox="1"/>
          <p:nvPr userDrawn="1"/>
        </p:nvSpPr>
        <p:spPr>
          <a:xfrm>
            <a:off x="12609253" y="-778"/>
            <a:ext cx="2510117" cy="2555508"/>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Just as with the title slide:</a:t>
            </a:r>
            <a:br>
              <a:rPr lang="en-GB" sz="1067" b="0" i="0">
                <a:solidFill>
                  <a:srgbClr val="333333"/>
                </a:solidFill>
                <a:latin typeface="Museo Sans 500" panose="02000000000000000000" pitchFamily="2" charset="77"/>
              </a:rPr>
            </a:b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To use the place holder frames provided in the template, click the picture icon and select the image you want to use. </a:t>
            </a:r>
            <a:br>
              <a:rPr lang="en-GB" sz="1067" b="0" i="0">
                <a:solidFill>
                  <a:srgbClr val="333333"/>
                </a:solidFill>
                <a:latin typeface="Museo Sans 500" panose="02000000000000000000" pitchFamily="2" charset="77"/>
              </a:rPr>
            </a:b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Do </a:t>
            </a:r>
            <a:r>
              <a:rPr lang="en-GB" sz="1067" b="0" i="0" u="sng">
                <a:solidFill>
                  <a:srgbClr val="333333"/>
                </a:solidFill>
                <a:latin typeface="Museo Sans 500" panose="02000000000000000000" pitchFamily="2" charset="77"/>
              </a:rPr>
              <a:t>not</a:t>
            </a:r>
            <a:r>
              <a:rPr lang="en-GB" sz="1067" b="0" i="0">
                <a:solidFill>
                  <a:srgbClr val="333333"/>
                </a:solidFill>
                <a:latin typeface="Museo Sans 500" panose="02000000000000000000" pitchFamily="2" charset="77"/>
              </a:rPr>
              <a:t> alter the placeholder size, as this is designed to match the Blaze Graphic. </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1" i="0">
                <a:solidFill>
                  <a:srgbClr val="333333"/>
                </a:solidFill>
                <a:latin typeface="Museo Sans 500" panose="02000000000000000000" pitchFamily="2" charset="77"/>
              </a:rPr>
              <a:t>The AA Rocket must be repositioned on top of the image as </a:t>
            </a:r>
            <a:r>
              <a:rPr lang="en-GB" sz="1067" b="1" i="0" err="1">
                <a:solidFill>
                  <a:srgbClr val="333333"/>
                </a:solidFill>
                <a:latin typeface="Museo Sans 500" panose="02000000000000000000" pitchFamily="2" charset="77"/>
              </a:rPr>
              <a:t>Powerpoint</a:t>
            </a:r>
            <a:r>
              <a:rPr lang="en-GB" sz="1067" b="1" i="0">
                <a:solidFill>
                  <a:srgbClr val="333333"/>
                </a:solidFill>
                <a:latin typeface="Museo Sans 500" panose="02000000000000000000" pitchFamily="2" charset="77"/>
              </a:rPr>
              <a:t> will place the placeholder image at the front.</a:t>
            </a:r>
          </a:p>
        </p:txBody>
      </p:sp>
      <p:grpSp>
        <p:nvGrpSpPr>
          <p:cNvPr id="40" name="Group 39">
            <a:extLst>
              <a:ext uri="{FF2B5EF4-FFF2-40B4-BE49-F238E27FC236}">
                <a16:creationId xmlns:a16="http://schemas.microsoft.com/office/drawing/2014/main" id="{FDB967F2-1CEF-06E7-B0B6-563596E9DB6D}"/>
              </a:ext>
            </a:extLst>
          </p:cNvPr>
          <p:cNvGrpSpPr/>
          <p:nvPr userDrawn="1"/>
        </p:nvGrpSpPr>
        <p:grpSpPr>
          <a:xfrm>
            <a:off x="402167" y="5612723"/>
            <a:ext cx="2291257" cy="840995"/>
            <a:chOff x="397414" y="755885"/>
            <a:chExt cx="2901256" cy="1064892"/>
          </a:xfrm>
        </p:grpSpPr>
        <p:grpSp>
          <p:nvGrpSpPr>
            <p:cNvPr id="41" name="Graphic 4">
              <a:extLst>
                <a:ext uri="{FF2B5EF4-FFF2-40B4-BE49-F238E27FC236}">
                  <a16:creationId xmlns:a16="http://schemas.microsoft.com/office/drawing/2014/main" id="{BECCD78C-223F-736D-A5BE-1C0C4DF8BC9E}"/>
                </a:ext>
              </a:extLst>
            </p:cNvPr>
            <p:cNvGrpSpPr/>
            <p:nvPr/>
          </p:nvGrpSpPr>
          <p:grpSpPr>
            <a:xfrm>
              <a:off x="397414" y="755885"/>
              <a:ext cx="1031033" cy="1064892"/>
              <a:chOff x="397414" y="755885"/>
              <a:chExt cx="1031033" cy="1064892"/>
            </a:xfrm>
          </p:grpSpPr>
          <p:sp>
            <p:nvSpPr>
              <p:cNvPr id="61" name="Freeform 60">
                <a:extLst>
                  <a:ext uri="{FF2B5EF4-FFF2-40B4-BE49-F238E27FC236}">
                    <a16:creationId xmlns:a16="http://schemas.microsoft.com/office/drawing/2014/main" id="{6BCCE48D-B48E-3DBB-0123-02B847C95FEC}"/>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62" name="Freeform 61">
                <a:extLst>
                  <a:ext uri="{FF2B5EF4-FFF2-40B4-BE49-F238E27FC236}">
                    <a16:creationId xmlns:a16="http://schemas.microsoft.com/office/drawing/2014/main" id="{BE92AA72-43C8-CB92-41F0-0C0A530E9794}"/>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63" name="Freeform 62">
                <a:extLst>
                  <a:ext uri="{FF2B5EF4-FFF2-40B4-BE49-F238E27FC236}">
                    <a16:creationId xmlns:a16="http://schemas.microsoft.com/office/drawing/2014/main" id="{5BD725B5-E3DB-777A-B5FE-A934C6EBBCA3}"/>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42" name="Graphic 4">
              <a:extLst>
                <a:ext uri="{FF2B5EF4-FFF2-40B4-BE49-F238E27FC236}">
                  <a16:creationId xmlns:a16="http://schemas.microsoft.com/office/drawing/2014/main" id="{4CC7C115-3C88-0811-AC0C-5DDC77B20CE1}"/>
                </a:ext>
              </a:extLst>
            </p:cNvPr>
            <p:cNvGrpSpPr/>
            <p:nvPr/>
          </p:nvGrpSpPr>
          <p:grpSpPr>
            <a:xfrm>
              <a:off x="1208140" y="933050"/>
              <a:ext cx="2090530" cy="573060"/>
              <a:chOff x="1208140" y="933050"/>
              <a:chExt cx="2090530" cy="573060"/>
            </a:xfrm>
            <a:solidFill>
              <a:srgbClr val="333333"/>
            </a:solidFill>
          </p:grpSpPr>
          <p:sp>
            <p:nvSpPr>
              <p:cNvPr id="43" name="Freeform 42">
                <a:extLst>
                  <a:ext uri="{FF2B5EF4-FFF2-40B4-BE49-F238E27FC236}">
                    <a16:creationId xmlns:a16="http://schemas.microsoft.com/office/drawing/2014/main" id="{C7DBD4B8-31B3-58DC-FAF1-19E24038B12C}"/>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4" name="Freeform 43">
                <a:extLst>
                  <a:ext uri="{FF2B5EF4-FFF2-40B4-BE49-F238E27FC236}">
                    <a16:creationId xmlns:a16="http://schemas.microsoft.com/office/drawing/2014/main" id="{83F1F414-AFC1-2AF6-1F44-D4561502B518}"/>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5" name="Freeform 44">
                <a:extLst>
                  <a:ext uri="{FF2B5EF4-FFF2-40B4-BE49-F238E27FC236}">
                    <a16:creationId xmlns:a16="http://schemas.microsoft.com/office/drawing/2014/main" id="{8FB22D86-E71D-30CD-162F-AE31E03F6B84}"/>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6" name="Freeform 45">
                <a:extLst>
                  <a:ext uri="{FF2B5EF4-FFF2-40B4-BE49-F238E27FC236}">
                    <a16:creationId xmlns:a16="http://schemas.microsoft.com/office/drawing/2014/main" id="{732C4F7A-C4D4-B393-5F1F-933F21D68246}"/>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7" name="Freeform 46">
                <a:extLst>
                  <a:ext uri="{FF2B5EF4-FFF2-40B4-BE49-F238E27FC236}">
                    <a16:creationId xmlns:a16="http://schemas.microsoft.com/office/drawing/2014/main" id="{4025ECDD-9298-D920-6915-1B511D632902}"/>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8" name="Freeform 47">
                <a:extLst>
                  <a:ext uri="{FF2B5EF4-FFF2-40B4-BE49-F238E27FC236}">
                    <a16:creationId xmlns:a16="http://schemas.microsoft.com/office/drawing/2014/main" id="{5AF23040-348D-856B-0B06-0FF6C2A862A4}"/>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9" name="Freeform 48">
                <a:extLst>
                  <a:ext uri="{FF2B5EF4-FFF2-40B4-BE49-F238E27FC236}">
                    <a16:creationId xmlns:a16="http://schemas.microsoft.com/office/drawing/2014/main" id="{E1C27098-E100-8F98-8881-8ED73DE328C0}"/>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0" name="Freeform 49">
                <a:extLst>
                  <a:ext uri="{FF2B5EF4-FFF2-40B4-BE49-F238E27FC236}">
                    <a16:creationId xmlns:a16="http://schemas.microsoft.com/office/drawing/2014/main" id="{5DFF5C16-B08B-56B9-5D09-7130D10FB300}"/>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1" name="Freeform 50">
                <a:extLst>
                  <a:ext uri="{FF2B5EF4-FFF2-40B4-BE49-F238E27FC236}">
                    <a16:creationId xmlns:a16="http://schemas.microsoft.com/office/drawing/2014/main" id="{DB6DCE34-9743-2370-7C75-6C8CCCD7A8D9}"/>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2" name="Freeform 51">
                <a:extLst>
                  <a:ext uri="{FF2B5EF4-FFF2-40B4-BE49-F238E27FC236}">
                    <a16:creationId xmlns:a16="http://schemas.microsoft.com/office/drawing/2014/main" id="{81A0CD7F-90F2-3A38-4E34-9B50AAF8F484}"/>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3" name="Freeform 52">
                <a:extLst>
                  <a:ext uri="{FF2B5EF4-FFF2-40B4-BE49-F238E27FC236}">
                    <a16:creationId xmlns:a16="http://schemas.microsoft.com/office/drawing/2014/main" id="{E6011790-1464-A475-FD57-D73F8862E2E2}"/>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4" name="Freeform 53">
                <a:extLst>
                  <a:ext uri="{FF2B5EF4-FFF2-40B4-BE49-F238E27FC236}">
                    <a16:creationId xmlns:a16="http://schemas.microsoft.com/office/drawing/2014/main" id="{FF0F434C-1709-DD21-30B1-7752008230ED}"/>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5" name="Freeform 54">
                <a:extLst>
                  <a:ext uri="{FF2B5EF4-FFF2-40B4-BE49-F238E27FC236}">
                    <a16:creationId xmlns:a16="http://schemas.microsoft.com/office/drawing/2014/main" id="{F5FA4976-56CC-03FB-7E02-DAABF4E4213F}"/>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6" name="Freeform 55">
                <a:extLst>
                  <a:ext uri="{FF2B5EF4-FFF2-40B4-BE49-F238E27FC236}">
                    <a16:creationId xmlns:a16="http://schemas.microsoft.com/office/drawing/2014/main" id="{660335E8-B42B-D266-5665-E5E035661F3E}"/>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7" name="Freeform 56">
                <a:extLst>
                  <a:ext uri="{FF2B5EF4-FFF2-40B4-BE49-F238E27FC236}">
                    <a16:creationId xmlns:a16="http://schemas.microsoft.com/office/drawing/2014/main" id="{13F0E58A-A5B1-FDC8-AC5D-C7B1D3F0F0A9}"/>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8" name="Freeform 57">
                <a:extLst>
                  <a:ext uri="{FF2B5EF4-FFF2-40B4-BE49-F238E27FC236}">
                    <a16:creationId xmlns:a16="http://schemas.microsoft.com/office/drawing/2014/main" id="{E3071D97-4803-2360-24ED-49BE22405890}"/>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9" name="Freeform 58">
                <a:extLst>
                  <a:ext uri="{FF2B5EF4-FFF2-40B4-BE49-F238E27FC236}">
                    <a16:creationId xmlns:a16="http://schemas.microsoft.com/office/drawing/2014/main" id="{5C793801-7513-9BF8-BF9A-A4AB1149F81D}"/>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0" name="Freeform 59">
                <a:extLst>
                  <a:ext uri="{FF2B5EF4-FFF2-40B4-BE49-F238E27FC236}">
                    <a16:creationId xmlns:a16="http://schemas.microsoft.com/office/drawing/2014/main" id="{B46917BC-B5C1-A860-FA08-27BF08F80189}"/>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65" name="Text Placeholder 18">
            <a:extLst>
              <a:ext uri="{FF2B5EF4-FFF2-40B4-BE49-F238E27FC236}">
                <a16:creationId xmlns:a16="http://schemas.microsoft.com/office/drawing/2014/main" id="{300EA33A-9F14-B6B7-7C39-A1611A1706F1}"/>
              </a:ext>
            </a:extLst>
          </p:cNvPr>
          <p:cNvSpPr>
            <a:spLocks noGrp="1"/>
          </p:cNvSpPr>
          <p:nvPr>
            <p:ph type="body" sz="quarter" idx="38" hasCustomPrompt="1"/>
          </p:nvPr>
        </p:nvSpPr>
        <p:spPr>
          <a:xfrm>
            <a:off x="408000" y="936001"/>
            <a:ext cx="5280000" cy="962247"/>
          </a:xfrm>
        </p:spPr>
        <p:txBody>
          <a:bodyPr lIns="0" tIns="0" rIns="0" bIns="0">
            <a:noAutofit/>
          </a:bodyPr>
          <a:lstStyle>
            <a:lvl1pPr marL="0" indent="0">
              <a:lnSpc>
                <a:spcPct val="100000"/>
              </a:lnSpc>
              <a:buFontTx/>
              <a:buNone/>
              <a:defRPr sz="5333"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Thank you</a:t>
            </a:r>
          </a:p>
        </p:txBody>
      </p:sp>
      <p:sp>
        <p:nvSpPr>
          <p:cNvPr id="66" name="Text Placeholder 24">
            <a:extLst>
              <a:ext uri="{FF2B5EF4-FFF2-40B4-BE49-F238E27FC236}">
                <a16:creationId xmlns:a16="http://schemas.microsoft.com/office/drawing/2014/main" id="{10292298-FDE5-811F-3C20-96A7207B3A47}"/>
              </a:ext>
            </a:extLst>
          </p:cNvPr>
          <p:cNvSpPr>
            <a:spLocks noGrp="1"/>
          </p:cNvSpPr>
          <p:nvPr>
            <p:ph type="body" sz="quarter" idx="26"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Go be great</a:t>
            </a:r>
          </a:p>
        </p:txBody>
      </p:sp>
    </p:spTree>
    <p:custDataLst>
      <p:tags r:id="rId1"/>
    </p:custDataLst>
    <p:extLst>
      <p:ext uri="{BB962C8B-B14F-4D97-AF65-F5344CB8AC3E}">
        <p14:creationId xmlns:p14="http://schemas.microsoft.com/office/powerpoint/2010/main" val="100108162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3CACB184-5C75-181C-94DA-A5666D0633A8}"/>
              </a:ext>
            </a:extLst>
          </p:cNvPr>
          <p:cNvPicPr>
            <a:picLocks/>
          </p:cNvPicPr>
          <p:nvPr userDrawn="1"/>
        </p:nvPicPr>
        <p:blipFill>
          <a:blip>
            <a:extLst>
              <a:ext uri="{96DAC541-7B7A-43D3-8B79-37D633B846F1}">
                <asvg:svgBlip xmlns:asvg="http://schemas.microsoft.com/office/drawing/2016/SVG/main" r:embed="rId3"/>
              </a:ext>
            </a:extLst>
          </a:blip>
          <a:srcRect t="1" r="40191" b="-1055"/>
          <a:stretch/>
        </p:blipFill>
        <p:spPr>
          <a:xfrm>
            <a:off x="408001" y="408000"/>
            <a:ext cx="6818300" cy="194024"/>
          </a:xfrm>
          <a:prstGeom prst="rect">
            <a:avLst/>
          </a:prstGeom>
        </p:spPr>
      </p:pic>
      <p:sp>
        <p:nvSpPr>
          <p:cNvPr id="5" name="Picture Placeholder 16">
            <a:extLst>
              <a:ext uri="{FF2B5EF4-FFF2-40B4-BE49-F238E27FC236}">
                <a16:creationId xmlns:a16="http://schemas.microsoft.com/office/drawing/2014/main" id="{D427057C-941A-382F-961A-E1C38DC6EBDF}"/>
              </a:ext>
            </a:extLst>
          </p:cNvPr>
          <p:cNvSpPr>
            <a:spLocks noGrp="1"/>
          </p:cNvSpPr>
          <p:nvPr>
            <p:ph type="pic" sz="quarter" idx="16"/>
          </p:nvPr>
        </p:nvSpPr>
        <p:spPr>
          <a:xfrm>
            <a:off x="8111066" y="-778"/>
            <a:ext cx="4088300" cy="6861341"/>
          </a:xfrm>
          <a:custGeom>
            <a:avLst/>
            <a:gdLst>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510656 w 3063875"/>
              <a:gd name="connsiteY6" fmla="*/ 5143500 h 5143500"/>
              <a:gd name="connsiteX7" fmla="*/ 0 w 3063875"/>
              <a:gd name="connsiteY7" fmla="*/ 4632844 h 5143500"/>
              <a:gd name="connsiteX8" fmla="*/ 0 w 3063875"/>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0 w 3063875"/>
              <a:gd name="connsiteY7" fmla="*/ 4632844 h 5143500"/>
              <a:gd name="connsiteX8" fmla="*/ 0 w 3063875"/>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22485 w 3063875"/>
              <a:gd name="connsiteY7" fmla="*/ 1874653 h 5143500"/>
              <a:gd name="connsiteX8" fmla="*/ 0 w 3063875"/>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22485 w 3063875"/>
              <a:gd name="connsiteY7" fmla="*/ 1874653 h 5143500"/>
              <a:gd name="connsiteX8" fmla="*/ 0 w 3063875"/>
              <a:gd name="connsiteY8" fmla="*/ 510656 h 5143500"/>
              <a:gd name="connsiteX0" fmla="*/ 12413 w 3076288"/>
              <a:gd name="connsiteY0" fmla="*/ 510656 h 5143500"/>
              <a:gd name="connsiteX1" fmla="*/ 523069 w 3076288"/>
              <a:gd name="connsiteY1" fmla="*/ 0 h 5143500"/>
              <a:gd name="connsiteX2" fmla="*/ 2565632 w 3076288"/>
              <a:gd name="connsiteY2" fmla="*/ 0 h 5143500"/>
              <a:gd name="connsiteX3" fmla="*/ 3076288 w 3076288"/>
              <a:gd name="connsiteY3" fmla="*/ 510656 h 5143500"/>
              <a:gd name="connsiteX4" fmla="*/ 3076288 w 3076288"/>
              <a:gd name="connsiteY4" fmla="*/ 4632844 h 5143500"/>
              <a:gd name="connsiteX5" fmla="*/ 2565632 w 3076288"/>
              <a:gd name="connsiteY5" fmla="*/ 5143500 h 5143500"/>
              <a:gd name="connsiteX6" fmla="*/ 1422479 w 3076288"/>
              <a:gd name="connsiteY6" fmla="*/ 5136005 h 5143500"/>
              <a:gd name="connsiteX7" fmla="*/ 34898 w 3076288"/>
              <a:gd name="connsiteY7" fmla="*/ 1874653 h 5143500"/>
              <a:gd name="connsiteX8" fmla="*/ 12413 w 3076288"/>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254832 w 3063875"/>
              <a:gd name="connsiteY7" fmla="*/ 2878994 h 5143500"/>
              <a:gd name="connsiteX8" fmla="*/ 0 w 3063875"/>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254832 w 3063875"/>
              <a:gd name="connsiteY7" fmla="*/ 2878994 h 5143500"/>
              <a:gd name="connsiteX8" fmla="*/ 0 w 3063875"/>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254832 w 3063875"/>
              <a:gd name="connsiteY7" fmla="*/ 2878994 h 5143500"/>
              <a:gd name="connsiteX8" fmla="*/ 0 w 3063875"/>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254832 w 3063875"/>
              <a:gd name="connsiteY7" fmla="*/ 2878994 h 5143500"/>
              <a:gd name="connsiteX8" fmla="*/ 0 w 3063875"/>
              <a:gd name="connsiteY8" fmla="*/ 510656 h 5143500"/>
              <a:gd name="connsiteX0" fmla="*/ 0 w 3063875"/>
              <a:gd name="connsiteY0" fmla="*/ 140881 h 5230925"/>
              <a:gd name="connsiteX1" fmla="*/ 510656 w 3063875"/>
              <a:gd name="connsiteY1" fmla="*/ 87425 h 5230925"/>
              <a:gd name="connsiteX2" fmla="*/ 2553219 w 3063875"/>
              <a:gd name="connsiteY2" fmla="*/ 87425 h 5230925"/>
              <a:gd name="connsiteX3" fmla="*/ 3063875 w 3063875"/>
              <a:gd name="connsiteY3" fmla="*/ 598081 h 5230925"/>
              <a:gd name="connsiteX4" fmla="*/ 3063875 w 3063875"/>
              <a:gd name="connsiteY4" fmla="*/ 4720269 h 5230925"/>
              <a:gd name="connsiteX5" fmla="*/ 2553219 w 3063875"/>
              <a:gd name="connsiteY5" fmla="*/ 5230925 h 5230925"/>
              <a:gd name="connsiteX6" fmla="*/ 1410066 w 3063875"/>
              <a:gd name="connsiteY6" fmla="*/ 5223430 h 5230925"/>
              <a:gd name="connsiteX7" fmla="*/ 254832 w 3063875"/>
              <a:gd name="connsiteY7" fmla="*/ 2966419 h 5230925"/>
              <a:gd name="connsiteX8" fmla="*/ 0 w 3063875"/>
              <a:gd name="connsiteY8" fmla="*/ 140881 h 5230925"/>
              <a:gd name="connsiteX0" fmla="*/ 173 w 3064048"/>
              <a:gd name="connsiteY0" fmla="*/ 53456 h 5143500"/>
              <a:gd name="connsiteX1" fmla="*/ 510829 w 3064048"/>
              <a:gd name="connsiteY1" fmla="*/ 0 h 5143500"/>
              <a:gd name="connsiteX2" fmla="*/ 2553392 w 3064048"/>
              <a:gd name="connsiteY2" fmla="*/ 0 h 5143500"/>
              <a:gd name="connsiteX3" fmla="*/ 3064048 w 3064048"/>
              <a:gd name="connsiteY3" fmla="*/ 510656 h 5143500"/>
              <a:gd name="connsiteX4" fmla="*/ 3064048 w 3064048"/>
              <a:gd name="connsiteY4" fmla="*/ 4632844 h 5143500"/>
              <a:gd name="connsiteX5" fmla="*/ 2553392 w 3064048"/>
              <a:gd name="connsiteY5" fmla="*/ 5143500 h 5143500"/>
              <a:gd name="connsiteX6" fmla="*/ 1410239 w 3064048"/>
              <a:gd name="connsiteY6" fmla="*/ 5136005 h 5143500"/>
              <a:gd name="connsiteX7" fmla="*/ 255005 w 3064048"/>
              <a:gd name="connsiteY7" fmla="*/ 2878994 h 5143500"/>
              <a:gd name="connsiteX8" fmla="*/ 173 w 3064048"/>
              <a:gd name="connsiteY8" fmla="*/ 53456 h 5143500"/>
              <a:gd name="connsiteX0" fmla="*/ 0 w 3063875"/>
              <a:gd name="connsiteY0" fmla="*/ 248158 h 5338202"/>
              <a:gd name="connsiteX1" fmla="*/ 2553219 w 3063875"/>
              <a:gd name="connsiteY1" fmla="*/ 194702 h 5338202"/>
              <a:gd name="connsiteX2" fmla="*/ 3063875 w 3063875"/>
              <a:gd name="connsiteY2" fmla="*/ 705358 h 5338202"/>
              <a:gd name="connsiteX3" fmla="*/ 3063875 w 3063875"/>
              <a:gd name="connsiteY3" fmla="*/ 4827546 h 5338202"/>
              <a:gd name="connsiteX4" fmla="*/ 2553219 w 3063875"/>
              <a:gd name="connsiteY4" fmla="*/ 5338202 h 5338202"/>
              <a:gd name="connsiteX5" fmla="*/ 1410066 w 3063875"/>
              <a:gd name="connsiteY5" fmla="*/ 5330707 h 5338202"/>
              <a:gd name="connsiteX6" fmla="*/ 254832 w 3063875"/>
              <a:gd name="connsiteY6" fmla="*/ 3073696 h 5338202"/>
              <a:gd name="connsiteX7" fmla="*/ 0 w 3063875"/>
              <a:gd name="connsiteY7" fmla="*/ 248158 h 5338202"/>
              <a:gd name="connsiteX0" fmla="*/ 16 w 3063891"/>
              <a:gd name="connsiteY0" fmla="*/ 78396 h 5168440"/>
              <a:gd name="connsiteX1" fmla="*/ 2553235 w 3063891"/>
              <a:gd name="connsiteY1" fmla="*/ 24940 h 5168440"/>
              <a:gd name="connsiteX2" fmla="*/ 3063891 w 3063891"/>
              <a:gd name="connsiteY2" fmla="*/ 535596 h 5168440"/>
              <a:gd name="connsiteX3" fmla="*/ 3063891 w 3063891"/>
              <a:gd name="connsiteY3" fmla="*/ 4657784 h 5168440"/>
              <a:gd name="connsiteX4" fmla="*/ 2553235 w 3063891"/>
              <a:gd name="connsiteY4" fmla="*/ 5168440 h 5168440"/>
              <a:gd name="connsiteX5" fmla="*/ 1410082 w 3063891"/>
              <a:gd name="connsiteY5" fmla="*/ 5160945 h 5168440"/>
              <a:gd name="connsiteX6" fmla="*/ 254848 w 3063891"/>
              <a:gd name="connsiteY6" fmla="*/ 2903934 h 5168440"/>
              <a:gd name="connsiteX7" fmla="*/ 16 w 3063891"/>
              <a:gd name="connsiteY7" fmla="*/ 78396 h 5168440"/>
              <a:gd name="connsiteX0" fmla="*/ 14 w 3166829"/>
              <a:gd name="connsiteY0" fmla="*/ 59534 h 5149578"/>
              <a:gd name="connsiteX1" fmla="*/ 3032918 w 3166829"/>
              <a:gd name="connsiteY1" fmla="*/ 28563 h 5149578"/>
              <a:gd name="connsiteX2" fmla="*/ 3063889 w 3166829"/>
              <a:gd name="connsiteY2" fmla="*/ 516734 h 5149578"/>
              <a:gd name="connsiteX3" fmla="*/ 3063889 w 3166829"/>
              <a:gd name="connsiteY3" fmla="*/ 4638922 h 5149578"/>
              <a:gd name="connsiteX4" fmla="*/ 2553233 w 3166829"/>
              <a:gd name="connsiteY4" fmla="*/ 5149578 h 5149578"/>
              <a:gd name="connsiteX5" fmla="*/ 1410080 w 3166829"/>
              <a:gd name="connsiteY5" fmla="*/ 5142083 h 5149578"/>
              <a:gd name="connsiteX6" fmla="*/ 254846 w 3166829"/>
              <a:gd name="connsiteY6" fmla="*/ 2885072 h 5149578"/>
              <a:gd name="connsiteX7" fmla="*/ 14 w 3166829"/>
              <a:gd name="connsiteY7" fmla="*/ 59534 h 5149578"/>
              <a:gd name="connsiteX0" fmla="*/ 14 w 3288203"/>
              <a:gd name="connsiteY0" fmla="*/ 59534 h 5149578"/>
              <a:gd name="connsiteX1" fmla="*/ 3032918 w 3288203"/>
              <a:gd name="connsiteY1" fmla="*/ 28563 h 5149578"/>
              <a:gd name="connsiteX2" fmla="*/ 3063889 w 3288203"/>
              <a:gd name="connsiteY2" fmla="*/ 4638922 h 5149578"/>
              <a:gd name="connsiteX3" fmla="*/ 2553233 w 3288203"/>
              <a:gd name="connsiteY3" fmla="*/ 5149578 h 5149578"/>
              <a:gd name="connsiteX4" fmla="*/ 1410080 w 3288203"/>
              <a:gd name="connsiteY4" fmla="*/ 5142083 h 5149578"/>
              <a:gd name="connsiteX5" fmla="*/ 254846 w 3288203"/>
              <a:gd name="connsiteY5" fmla="*/ 2885072 h 5149578"/>
              <a:gd name="connsiteX6" fmla="*/ 14 w 3288203"/>
              <a:gd name="connsiteY6" fmla="*/ 59534 h 5149578"/>
              <a:gd name="connsiteX0" fmla="*/ 14 w 3288203"/>
              <a:gd name="connsiteY0" fmla="*/ 59534 h 5336718"/>
              <a:gd name="connsiteX1" fmla="*/ 3032918 w 3288203"/>
              <a:gd name="connsiteY1" fmla="*/ 28563 h 5336718"/>
              <a:gd name="connsiteX2" fmla="*/ 3063889 w 3288203"/>
              <a:gd name="connsiteY2" fmla="*/ 4638922 h 5336718"/>
              <a:gd name="connsiteX3" fmla="*/ 1410080 w 3288203"/>
              <a:gd name="connsiteY3" fmla="*/ 5142083 h 5336718"/>
              <a:gd name="connsiteX4" fmla="*/ 254846 w 3288203"/>
              <a:gd name="connsiteY4" fmla="*/ 2885072 h 5336718"/>
              <a:gd name="connsiteX5" fmla="*/ 14 w 3288203"/>
              <a:gd name="connsiteY5" fmla="*/ 59534 h 5336718"/>
              <a:gd name="connsiteX0" fmla="*/ 14 w 3288203"/>
              <a:gd name="connsiteY0" fmla="*/ 59534 h 5336718"/>
              <a:gd name="connsiteX1" fmla="*/ 3032918 w 3288203"/>
              <a:gd name="connsiteY1" fmla="*/ 28563 h 5336718"/>
              <a:gd name="connsiteX2" fmla="*/ 3063889 w 3288203"/>
              <a:gd name="connsiteY2" fmla="*/ 4638922 h 5336718"/>
              <a:gd name="connsiteX3" fmla="*/ 1410080 w 3288203"/>
              <a:gd name="connsiteY3" fmla="*/ 5142083 h 5336718"/>
              <a:gd name="connsiteX4" fmla="*/ 254846 w 3288203"/>
              <a:gd name="connsiteY4" fmla="*/ 2885072 h 5336718"/>
              <a:gd name="connsiteX5" fmla="*/ 14 w 3288203"/>
              <a:gd name="connsiteY5" fmla="*/ 59534 h 5336718"/>
              <a:gd name="connsiteX0" fmla="*/ 14 w 3288203"/>
              <a:gd name="connsiteY0" fmla="*/ 59534 h 5212957"/>
              <a:gd name="connsiteX1" fmla="*/ 3032918 w 3288203"/>
              <a:gd name="connsiteY1" fmla="*/ 28563 h 5212957"/>
              <a:gd name="connsiteX2" fmla="*/ 3063889 w 3288203"/>
              <a:gd name="connsiteY2" fmla="*/ 4638922 h 5212957"/>
              <a:gd name="connsiteX3" fmla="*/ 1410080 w 3288203"/>
              <a:gd name="connsiteY3" fmla="*/ 5142083 h 5212957"/>
              <a:gd name="connsiteX4" fmla="*/ 254846 w 3288203"/>
              <a:gd name="connsiteY4" fmla="*/ 2885072 h 5212957"/>
              <a:gd name="connsiteX5" fmla="*/ 14 w 3288203"/>
              <a:gd name="connsiteY5" fmla="*/ 59534 h 5212957"/>
              <a:gd name="connsiteX0" fmla="*/ 14 w 3288203"/>
              <a:gd name="connsiteY0" fmla="*/ 59534 h 5290599"/>
              <a:gd name="connsiteX1" fmla="*/ 3032918 w 3288203"/>
              <a:gd name="connsiteY1" fmla="*/ 28563 h 5290599"/>
              <a:gd name="connsiteX2" fmla="*/ 3063889 w 3288203"/>
              <a:gd name="connsiteY2" fmla="*/ 5126102 h 5290599"/>
              <a:gd name="connsiteX3" fmla="*/ 1410080 w 3288203"/>
              <a:gd name="connsiteY3" fmla="*/ 5142083 h 5290599"/>
              <a:gd name="connsiteX4" fmla="*/ 254846 w 3288203"/>
              <a:gd name="connsiteY4" fmla="*/ 2885072 h 5290599"/>
              <a:gd name="connsiteX5" fmla="*/ 14 w 3288203"/>
              <a:gd name="connsiteY5" fmla="*/ 59534 h 5290599"/>
              <a:gd name="connsiteX0" fmla="*/ 14 w 3267600"/>
              <a:gd name="connsiteY0" fmla="*/ 59534 h 5290599"/>
              <a:gd name="connsiteX1" fmla="*/ 3032918 w 3267600"/>
              <a:gd name="connsiteY1" fmla="*/ 28563 h 5290599"/>
              <a:gd name="connsiteX2" fmla="*/ 3063889 w 3267600"/>
              <a:gd name="connsiteY2" fmla="*/ 5126102 h 5290599"/>
              <a:gd name="connsiteX3" fmla="*/ 1410080 w 3267600"/>
              <a:gd name="connsiteY3" fmla="*/ 5142083 h 5290599"/>
              <a:gd name="connsiteX4" fmla="*/ 254846 w 3267600"/>
              <a:gd name="connsiteY4" fmla="*/ 2885072 h 5290599"/>
              <a:gd name="connsiteX5" fmla="*/ 14 w 3267600"/>
              <a:gd name="connsiteY5" fmla="*/ 59534 h 5290599"/>
              <a:gd name="connsiteX0" fmla="*/ 14 w 3063889"/>
              <a:gd name="connsiteY0" fmla="*/ 59534 h 5290599"/>
              <a:gd name="connsiteX1" fmla="*/ 3032918 w 3063889"/>
              <a:gd name="connsiteY1" fmla="*/ 28563 h 5290599"/>
              <a:gd name="connsiteX2" fmla="*/ 3063889 w 3063889"/>
              <a:gd name="connsiteY2" fmla="*/ 5126102 h 5290599"/>
              <a:gd name="connsiteX3" fmla="*/ 1410080 w 3063889"/>
              <a:gd name="connsiteY3" fmla="*/ 5142083 h 5290599"/>
              <a:gd name="connsiteX4" fmla="*/ 254846 w 3063889"/>
              <a:gd name="connsiteY4" fmla="*/ 2885072 h 5290599"/>
              <a:gd name="connsiteX5" fmla="*/ 14 w 3063889"/>
              <a:gd name="connsiteY5" fmla="*/ 59534 h 5290599"/>
              <a:gd name="connsiteX0" fmla="*/ 11 w 3063886"/>
              <a:gd name="connsiteY0" fmla="*/ 31017 h 5262082"/>
              <a:gd name="connsiteX1" fmla="*/ 3032915 w 3063886"/>
              <a:gd name="connsiteY1" fmla="*/ 46 h 5262082"/>
              <a:gd name="connsiteX2" fmla="*/ 3063886 w 3063886"/>
              <a:gd name="connsiteY2" fmla="*/ 5097585 h 5262082"/>
              <a:gd name="connsiteX3" fmla="*/ 1410077 w 3063886"/>
              <a:gd name="connsiteY3" fmla="*/ 5113566 h 5262082"/>
              <a:gd name="connsiteX4" fmla="*/ 254843 w 3063886"/>
              <a:gd name="connsiteY4" fmla="*/ 2856555 h 5262082"/>
              <a:gd name="connsiteX5" fmla="*/ 11 w 3063886"/>
              <a:gd name="connsiteY5" fmla="*/ 31017 h 5262082"/>
              <a:gd name="connsiteX0" fmla="*/ 11 w 3063886"/>
              <a:gd name="connsiteY0" fmla="*/ 31017 h 5153324"/>
              <a:gd name="connsiteX1" fmla="*/ 3032915 w 3063886"/>
              <a:gd name="connsiteY1" fmla="*/ 46 h 5153324"/>
              <a:gd name="connsiteX2" fmla="*/ 3063886 w 3063886"/>
              <a:gd name="connsiteY2" fmla="*/ 5097585 h 5153324"/>
              <a:gd name="connsiteX3" fmla="*/ 1410077 w 3063886"/>
              <a:gd name="connsiteY3" fmla="*/ 5113566 h 5153324"/>
              <a:gd name="connsiteX4" fmla="*/ 254843 w 3063886"/>
              <a:gd name="connsiteY4" fmla="*/ 2856555 h 5153324"/>
              <a:gd name="connsiteX5" fmla="*/ 11 w 3063886"/>
              <a:gd name="connsiteY5" fmla="*/ 31017 h 5153324"/>
              <a:gd name="connsiteX0" fmla="*/ 11 w 3063886"/>
              <a:gd name="connsiteY0" fmla="*/ 31017 h 5156528"/>
              <a:gd name="connsiteX1" fmla="*/ 3032915 w 3063886"/>
              <a:gd name="connsiteY1" fmla="*/ 46 h 5156528"/>
              <a:gd name="connsiteX2" fmla="*/ 3063886 w 3063886"/>
              <a:gd name="connsiteY2" fmla="*/ 5097585 h 5156528"/>
              <a:gd name="connsiteX3" fmla="*/ 1275166 w 3063886"/>
              <a:gd name="connsiteY3" fmla="*/ 5121061 h 5156528"/>
              <a:gd name="connsiteX4" fmla="*/ 254843 w 3063886"/>
              <a:gd name="connsiteY4" fmla="*/ 2856555 h 5156528"/>
              <a:gd name="connsiteX5" fmla="*/ 11 w 3063886"/>
              <a:gd name="connsiteY5" fmla="*/ 31017 h 5156528"/>
              <a:gd name="connsiteX0" fmla="*/ 11 w 3063886"/>
              <a:gd name="connsiteY0" fmla="*/ 31017 h 5151536"/>
              <a:gd name="connsiteX1" fmla="*/ 3032915 w 3063886"/>
              <a:gd name="connsiteY1" fmla="*/ 46 h 5151536"/>
              <a:gd name="connsiteX2" fmla="*/ 3063886 w 3063886"/>
              <a:gd name="connsiteY2" fmla="*/ 5097585 h 5151536"/>
              <a:gd name="connsiteX3" fmla="*/ 1275166 w 3063886"/>
              <a:gd name="connsiteY3" fmla="*/ 5121061 h 5151536"/>
              <a:gd name="connsiteX4" fmla="*/ 254843 w 3063886"/>
              <a:gd name="connsiteY4" fmla="*/ 2856555 h 5151536"/>
              <a:gd name="connsiteX5" fmla="*/ 11 w 3063886"/>
              <a:gd name="connsiteY5" fmla="*/ 31017 h 5151536"/>
              <a:gd name="connsiteX0" fmla="*/ 11 w 3063905"/>
              <a:gd name="connsiteY0" fmla="*/ 31017 h 5125623"/>
              <a:gd name="connsiteX1" fmla="*/ 3032915 w 3063905"/>
              <a:gd name="connsiteY1" fmla="*/ 46 h 5125623"/>
              <a:gd name="connsiteX2" fmla="*/ 3063886 w 3063905"/>
              <a:gd name="connsiteY2" fmla="*/ 5097585 h 5125623"/>
              <a:gd name="connsiteX3" fmla="*/ 1275166 w 3063905"/>
              <a:gd name="connsiteY3" fmla="*/ 5121061 h 5125623"/>
              <a:gd name="connsiteX4" fmla="*/ 254843 w 3063905"/>
              <a:gd name="connsiteY4" fmla="*/ 2856555 h 5125623"/>
              <a:gd name="connsiteX5" fmla="*/ 11 w 3063905"/>
              <a:gd name="connsiteY5" fmla="*/ 31017 h 5125623"/>
              <a:gd name="connsiteX0" fmla="*/ 11 w 3063905"/>
              <a:gd name="connsiteY0" fmla="*/ 2096 h 5136895"/>
              <a:gd name="connsiteX1" fmla="*/ 3032915 w 3063905"/>
              <a:gd name="connsiteY1" fmla="*/ 11318 h 5136895"/>
              <a:gd name="connsiteX2" fmla="*/ 3063886 w 3063905"/>
              <a:gd name="connsiteY2" fmla="*/ 5108857 h 5136895"/>
              <a:gd name="connsiteX3" fmla="*/ 1275166 w 3063905"/>
              <a:gd name="connsiteY3" fmla="*/ 5132333 h 5136895"/>
              <a:gd name="connsiteX4" fmla="*/ 254843 w 3063905"/>
              <a:gd name="connsiteY4" fmla="*/ 2867827 h 5136895"/>
              <a:gd name="connsiteX5" fmla="*/ 11 w 3063905"/>
              <a:gd name="connsiteY5" fmla="*/ 2096 h 5136895"/>
              <a:gd name="connsiteX0" fmla="*/ 11 w 3063905"/>
              <a:gd name="connsiteY0" fmla="*/ 2096 h 5136895"/>
              <a:gd name="connsiteX1" fmla="*/ 3032915 w 3063905"/>
              <a:gd name="connsiteY1" fmla="*/ 11318 h 5136895"/>
              <a:gd name="connsiteX2" fmla="*/ 3063886 w 3063905"/>
              <a:gd name="connsiteY2" fmla="*/ 5108857 h 5136895"/>
              <a:gd name="connsiteX3" fmla="*/ 1275166 w 3063905"/>
              <a:gd name="connsiteY3" fmla="*/ 5132333 h 5136895"/>
              <a:gd name="connsiteX4" fmla="*/ 254843 w 3063905"/>
              <a:gd name="connsiteY4" fmla="*/ 2867827 h 5136895"/>
              <a:gd name="connsiteX5" fmla="*/ 11 w 3063905"/>
              <a:gd name="connsiteY5" fmla="*/ 2096 h 5136895"/>
              <a:gd name="connsiteX0" fmla="*/ 11 w 3063905"/>
              <a:gd name="connsiteY0" fmla="*/ 3953 h 5138752"/>
              <a:gd name="connsiteX1" fmla="*/ 3063060 w 3063905"/>
              <a:gd name="connsiteY1" fmla="*/ 3126 h 5138752"/>
              <a:gd name="connsiteX2" fmla="*/ 3063886 w 3063905"/>
              <a:gd name="connsiteY2" fmla="*/ 5110714 h 5138752"/>
              <a:gd name="connsiteX3" fmla="*/ 1275166 w 3063905"/>
              <a:gd name="connsiteY3" fmla="*/ 5134190 h 5138752"/>
              <a:gd name="connsiteX4" fmla="*/ 254843 w 3063905"/>
              <a:gd name="connsiteY4" fmla="*/ 2869684 h 5138752"/>
              <a:gd name="connsiteX5" fmla="*/ 11 w 3063905"/>
              <a:gd name="connsiteY5" fmla="*/ 3953 h 5138752"/>
              <a:gd name="connsiteX0" fmla="*/ 11 w 3063905"/>
              <a:gd name="connsiteY0" fmla="*/ 2384 h 5144678"/>
              <a:gd name="connsiteX1" fmla="*/ 3063060 w 3063905"/>
              <a:gd name="connsiteY1" fmla="*/ 9052 h 5144678"/>
              <a:gd name="connsiteX2" fmla="*/ 3063886 w 3063905"/>
              <a:gd name="connsiteY2" fmla="*/ 5116640 h 5144678"/>
              <a:gd name="connsiteX3" fmla="*/ 1275166 w 3063905"/>
              <a:gd name="connsiteY3" fmla="*/ 5140116 h 5144678"/>
              <a:gd name="connsiteX4" fmla="*/ 254843 w 3063905"/>
              <a:gd name="connsiteY4" fmla="*/ 2875610 h 5144678"/>
              <a:gd name="connsiteX5" fmla="*/ 11 w 3063905"/>
              <a:gd name="connsiteY5" fmla="*/ 2384 h 5144678"/>
              <a:gd name="connsiteX0" fmla="*/ 11 w 3069410"/>
              <a:gd name="connsiteY0" fmla="*/ 6725 h 5149019"/>
              <a:gd name="connsiteX1" fmla="*/ 3069410 w 3069410"/>
              <a:gd name="connsiteY1" fmla="*/ 693 h 5149019"/>
              <a:gd name="connsiteX2" fmla="*/ 3063886 w 3069410"/>
              <a:gd name="connsiteY2" fmla="*/ 5120981 h 5149019"/>
              <a:gd name="connsiteX3" fmla="*/ 1275166 w 3069410"/>
              <a:gd name="connsiteY3" fmla="*/ 5144457 h 5149019"/>
              <a:gd name="connsiteX4" fmla="*/ 254843 w 3069410"/>
              <a:gd name="connsiteY4" fmla="*/ 2879951 h 5149019"/>
              <a:gd name="connsiteX5" fmla="*/ 11 w 3069410"/>
              <a:gd name="connsiteY5" fmla="*/ 6725 h 5149019"/>
              <a:gd name="connsiteX0" fmla="*/ 0 w 3069399"/>
              <a:gd name="connsiteY0" fmla="*/ 6122 h 5148416"/>
              <a:gd name="connsiteX1" fmla="*/ 3069399 w 3069399"/>
              <a:gd name="connsiteY1" fmla="*/ 90 h 5148416"/>
              <a:gd name="connsiteX2" fmla="*/ 3063875 w 3069399"/>
              <a:gd name="connsiteY2" fmla="*/ 5120378 h 5148416"/>
              <a:gd name="connsiteX3" fmla="*/ 1275155 w 3069399"/>
              <a:gd name="connsiteY3" fmla="*/ 5143854 h 5148416"/>
              <a:gd name="connsiteX4" fmla="*/ 254832 w 3069399"/>
              <a:gd name="connsiteY4" fmla="*/ 2879348 h 5148416"/>
              <a:gd name="connsiteX5" fmla="*/ 0 w 3069399"/>
              <a:gd name="connsiteY5" fmla="*/ 6122 h 5148416"/>
              <a:gd name="connsiteX0" fmla="*/ 0 w 3072574"/>
              <a:gd name="connsiteY0" fmla="*/ 0 h 5148644"/>
              <a:gd name="connsiteX1" fmla="*/ 3072574 w 3072574"/>
              <a:gd name="connsiteY1" fmla="*/ 318 h 5148644"/>
              <a:gd name="connsiteX2" fmla="*/ 3067050 w 3072574"/>
              <a:gd name="connsiteY2" fmla="*/ 5120606 h 5148644"/>
              <a:gd name="connsiteX3" fmla="*/ 1278330 w 3072574"/>
              <a:gd name="connsiteY3" fmla="*/ 5144082 h 5148644"/>
              <a:gd name="connsiteX4" fmla="*/ 258007 w 3072574"/>
              <a:gd name="connsiteY4" fmla="*/ 2879576 h 5148644"/>
              <a:gd name="connsiteX5" fmla="*/ 0 w 3072574"/>
              <a:gd name="connsiteY5" fmla="*/ 0 h 5148644"/>
              <a:gd name="connsiteX0" fmla="*/ 0 w 3072574"/>
              <a:gd name="connsiteY0" fmla="*/ 0 h 5148644"/>
              <a:gd name="connsiteX1" fmla="*/ 3072574 w 3072574"/>
              <a:gd name="connsiteY1" fmla="*/ 318 h 5148644"/>
              <a:gd name="connsiteX2" fmla="*/ 3067050 w 3072574"/>
              <a:gd name="connsiteY2" fmla="*/ 5120606 h 5148644"/>
              <a:gd name="connsiteX3" fmla="*/ 1278330 w 3072574"/>
              <a:gd name="connsiteY3" fmla="*/ 5144082 h 5148644"/>
              <a:gd name="connsiteX4" fmla="*/ 258007 w 3072574"/>
              <a:gd name="connsiteY4" fmla="*/ 2879576 h 5148644"/>
              <a:gd name="connsiteX5" fmla="*/ 0 w 3072574"/>
              <a:gd name="connsiteY5" fmla="*/ 0 h 5148644"/>
              <a:gd name="connsiteX0" fmla="*/ 0 w 3072574"/>
              <a:gd name="connsiteY0" fmla="*/ 0 h 5155476"/>
              <a:gd name="connsiteX1" fmla="*/ 3072574 w 3072574"/>
              <a:gd name="connsiteY1" fmla="*/ 318 h 5155476"/>
              <a:gd name="connsiteX2" fmla="*/ 3063875 w 3072574"/>
              <a:gd name="connsiteY2" fmla="*/ 5146006 h 5155476"/>
              <a:gd name="connsiteX3" fmla="*/ 1278330 w 3072574"/>
              <a:gd name="connsiteY3" fmla="*/ 5144082 h 5155476"/>
              <a:gd name="connsiteX4" fmla="*/ 258007 w 3072574"/>
              <a:gd name="connsiteY4" fmla="*/ 2879576 h 5155476"/>
              <a:gd name="connsiteX5" fmla="*/ 0 w 3072574"/>
              <a:gd name="connsiteY5" fmla="*/ 0 h 5155476"/>
              <a:gd name="connsiteX0" fmla="*/ 0 w 3072574"/>
              <a:gd name="connsiteY0" fmla="*/ 0 h 5155476"/>
              <a:gd name="connsiteX1" fmla="*/ 3072574 w 3072574"/>
              <a:gd name="connsiteY1" fmla="*/ 318 h 5155476"/>
              <a:gd name="connsiteX2" fmla="*/ 3063875 w 3072574"/>
              <a:gd name="connsiteY2" fmla="*/ 5146006 h 5155476"/>
              <a:gd name="connsiteX3" fmla="*/ 1278330 w 3072574"/>
              <a:gd name="connsiteY3" fmla="*/ 5144082 h 5155476"/>
              <a:gd name="connsiteX4" fmla="*/ 258007 w 3072574"/>
              <a:gd name="connsiteY4" fmla="*/ 2879576 h 5155476"/>
              <a:gd name="connsiteX5" fmla="*/ 0 w 3072574"/>
              <a:gd name="connsiteY5" fmla="*/ 0 h 5155476"/>
              <a:gd name="connsiteX0" fmla="*/ 0 w 3072574"/>
              <a:gd name="connsiteY0" fmla="*/ 0 h 5152465"/>
              <a:gd name="connsiteX1" fmla="*/ 3072574 w 3072574"/>
              <a:gd name="connsiteY1" fmla="*/ 318 h 5152465"/>
              <a:gd name="connsiteX2" fmla="*/ 3063875 w 3072574"/>
              <a:gd name="connsiteY2" fmla="*/ 5146006 h 5152465"/>
              <a:gd name="connsiteX3" fmla="*/ 1278330 w 3072574"/>
              <a:gd name="connsiteY3" fmla="*/ 5144082 h 5152465"/>
              <a:gd name="connsiteX4" fmla="*/ 258007 w 3072574"/>
              <a:gd name="connsiteY4" fmla="*/ 2879576 h 5152465"/>
              <a:gd name="connsiteX5" fmla="*/ 0 w 3072574"/>
              <a:gd name="connsiteY5" fmla="*/ 0 h 5152465"/>
              <a:gd name="connsiteX0" fmla="*/ 0 w 3072574"/>
              <a:gd name="connsiteY0" fmla="*/ 0 h 5153597"/>
              <a:gd name="connsiteX1" fmla="*/ 3072574 w 3072574"/>
              <a:gd name="connsiteY1" fmla="*/ 318 h 5153597"/>
              <a:gd name="connsiteX2" fmla="*/ 3063875 w 3072574"/>
              <a:gd name="connsiteY2" fmla="*/ 5146006 h 5153597"/>
              <a:gd name="connsiteX3" fmla="*/ 1284680 w 3072574"/>
              <a:gd name="connsiteY3" fmla="*/ 5147257 h 5153597"/>
              <a:gd name="connsiteX4" fmla="*/ 258007 w 3072574"/>
              <a:gd name="connsiteY4" fmla="*/ 2879576 h 5153597"/>
              <a:gd name="connsiteX5" fmla="*/ 0 w 3072574"/>
              <a:gd name="connsiteY5" fmla="*/ 0 h 5153597"/>
              <a:gd name="connsiteX0" fmla="*/ 0 w 3072574"/>
              <a:gd name="connsiteY0" fmla="*/ 0 h 5153597"/>
              <a:gd name="connsiteX1" fmla="*/ 3072574 w 3072574"/>
              <a:gd name="connsiteY1" fmla="*/ 318 h 5153597"/>
              <a:gd name="connsiteX2" fmla="*/ 3063875 w 3072574"/>
              <a:gd name="connsiteY2" fmla="*/ 5146006 h 5153597"/>
              <a:gd name="connsiteX3" fmla="*/ 1284680 w 3072574"/>
              <a:gd name="connsiteY3" fmla="*/ 5147257 h 5153597"/>
              <a:gd name="connsiteX4" fmla="*/ 258007 w 3072574"/>
              <a:gd name="connsiteY4" fmla="*/ 2879576 h 5153597"/>
              <a:gd name="connsiteX5" fmla="*/ 0 w 3072574"/>
              <a:gd name="connsiteY5" fmla="*/ 0 h 5153597"/>
              <a:gd name="connsiteX0" fmla="*/ 0 w 3072574"/>
              <a:gd name="connsiteY0" fmla="*/ 0 h 5151459"/>
              <a:gd name="connsiteX1" fmla="*/ 3072574 w 3072574"/>
              <a:gd name="connsiteY1" fmla="*/ 318 h 5151459"/>
              <a:gd name="connsiteX2" fmla="*/ 3063875 w 3072574"/>
              <a:gd name="connsiteY2" fmla="*/ 5146006 h 5151459"/>
              <a:gd name="connsiteX3" fmla="*/ 1284680 w 3072574"/>
              <a:gd name="connsiteY3" fmla="*/ 5147257 h 5151459"/>
              <a:gd name="connsiteX4" fmla="*/ 258007 w 3072574"/>
              <a:gd name="connsiteY4" fmla="*/ 2879576 h 5151459"/>
              <a:gd name="connsiteX5" fmla="*/ 0 w 3072574"/>
              <a:gd name="connsiteY5" fmla="*/ 0 h 5151459"/>
              <a:gd name="connsiteX0" fmla="*/ 0 w 3072574"/>
              <a:gd name="connsiteY0" fmla="*/ 0 h 5151459"/>
              <a:gd name="connsiteX1" fmla="*/ 3072574 w 3072574"/>
              <a:gd name="connsiteY1" fmla="*/ 318 h 5151459"/>
              <a:gd name="connsiteX2" fmla="*/ 3063875 w 3072574"/>
              <a:gd name="connsiteY2" fmla="*/ 5146006 h 5151459"/>
              <a:gd name="connsiteX3" fmla="*/ 1284680 w 3072574"/>
              <a:gd name="connsiteY3" fmla="*/ 5147257 h 5151459"/>
              <a:gd name="connsiteX4" fmla="*/ 258007 w 3072574"/>
              <a:gd name="connsiteY4" fmla="*/ 2879576 h 5151459"/>
              <a:gd name="connsiteX5" fmla="*/ 0 w 3072574"/>
              <a:gd name="connsiteY5" fmla="*/ 0 h 5151459"/>
              <a:gd name="connsiteX0" fmla="*/ 0 w 3072574"/>
              <a:gd name="connsiteY0" fmla="*/ 0 h 5526481"/>
              <a:gd name="connsiteX1" fmla="*/ 3072574 w 3072574"/>
              <a:gd name="connsiteY1" fmla="*/ 318 h 5526481"/>
              <a:gd name="connsiteX2" fmla="*/ 3063875 w 3072574"/>
              <a:gd name="connsiteY2" fmla="*/ 5146006 h 5526481"/>
              <a:gd name="connsiteX3" fmla="*/ 1343024 w 3072574"/>
              <a:gd name="connsiteY3" fmla="*/ 5144084 h 5526481"/>
              <a:gd name="connsiteX4" fmla="*/ 1284680 w 3072574"/>
              <a:gd name="connsiteY4" fmla="*/ 5147257 h 5526481"/>
              <a:gd name="connsiteX5" fmla="*/ 258007 w 3072574"/>
              <a:gd name="connsiteY5" fmla="*/ 2879576 h 5526481"/>
              <a:gd name="connsiteX6" fmla="*/ 0 w 3072574"/>
              <a:gd name="connsiteY6" fmla="*/ 0 h 5526481"/>
              <a:gd name="connsiteX0" fmla="*/ 0 w 3072574"/>
              <a:gd name="connsiteY0" fmla="*/ 0 h 5314225"/>
              <a:gd name="connsiteX1" fmla="*/ 3072574 w 3072574"/>
              <a:gd name="connsiteY1" fmla="*/ 318 h 5314225"/>
              <a:gd name="connsiteX2" fmla="*/ 3063875 w 3072574"/>
              <a:gd name="connsiteY2" fmla="*/ 5146006 h 5314225"/>
              <a:gd name="connsiteX3" fmla="*/ 1343024 w 3072574"/>
              <a:gd name="connsiteY3" fmla="*/ 5144084 h 5314225"/>
              <a:gd name="connsiteX4" fmla="*/ 1284680 w 3072574"/>
              <a:gd name="connsiteY4" fmla="*/ 5147257 h 5314225"/>
              <a:gd name="connsiteX5" fmla="*/ 258007 w 3072574"/>
              <a:gd name="connsiteY5" fmla="*/ 2879576 h 5314225"/>
              <a:gd name="connsiteX6" fmla="*/ 0 w 3072574"/>
              <a:gd name="connsiteY6" fmla="*/ 0 h 5314225"/>
              <a:gd name="connsiteX0" fmla="*/ 0 w 3072574"/>
              <a:gd name="connsiteY0" fmla="*/ 0 h 5318959"/>
              <a:gd name="connsiteX1" fmla="*/ 3072574 w 3072574"/>
              <a:gd name="connsiteY1" fmla="*/ 318 h 5318959"/>
              <a:gd name="connsiteX2" fmla="*/ 3063875 w 3072574"/>
              <a:gd name="connsiteY2" fmla="*/ 5146006 h 5318959"/>
              <a:gd name="connsiteX3" fmla="*/ 1343024 w 3072574"/>
              <a:gd name="connsiteY3" fmla="*/ 5144084 h 5318959"/>
              <a:gd name="connsiteX4" fmla="*/ 1157680 w 3072574"/>
              <a:gd name="connsiteY4" fmla="*/ 5153607 h 5318959"/>
              <a:gd name="connsiteX5" fmla="*/ 258007 w 3072574"/>
              <a:gd name="connsiteY5" fmla="*/ 2879576 h 5318959"/>
              <a:gd name="connsiteX6" fmla="*/ 0 w 3072574"/>
              <a:gd name="connsiteY6" fmla="*/ 0 h 5318959"/>
              <a:gd name="connsiteX0" fmla="*/ 0 w 3072574"/>
              <a:gd name="connsiteY0" fmla="*/ 0 h 5175213"/>
              <a:gd name="connsiteX1" fmla="*/ 3072574 w 3072574"/>
              <a:gd name="connsiteY1" fmla="*/ 318 h 5175213"/>
              <a:gd name="connsiteX2" fmla="*/ 3063875 w 3072574"/>
              <a:gd name="connsiteY2" fmla="*/ 5146006 h 5175213"/>
              <a:gd name="connsiteX3" fmla="*/ 1343024 w 3072574"/>
              <a:gd name="connsiteY3" fmla="*/ 5144084 h 5175213"/>
              <a:gd name="connsiteX4" fmla="*/ 1157680 w 3072574"/>
              <a:gd name="connsiteY4" fmla="*/ 5153607 h 5175213"/>
              <a:gd name="connsiteX5" fmla="*/ 258007 w 3072574"/>
              <a:gd name="connsiteY5" fmla="*/ 2879576 h 5175213"/>
              <a:gd name="connsiteX6" fmla="*/ 0 w 3072574"/>
              <a:gd name="connsiteY6" fmla="*/ 0 h 5175213"/>
              <a:gd name="connsiteX0" fmla="*/ 0 w 3072574"/>
              <a:gd name="connsiteY0" fmla="*/ 0 h 5210364"/>
              <a:gd name="connsiteX1" fmla="*/ 3072574 w 3072574"/>
              <a:gd name="connsiteY1" fmla="*/ 318 h 5210364"/>
              <a:gd name="connsiteX2" fmla="*/ 3063875 w 3072574"/>
              <a:gd name="connsiteY2" fmla="*/ 5146006 h 5210364"/>
              <a:gd name="connsiteX3" fmla="*/ 1343024 w 3072574"/>
              <a:gd name="connsiteY3" fmla="*/ 5144084 h 5210364"/>
              <a:gd name="connsiteX4" fmla="*/ 1157680 w 3072574"/>
              <a:gd name="connsiteY4" fmla="*/ 5153607 h 5210364"/>
              <a:gd name="connsiteX5" fmla="*/ 258007 w 3072574"/>
              <a:gd name="connsiteY5" fmla="*/ 2879576 h 5210364"/>
              <a:gd name="connsiteX6" fmla="*/ 0 w 3072574"/>
              <a:gd name="connsiteY6" fmla="*/ 0 h 5210364"/>
              <a:gd name="connsiteX0" fmla="*/ 0 w 3072574"/>
              <a:gd name="connsiteY0" fmla="*/ 0 h 5210364"/>
              <a:gd name="connsiteX1" fmla="*/ 3072574 w 3072574"/>
              <a:gd name="connsiteY1" fmla="*/ 318 h 5210364"/>
              <a:gd name="connsiteX2" fmla="*/ 3063875 w 3072574"/>
              <a:gd name="connsiteY2" fmla="*/ 5146006 h 5210364"/>
              <a:gd name="connsiteX3" fmla="*/ 1343024 w 3072574"/>
              <a:gd name="connsiteY3" fmla="*/ 5144084 h 5210364"/>
              <a:gd name="connsiteX4" fmla="*/ 1157680 w 3072574"/>
              <a:gd name="connsiteY4" fmla="*/ 5153607 h 5210364"/>
              <a:gd name="connsiteX5" fmla="*/ 258007 w 3072574"/>
              <a:gd name="connsiteY5" fmla="*/ 2879576 h 5210364"/>
              <a:gd name="connsiteX6" fmla="*/ 0 w 3072574"/>
              <a:gd name="connsiteY6" fmla="*/ 0 h 5210364"/>
              <a:gd name="connsiteX0" fmla="*/ 0 w 3072574"/>
              <a:gd name="connsiteY0" fmla="*/ 0 h 5154018"/>
              <a:gd name="connsiteX1" fmla="*/ 3072574 w 3072574"/>
              <a:gd name="connsiteY1" fmla="*/ 318 h 5154018"/>
              <a:gd name="connsiteX2" fmla="*/ 3063875 w 3072574"/>
              <a:gd name="connsiteY2" fmla="*/ 5146006 h 5154018"/>
              <a:gd name="connsiteX3" fmla="*/ 1343024 w 3072574"/>
              <a:gd name="connsiteY3" fmla="*/ 5144084 h 5154018"/>
              <a:gd name="connsiteX4" fmla="*/ 1157680 w 3072574"/>
              <a:gd name="connsiteY4" fmla="*/ 5153607 h 5154018"/>
              <a:gd name="connsiteX5" fmla="*/ 258007 w 3072574"/>
              <a:gd name="connsiteY5" fmla="*/ 2879576 h 5154018"/>
              <a:gd name="connsiteX6" fmla="*/ 0 w 3072574"/>
              <a:gd name="connsiteY6" fmla="*/ 0 h 5154018"/>
              <a:gd name="connsiteX0" fmla="*/ 0 w 3072574"/>
              <a:gd name="connsiteY0" fmla="*/ 0 h 5154018"/>
              <a:gd name="connsiteX1" fmla="*/ 3072574 w 3072574"/>
              <a:gd name="connsiteY1" fmla="*/ 318 h 5154018"/>
              <a:gd name="connsiteX2" fmla="*/ 3063875 w 3072574"/>
              <a:gd name="connsiteY2" fmla="*/ 5146006 h 5154018"/>
              <a:gd name="connsiteX3" fmla="*/ 1343024 w 3072574"/>
              <a:gd name="connsiteY3" fmla="*/ 5144084 h 5154018"/>
              <a:gd name="connsiteX4" fmla="*/ 1157680 w 3072574"/>
              <a:gd name="connsiteY4" fmla="*/ 5153607 h 5154018"/>
              <a:gd name="connsiteX5" fmla="*/ 258007 w 3072574"/>
              <a:gd name="connsiteY5" fmla="*/ 2879576 h 5154018"/>
              <a:gd name="connsiteX6" fmla="*/ 0 w 3072574"/>
              <a:gd name="connsiteY6" fmla="*/ 0 h 5154018"/>
              <a:gd name="connsiteX0" fmla="*/ 0 w 3072574"/>
              <a:gd name="connsiteY0" fmla="*/ 0 h 5176792"/>
              <a:gd name="connsiteX1" fmla="*/ 3072574 w 3072574"/>
              <a:gd name="connsiteY1" fmla="*/ 318 h 5176792"/>
              <a:gd name="connsiteX2" fmla="*/ 3063875 w 3072574"/>
              <a:gd name="connsiteY2" fmla="*/ 5146006 h 5176792"/>
              <a:gd name="connsiteX3" fmla="*/ 1343024 w 3072574"/>
              <a:gd name="connsiteY3" fmla="*/ 5144084 h 5176792"/>
              <a:gd name="connsiteX4" fmla="*/ 1157680 w 3072574"/>
              <a:gd name="connsiteY4" fmla="*/ 5153607 h 5176792"/>
              <a:gd name="connsiteX5" fmla="*/ 819149 w 3072574"/>
              <a:gd name="connsiteY5" fmla="*/ 4801183 h 5176792"/>
              <a:gd name="connsiteX6" fmla="*/ 258007 w 3072574"/>
              <a:gd name="connsiteY6" fmla="*/ 2879576 h 5176792"/>
              <a:gd name="connsiteX7" fmla="*/ 0 w 3072574"/>
              <a:gd name="connsiteY7" fmla="*/ 0 h 5176792"/>
              <a:gd name="connsiteX0" fmla="*/ 0 w 3072574"/>
              <a:gd name="connsiteY0" fmla="*/ 0 h 5176792"/>
              <a:gd name="connsiteX1" fmla="*/ 3072574 w 3072574"/>
              <a:gd name="connsiteY1" fmla="*/ 318 h 5176792"/>
              <a:gd name="connsiteX2" fmla="*/ 3063875 w 3072574"/>
              <a:gd name="connsiteY2" fmla="*/ 5146006 h 5176792"/>
              <a:gd name="connsiteX3" fmla="*/ 1343024 w 3072574"/>
              <a:gd name="connsiteY3" fmla="*/ 5144084 h 5176792"/>
              <a:gd name="connsiteX4" fmla="*/ 1157680 w 3072574"/>
              <a:gd name="connsiteY4" fmla="*/ 5153607 h 5176792"/>
              <a:gd name="connsiteX5" fmla="*/ 800099 w 3072574"/>
              <a:gd name="connsiteY5" fmla="*/ 4544008 h 5176792"/>
              <a:gd name="connsiteX6" fmla="*/ 258007 w 3072574"/>
              <a:gd name="connsiteY6" fmla="*/ 2879576 h 5176792"/>
              <a:gd name="connsiteX7" fmla="*/ 0 w 3072574"/>
              <a:gd name="connsiteY7" fmla="*/ 0 h 5176792"/>
              <a:gd name="connsiteX0" fmla="*/ 0 w 3072574"/>
              <a:gd name="connsiteY0" fmla="*/ 0 h 5176792"/>
              <a:gd name="connsiteX1" fmla="*/ 3072574 w 3072574"/>
              <a:gd name="connsiteY1" fmla="*/ 318 h 5176792"/>
              <a:gd name="connsiteX2" fmla="*/ 3063875 w 3072574"/>
              <a:gd name="connsiteY2" fmla="*/ 5146006 h 5176792"/>
              <a:gd name="connsiteX3" fmla="*/ 1343024 w 3072574"/>
              <a:gd name="connsiteY3" fmla="*/ 5144084 h 5176792"/>
              <a:gd name="connsiteX4" fmla="*/ 1157680 w 3072574"/>
              <a:gd name="connsiteY4" fmla="*/ 5153607 h 5176792"/>
              <a:gd name="connsiteX5" fmla="*/ 800099 w 3072574"/>
              <a:gd name="connsiteY5" fmla="*/ 4544008 h 5176792"/>
              <a:gd name="connsiteX6" fmla="*/ 258007 w 3072574"/>
              <a:gd name="connsiteY6" fmla="*/ 2879576 h 5176792"/>
              <a:gd name="connsiteX7" fmla="*/ 0 w 3072574"/>
              <a:gd name="connsiteY7" fmla="*/ 0 h 5176792"/>
              <a:gd name="connsiteX0" fmla="*/ 0 w 3072574"/>
              <a:gd name="connsiteY0" fmla="*/ 0 h 5153607"/>
              <a:gd name="connsiteX1" fmla="*/ 3072574 w 3072574"/>
              <a:gd name="connsiteY1" fmla="*/ 318 h 5153607"/>
              <a:gd name="connsiteX2" fmla="*/ 3063875 w 3072574"/>
              <a:gd name="connsiteY2" fmla="*/ 5146006 h 5153607"/>
              <a:gd name="connsiteX3" fmla="*/ 1343024 w 3072574"/>
              <a:gd name="connsiteY3" fmla="*/ 5144084 h 5153607"/>
              <a:gd name="connsiteX4" fmla="*/ 1157680 w 3072574"/>
              <a:gd name="connsiteY4" fmla="*/ 5153607 h 5153607"/>
              <a:gd name="connsiteX5" fmla="*/ 800099 w 3072574"/>
              <a:gd name="connsiteY5" fmla="*/ 4544008 h 5153607"/>
              <a:gd name="connsiteX6" fmla="*/ 258007 w 3072574"/>
              <a:gd name="connsiteY6" fmla="*/ 2879576 h 5153607"/>
              <a:gd name="connsiteX7" fmla="*/ 0 w 3072574"/>
              <a:gd name="connsiteY7" fmla="*/ 0 h 5153607"/>
              <a:gd name="connsiteX0" fmla="*/ 0 w 3072574"/>
              <a:gd name="connsiteY0" fmla="*/ 0 h 5153607"/>
              <a:gd name="connsiteX1" fmla="*/ 3072574 w 3072574"/>
              <a:gd name="connsiteY1" fmla="*/ 318 h 5153607"/>
              <a:gd name="connsiteX2" fmla="*/ 3063875 w 3072574"/>
              <a:gd name="connsiteY2" fmla="*/ 5146006 h 5153607"/>
              <a:gd name="connsiteX3" fmla="*/ 1343024 w 3072574"/>
              <a:gd name="connsiteY3" fmla="*/ 5144084 h 5153607"/>
              <a:gd name="connsiteX4" fmla="*/ 1157680 w 3072574"/>
              <a:gd name="connsiteY4" fmla="*/ 5153607 h 5153607"/>
              <a:gd name="connsiteX5" fmla="*/ 800099 w 3072574"/>
              <a:gd name="connsiteY5" fmla="*/ 4544008 h 5153607"/>
              <a:gd name="connsiteX6" fmla="*/ 258007 w 3072574"/>
              <a:gd name="connsiteY6" fmla="*/ 2879576 h 5153607"/>
              <a:gd name="connsiteX7" fmla="*/ 0 w 3072574"/>
              <a:gd name="connsiteY7" fmla="*/ 0 h 5153607"/>
              <a:gd name="connsiteX0" fmla="*/ 0 w 3072574"/>
              <a:gd name="connsiteY0" fmla="*/ 0 h 5153607"/>
              <a:gd name="connsiteX1" fmla="*/ 3072574 w 3072574"/>
              <a:gd name="connsiteY1" fmla="*/ 318 h 5153607"/>
              <a:gd name="connsiteX2" fmla="*/ 3063875 w 3072574"/>
              <a:gd name="connsiteY2" fmla="*/ 5146006 h 5153607"/>
              <a:gd name="connsiteX3" fmla="*/ 1343024 w 3072574"/>
              <a:gd name="connsiteY3" fmla="*/ 5144084 h 5153607"/>
              <a:gd name="connsiteX4" fmla="*/ 1157680 w 3072574"/>
              <a:gd name="connsiteY4" fmla="*/ 5153607 h 5153607"/>
              <a:gd name="connsiteX5" fmla="*/ 800099 w 3072574"/>
              <a:gd name="connsiteY5" fmla="*/ 4544008 h 5153607"/>
              <a:gd name="connsiteX6" fmla="*/ 238957 w 3072574"/>
              <a:gd name="connsiteY6" fmla="*/ 2828776 h 5153607"/>
              <a:gd name="connsiteX7" fmla="*/ 0 w 3072574"/>
              <a:gd name="connsiteY7" fmla="*/ 0 h 5153607"/>
              <a:gd name="connsiteX0" fmla="*/ 0 w 3072574"/>
              <a:gd name="connsiteY0" fmla="*/ 0 h 5146006"/>
              <a:gd name="connsiteX1" fmla="*/ 3072574 w 3072574"/>
              <a:gd name="connsiteY1" fmla="*/ 318 h 5146006"/>
              <a:gd name="connsiteX2" fmla="*/ 3063875 w 3072574"/>
              <a:gd name="connsiteY2" fmla="*/ 5146006 h 5146006"/>
              <a:gd name="connsiteX3" fmla="*/ 1343024 w 3072574"/>
              <a:gd name="connsiteY3" fmla="*/ 5144084 h 5146006"/>
              <a:gd name="connsiteX4" fmla="*/ 1151330 w 3072574"/>
              <a:gd name="connsiteY4" fmla="*/ 5144082 h 5146006"/>
              <a:gd name="connsiteX5" fmla="*/ 800099 w 3072574"/>
              <a:gd name="connsiteY5" fmla="*/ 4544008 h 5146006"/>
              <a:gd name="connsiteX6" fmla="*/ 238957 w 3072574"/>
              <a:gd name="connsiteY6" fmla="*/ 2828776 h 5146006"/>
              <a:gd name="connsiteX7" fmla="*/ 0 w 3072574"/>
              <a:gd name="connsiteY7" fmla="*/ 0 h 5146006"/>
              <a:gd name="connsiteX0" fmla="*/ 0 w 3072574"/>
              <a:gd name="connsiteY0" fmla="*/ 0 h 5146006"/>
              <a:gd name="connsiteX1" fmla="*/ 3072574 w 3072574"/>
              <a:gd name="connsiteY1" fmla="*/ 318 h 5146006"/>
              <a:gd name="connsiteX2" fmla="*/ 3063875 w 3072574"/>
              <a:gd name="connsiteY2" fmla="*/ 5146006 h 5146006"/>
              <a:gd name="connsiteX3" fmla="*/ 1504949 w 3072574"/>
              <a:gd name="connsiteY3" fmla="*/ 5144084 h 5146006"/>
              <a:gd name="connsiteX4" fmla="*/ 1151330 w 3072574"/>
              <a:gd name="connsiteY4" fmla="*/ 5144082 h 5146006"/>
              <a:gd name="connsiteX5" fmla="*/ 800099 w 3072574"/>
              <a:gd name="connsiteY5" fmla="*/ 4544008 h 5146006"/>
              <a:gd name="connsiteX6" fmla="*/ 238957 w 3072574"/>
              <a:gd name="connsiteY6" fmla="*/ 2828776 h 5146006"/>
              <a:gd name="connsiteX7" fmla="*/ 0 w 3072574"/>
              <a:gd name="connsiteY7" fmla="*/ 0 h 5146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72574" h="5146006">
                <a:moveTo>
                  <a:pt x="0" y="0"/>
                </a:moveTo>
                <a:cubicBezTo>
                  <a:pt x="2845" y="5059"/>
                  <a:pt x="3071594" y="-931"/>
                  <a:pt x="3072574" y="318"/>
                </a:cubicBezTo>
                <a:cubicBezTo>
                  <a:pt x="3066059" y="6546"/>
                  <a:pt x="3061377" y="5140854"/>
                  <a:pt x="3063875" y="5146006"/>
                </a:cubicBezTo>
                <a:cubicBezTo>
                  <a:pt x="3067717" y="5142875"/>
                  <a:pt x="1801481" y="5143876"/>
                  <a:pt x="1504949" y="5144084"/>
                </a:cubicBezTo>
                <a:cubicBezTo>
                  <a:pt x="1208417" y="5144292"/>
                  <a:pt x="1146568" y="5137732"/>
                  <a:pt x="1151330" y="5144082"/>
                </a:cubicBezTo>
                <a:cubicBezTo>
                  <a:pt x="1054492" y="5020257"/>
                  <a:pt x="924645" y="4792838"/>
                  <a:pt x="800099" y="4544008"/>
                </a:cubicBezTo>
                <a:cubicBezTo>
                  <a:pt x="650154" y="4165003"/>
                  <a:pt x="375482" y="3628973"/>
                  <a:pt x="238957" y="2828776"/>
                </a:cubicBezTo>
                <a:cubicBezTo>
                  <a:pt x="51579" y="1969375"/>
                  <a:pt x="2471" y="1067616"/>
                  <a:pt x="0" y="0"/>
                </a:cubicBezTo>
                <a:close/>
              </a:path>
            </a:pathLst>
          </a:custGeom>
          <a:solidFill>
            <a:srgbClr val="EEEEEE"/>
          </a:solidFill>
        </p:spPr>
        <p:txBody>
          <a:bodyPr anchor="ctr" anchorCtr="0">
            <a:normAutofit/>
          </a:bodyPr>
          <a:lstStyle>
            <a:lvl1pPr marL="0" indent="0" algn="ctr">
              <a:buNone/>
              <a:defRPr sz="1333" b="1" i="0">
                <a:latin typeface="Museo Sans 900" panose="02000000000000000000" pitchFamily="2" charset="77"/>
              </a:defRPr>
            </a:lvl1pPr>
          </a:lstStyle>
          <a:p>
            <a:r>
              <a:rPr lang="en-GB"/>
              <a:t>Click icon to add picture</a:t>
            </a:r>
            <a:endParaRPr lang="en-US"/>
          </a:p>
        </p:txBody>
      </p:sp>
      <p:pic>
        <p:nvPicPr>
          <p:cNvPr id="7" name="Graphic 6">
            <a:extLst>
              <a:ext uri="{FF2B5EF4-FFF2-40B4-BE49-F238E27FC236}">
                <a16:creationId xmlns:a16="http://schemas.microsoft.com/office/drawing/2014/main" id="{2A4F75EE-1F8F-10BD-D2CD-38AB6C20C228}"/>
              </a:ext>
            </a:extLst>
          </p:cNvPr>
          <p:cNvPicPr>
            <a:picLocks noChangeAspect="1"/>
          </p:cNvPicPr>
          <p:nvPr userDrawn="1"/>
        </p:nvPicPr>
        <p:blipFill>
          <a:blip>
            <a:extLst>
              <a:ext uri="{96DAC541-7B7A-43D3-8B79-37D633B846F1}">
                <asvg:svgBlip xmlns:asvg="http://schemas.microsoft.com/office/drawing/2016/SVG/main" r:embed="rId4"/>
              </a:ext>
            </a:extLst>
          </a:blip>
          <a:srcRect l="97933" t="1"/>
          <a:stretch/>
        </p:blipFill>
        <p:spPr>
          <a:xfrm>
            <a:off x="7226300" y="405084"/>
            <a:ext cx="143933" cy="194024"/>
          </a:xfrm>
          <a:prstGeom prst="rect">
            <a:avLst/>
          </a:prstGeom>
        </p:spPr>
      </p:pic>
      <p:sp>
        <p:nvSpPr>
          <p:cNvPr id="25" name="Text Placeholder 24">
            <a:extLst>
              <a:ext uri="{FF2B5EF4-FFF2-40B4-BE49-F238E27FC236}">
                <a16:creationId xmlns:a16="http://schemas.microsoft.com/office/drawing/2014/main" id="{E757EA63-E167-38AF-0199-96BB61E6F3F5}"/>
              </a:ext>
            </a:extLst>
          </p:cNvPr>
          <p:cNvSpPr>
            <a:spLocks noGrp="1"/>
          </p:cNvSpPr>
          <p:nvPr>
            <p:ph type="body" sz="quarter" idx="14" hasCustomPrompt="1"/>
          </p:nvPr>
        </p:nvSpPr>
        <p:spPr>
          <a:xfrm>
            <a:off x="408000" y="3744887"/>
            <a:ext cx="5280000" cy="480000"/>
          </a:xfrm>
        </p:spPr>
        <p:txBody>
          <a:bodyPr lIns="0" tIns="0" rIns="0" bIns="0">
            <a:noAutofit/>
          </a:bodyPr>
          <a:lstStyle>
            <a:lvl1pPr marL="0" indent="0">
              <a:lnSpc>
                <a:spcPts val="1867"/>
              </a:lnSpc>
              <a:buFontTx/>
              <a:buNone/>
              <a:defRPr sz="1600" b="0" i="0">
                <a:solidFill>
                  <a:srgbClr val="FF5A10"/>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Month DD, YYYY</a:t>
            </a:r>
          </a:p>
        </p:txBody>
      </p:sp>
      <p:sp>
        <p:nvSpPr>
          <p:cNvPr id="31" name="Text Placeholder 18">
            <a:extLst>
              <a:ext uri="{FF2B5EF4-FFF2-40B4-BE49-F238E27FC236}">
                <a16:creationId xmlns:a16="http://schemas.microsoft.com/office/drawing/2014/main" id="{CCADF472-99AA-8047-C6D6-3CBCB5543CA3}"/>
              </a:ext>
            </a:extLst>
          </p:cNvPr>
          <p:cNvSpPr>
            <a:spLocks noGrp="1"/>
          </p:cNvSpPr>
          <p:nvPr>
            <p:ph type="body" sz="quarter" idx="13" hasCustomPrompt="1"/>
          </p:nvPr>
        </p:nvSpPr>
        <p:spPr>
          <a:xfrm>
            <a:off x="408000" y="936000"/>
            <a:ext cx="5280000" cy="2400000"/>
          </a:xfrm>
        </p:spPr>
        <p:txBody>
          <a:bodyPr lIns="0" tIns="0" rIns="0" bIns="0">
            <a:noAutofit/>
          </a:bodyPr>
          <a:lstStyle>
            <a:lvl1pPr marL="0" indent="0">
              <a:lnSpc>
                <a:spcPct val="100000"/>
              </a:lnSpc>
              <a:buFontTx/>
              <a:buNone/>
              <a:defRPr sz="5333"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Your Presentation Title Here</a:t>
            </a:r>
          </a:p>
        </p:txBody>
      </p:sp>
      <p:grpSp>
        <p:nvGrpSpPr>
          <p:cNvPr id="17" name="Group 16">
            <a:extLst>
              <a:ext uri="{FF2B5EF4-FFF2-40B4-BE49-F238E27FC236}">
                <a16:creationId xmlns:a16="http://schemas.microsoft.com/office/drawing/2014/main" id="{144180CC-CA98-2137-D626-EC1F69113657}"/>
              </a:ext>
            </a:extLst>
          </p:cNvPr>
          <p:cNvGrpSpPr/>
          <p:nvPr userDrawn="1"/>
        </p:nvGrpSpPr>
        <p:grpSpPr>
          <a:xfrm>
            <a:off x="5809242" y="404285"/>
            <a:ext cx="4606543" cy="6458452"/>
            <a:chOff x="4356931" y="299661"/>
            <a:chExt cx="3454907" cy="4843839"/>
          </a:xfrm>
        </p:grpSpPr>
        <p:pic>
          <p:nvPicPr>
            <p:cNvPr id="9" name="Graphic 8">
              <a:extLst>
                <a:ext uri="{FF2B5EF4-FFF2-40B4-BE49-F238E27FC236}">
                  <a16:creationId xmlns:a16="http://schemas.microsoft.com/office/drawing/2014/main" id="{44476E1E-B8B5-52E7-20A8-A8FD3D2AF727}"/>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4356931" y="301583"/>
              <a:ext cx="3454907" cy="4841917"/>
            </a:xfrm>
            <a:prstGeom prst="rect">
              <a:avLst/>
            </a:prstGeom>
          </p:spPr>
        </p:pic>
        <p:pic>
          <p:nvPicPr>
            <p:cNvPr id="11" name="Graphic 10">
              <a:extLst>
                <a:ext uri="{FF2B5EF4-FFF2-40B4-BE49-F238E27FC236}">
                  <a16:creationId xmlns:a16="http://schemas.microsoft.com/office/drawing/2014/main" id="{54A72C20-2221-6F29-CBBE-7311ACAFC0C9}"/>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6008215" y="299661"/>
              <a:ext cx="158939" cy="158939"/>
            </a:xfrm>
            <a:prstGeom prst="rect">
              <a:avLst/>
            </a:prstGeom>
          </p:spPr>
        </p:pic>
      </p:grpSp>
      <p:sp>
        <p:nvSpPr>
          <p:cNvPr id="4" name="TextBox 3">
            <a:extLst>
              <a:ext uri="{FF2B5EF4-FFF2-40B4-BE49-F238E27FC236}">
                <a16:creationId xmlns:a16="http://schemas.microsoft.com/office/drawing/2014/main" id="{F1780611-7410-5728-AF02-430CC06FE404}"/>
              </a:ext>
            </a:extLst>
          </p:cNvPr>
          <p:cNvSpPr txBox="1"/>
          <p:nvPr userDrawn="1"/>
        </p:nvSpPr>
        <p:spPr>
          <a:xfrm>
            <a:off x="12837459" y="-779"/>
            <a:ext cx="2510117" cy="2391296"/>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To use the place holder frames provided in the template, click the picture icon and select the image you want to use. </a:t>
            </a:r>
            <a:br>
              <a:rPr lang="en-GB" sz="1067" b="0" i="0">
                <a:solidFill>
                  <a:srgbClr val="333333"/>
                </a:solidFill>
                <a:latin typeface="Museo Sans 500" panose="02000000000000000000" pitchFamily="2" charset="77"/>
              </a:rPr>
            </a:b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Please do </a:t>
            </a:r>
            <a:r>
              <a:rPr lang="en-GB" sz="1067" b="0" i="0" u="sng">
                <a:solidFill>
                  <a:srgbClr val="333333"/>
                </a:solidFill>
                <a:latin typeface="Museo Sans 500" panose="02000000000000000000" pitchFamily="2" charset="77"/>
              </a:rPr>
              <a:t>not</a:t>
            </a:r>
            <a:r>
              <a:rPr lang="en-GB" sz="1067" b="0" i="0">
                <a:solidFill>
                  <a:srgbClr val="333333"/>
                </a:solidFill>
                <a:latin typeface="Museo Sans 500" panose="02000000000000000000" pitchFamily="2" charset="77"/>
              </a:rPr>
              <a:t> alter the placeholder size, as this is designed to match the Blaze Graphic. Not even if your </a:t>
            </a:r>
            <a:r>
              <a:rPr lang="en-GB" sz="1067" b="0" i="0" err="1">
                <a:solidFill>
                  <a:srgbClr val="333333"/>
                </a:solidFill>
                <a:latin typeface="Museo Sans 500" panose="02000000000000000000" pitchFamily="2" charset="77"/>
              </a:rPr>
              <a:t>favorite</a:t>
            </a:r>
            <a:r>
              <a:rPr lang="en-GB" sz="1067" b="0" i="0">
                <a:solidFill>
                  <a:srgbClr val="333333"/>
                </a:solidFill>
                <a:latin typeface="Museo Sans 500" panose="02000000000000000000" pitchFamily="2" charset="77"/>
              </a:rPr>
              <a:t> image doesn’t fit.</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Also be aware: the AA Rocket must be repositioned on top of the image as </a:t>
            </a:r>
            <a:r>
              <a:rPr lang="en-GB" sz="1067" b="0" i="0" err="1">
                <a:solidFill>
                  <a:srgbClr val="333333"/>
                </a:solidFill>
                <a:latin typeface="Museo Sans 500" panose="02000000000000000000" pitchFamily="2" charset="77"/>
              </a:rPr>
              <a:t>Powerpoint</a:t>
            </a:r>
            <a:r>
              <a:rPr lang="en-GB" sz="1067" b="0" i="0">
                <a:solidFill>
                  <a:srgbClr val="333333"/>
                </a:solidFill>
                <a:latin typeface="Museo Sans 500" panose="02000000000000000000" pitchFamily="2" charset="77"/>
              </a:rPr>
              <a:t> will place the placeholder image at the front.</a:t>
            </a:r>
          </a:p>
        </p:txBody>
      </p:sp>
      <p:grpSp>
        <p:nvGrpSpPr>
          <p:cNvPr id="83" name="Group 82">
            <a:extLst>
              <a:ext uri="{FF2B5EF4-FFF2-40B4-BE49-F238E27FC236}">
                <a16:creationId xmlns:a16="http://schemas.microsoft.com/office/drawing/2014/main" id="{67C54111-69CD-E12B-0AA4-F98773383F4C}"/>
              </a:ext>
            </a:extLst>
          </p:cNvPr>
          <p:cNvGrpSpPr/>
          <p:nvPr userDrawn="1"/>
        </p:nvGrpSpPr>
        <p:grpSpPr>
          <a:xfrm>
            <a:off x="402167" y="5612723"/>
            <a:ext cx="2291257" cy="840995"/>
            <a:chOff x="397414" y="755885"/>
            <a:chExt cx="2901256" cy="1064892"/>
          </a:xfrm>
        </p:grpSpPr>
        <p:grpSp>
          <p:nvGrpSpPr>
            <p:cNvPr id="84" name="Graphic 4">
              <a:extLst>
                <a:ext uri="{FF2B5EF4-FFF2-40B4-BE49-F238E27FC236}">
                  <a16:creationId xmlns:a16="http://schemas.microsoft.com/office/drawing/2014/main" id="{E5218F35-9BC6-666A-CD41-E3EFE2524537}"/>
                </a:ext>
              </a:extLst>
            </p:cNvPr>
            <p:cNvGrpSpPr/>
            <p:nvPr/>
          </p:nvGrpSpPr>
          <p:grpSpPr>
            <a:xfrm>
              <a:off x="397414" y="755885"/>
              <a:ext cx="1031033" cy="1064892"/>
              <a:chOff x="397414" y="755885"/>
              <a:chExt cx="1031033" cy="1064892"/>
            </a:xfrm>
          </p:grpSpPr>
          <p:sp>
            <p:nvSpPr>
              <p:cNvPr id="104" name="Freeform 103">
                <a:extLst>
                  <a:ext uri="{FF2B5EF4-FFF2-40B4-BE49-F238E27FC236}">
                    <a16:creationId xmlns:a16="http://schemas.microsoft.com/office/drawing/2014/main" id="{479B9E2F-D3FC-72DC-7826-277257D620DA}"/>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105" name="Freeform 104">
                <a:extLst>
                  <a:ext uri="{FF2B5EF4-FFF2-40B4-BE49-F238E27FC236}">
                    <a16:creationId xmlns:a16="http://schemas.microsoft.com/office/drawing/2014/main" id="{731F71AD-16A1-A8A4-06E2-01FB6961D38E}"/>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106" name="Freeform 105">
                <a:extLst>
                  <a:ext uri="{FF2B5EF4-FFF2-40B4-BE49-F238E27FC236}">
                    <a16:creationId xmlns:a16="http://schemas.microsoft.com/office/drawing/2014/main" id="{94CD51E9-7DD8-8317-C128-DBBAFE02010C}"/>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85" name="Graphic 4">
              <a:extLst>
                <a:ext uri="{FF2B5EF4-FFF2-40B4-BE49-F238E27FC236}">
                  <a16:creationId xmlns:a16="http://schemas.microsoft.com/office/drawing/2014/main" id="{44FC9680-D8CE-3370-B5F5-76BC10775E49}"/>
                </a:ext>
              </a:extLst>
            </p:cNvPr>
            <p:cNvGrpSpPr/>
            <p:nvPr/>
          </p:nvGrpSpPr>
          <p:grpSpPr>
            <a:xfrm>
              <a:off x="1208140" y="933050"/>
              <a:ext cx="2090530" cy="573060"/>
              <a:chOff x="1208140" y="933050"/>
              <a:chExt cx="2090530" cy="573060"/>
            </a:xfrm>
            <a:solidFill>
              <a:srgbClr val="333333"/>
            </a:solidFill>
          </p:grpSpPr>
          <p:sp>
            <p:nvSpPr>
              <p:cNvPr id="86" name="Freeform 85">
                <a:extLst>
                  <a:ext uri="{FF2B5EF4-FFF2-40B4-BE49-F238E27FC236}">
                    <a16:creationId xmlns:a16="http://schemas.microsoft.com/office/drawing/2014/main" id="{2C953828-38C2-0769-3EDE-3B97FE786522}"/>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87" name="Freeform 86">
                <a:extLst>
                  <a:ext uri="{FF2B5EF4-FFF2-40B4-BE49-F238E27FC236}">
                    <a16:creationId xmlns:a16="http://schemas.microsoft.com/office/drawing/2014/main" id="{AA135E08-1220-C633-1FAA-5EC726728A1A}"/>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88" name="Freeform 87">
                <a:extLst>
                  <a:ext uri="{FF2B5EF4-FFF2-40B4-BE49-F238E27FC236}">
                    <a16:creationId xmlns:a16="http://schemas.microsoft.com/office/drawing/2014/main" id="{1B58A869-6CD1-4F12-A62E-644A68A45DC7}"/>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89" name="Freeform 88">
                <a:extLst>
                  <a:ext uri="{FF2B5EF4-FFF2-40B4-BE49-F238E27FC236}">
                    <a16:creationId xmlns:a16="http://schemas.microsoft.com/office/drawing/2014/main" id="{EAD5D92A-1039-B0A9-E340-58768219BEED}"/>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90" name="Freeform 89">
                <a:extLst>
                  <a:ext uri="{FF2B5EF4-FFF2-40B4-BE49-F238E27FC236}">
                    <a16:creationId xmlns:a16="http://schemas.microsoft.com/office/drawing/2014/main" id="{35A46813-C365-582B-58DB-D90885CA74D6}"/>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91" name="Freeform 90">
                <a:extLst>
                  <a:ext uri="{FF2B5EF4-FFF2-40B4-BE49-F238E27FC236}">
                    <a16:creationId xmlns:a16="http://schemas.microsoft.com/office/drawing/2014/main" id="{172D18FB-862B-5BDE-4CC8-2AFFB4E4AF2E}"/>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92" name="Freeform 91">
                <a:extLst>
                  <a:ext uri="{FF2B5EF4-FFF2-40B4-BE49-F238E27FC236}">
                    <a16:creationId xmlns:a16="http://schemas.microsoft.com/office/drawing/2014/main" id="{84ECCCC5-5AB8-5FA6-EFB7-7FF5029D1430}"/>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93" name="Freeform 92">
                <a:extLst>
                  <a:ext uri="{FF2B5EF4-FFF2-40B4-BE49-F238E27FC236}">
                    <a16:creationId xmlns:a16="http://schemas.microsoft.com/office/drawing/2014/main" id="{16C41000-698E-A407-2977-F8F9CFFD27AF}"/>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94" name="Freeform 93">
                <a:extLst>
                  <a:ext uri="{FF2B5EF4-FFF2-40B4-BE49-F238E27FC236}">
                    <a16:creationId xmlns:a16="http://schemas.microsoft.com/office/drawing/2014/main" id="{B9A08E32-A7EF-2203-E8C6-C418A22A52D1}"/>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95" name="Freeform 94">
                <a:extLst>
                  <a:ext uri="{FF2B5EF4-FFF2-40B4-BE49-F238E27FC236}">
                    <a16:creationId xmlns:a16="http://schemas.microsoft.com/office/drawing/2014/main" id="{8AEB4E03-8DEF-4C7D-5B37-5DD7387CE00F}"/>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96" name="Freeform 95">
                <a:extLst>
                  <a:ext uri="{FF2B5EF4-FFF2-40B4-BE49-F238E27FC236}">
                    <a16:creationId xmlns:a16="http://schemas.microsoft.com/office/drawing/2014/main" id="{64B96A0E-F302-2C18-09B5-ECC741BE653A}"/>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97" name="Freeform 96">
                <a:extLst>
                  <a:ext uri="{FF2B5EF4-FFF2-40B4-BE49-F238E27FC236}">
                    <a16:creationId xmlns:a16="http://schemas.microsoft.com/office/drawing/2014/main" id="{5A182863-5A0D-9E9D-1C56-7B2523F9C36B}"/>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98" name="Freeform 97">
                <a:extLst>
                  <a:ext uri="{FF2B5EF4-FFF2-40B4-BE49-F238E27FC236}">
                    <a16:creationId xmlns:a16="http://schemas.microsoft.com/office/drawing/2014/main" id="{F93320A0-0115-85CC-A1C5-90ABB6338A23}"/>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99" name="Freeform 98">
                <a:extLst>
                  <a:ext uri="{FF2B5EF4-FFF2-40B4-BE49-F238E27FC236}">
                    <a16:creationId xmlns:a16="http://schemas.microsoft.com/office/drawing/2014/main" id="{64C088DE-6252-0C2F-6AC7-C744943C4840}"/>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00" name="Freeform 99">
                <a:extLst>
                  <a:ext uri="{FF2B5EF4-FFF2-40B4-BE49-F238E27FC236}">
                    <a16:creationId xmlns:a16="http://schemas.microsoft.com/office/drawing/2014/main" id="{148048B7-2A72-ED12-6831-D5921B50AD00}"/>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01" name="Freeform 100">
                <a:extLst>
                  <a:ext uri="{FF2B5EF4-FFF2-40B4-BE49-F238E27FC236}">
                    <a16:creationId xmlns:a16="http://schemas.microsoft.com/office/drawing/2014/main" id="{CE4B739F-BFA9-D08B-499F-181FD2AE13B5}"/>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02" name="Freeform 101">
                <a:extLst>
                  <a:ext uri="{FF2B5EF4-FFF2-40B4-BE49-F238E27FC236}">
                    <a16:creationId xmlns:a16="http://schemas.microsoft.com/office/drawing/2014/main" id="{6E2E518B-356E-4ED3-1853-1E7F1ACD7B16}"/>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03" name="Freeform 102">
                <a:extLst>
                  <a:ext uri="{FF2B5EF4-FFF2-40B4-BE49-F238E27FC236}">
                    <a16:creationId xmlns:a16="http://schemas.microsoft.com/office/drawing/2014/main" id="{39FB41A5-D409-2510-7817-8740A5DA9468}"/>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2" name="TextBox 1">
            <a:extLst>
              <a:ext uri="{FF2B5EF4-FFF2-40B4-BE49-F238E27FC236}">
                <a16:creationId xmlns:a16="http://schemas.microsoft.com/office/drawing/2014/main" id="{A844879C-1020-D726-A4B0-023D26190ECE}"/>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6" name="TextBox 5">
            <a:extLst>
              <a:ext uri="{FF2B5EF4-FFF2-40B4-BE49-F238E27FC236}">
                <a16:creationId xmlns:a16="http://schemas.microsoft.com/office/drawing/2014/main" id="{155FA365-F70B-60F6-4CB8-E03E03AAD665}"/>
              </a:ext>
            </a:extLst>
          </p:cNvPr>
          <p:cNvSpPr txBox="1"/>
          <p:nvPr userDrawn="1"/>
        </p:nvSpPr>
        <p:spPr>
          <a:xfrm>
            <a:off x="1515166" y="410216"/>
            <a:ext cx="1749197" cy="200055"/>
          </a:xfrm>
          <a:prstGeom prst="rect">
            <a:avLst/>
          </a:prstGeom>
          <a:noFill/>
        </p:spPr>
        <p:txBody>
          <a:bodyPr wrap="none" rtlCol="0">
            <a:spAutoFit/>
          </a:bodyPr>
          <a:lstStyle/>
          <a:p>
            <a:r>
              <a:rPr lang="en-US" sz="700"/>
              <a:t>Automation </a:t>
            </a:r>
            <a:r>
              <a:rPr lang="en-US" sz="700" err="1"/>
              <a:t>Anywhere’s</a:t>
            </a:r>
            <a:r>
              <a:rPr lang="en-US" sz="700"/>
              <a:t> APA Platform</a:t>
            </a:r>
          </a:p>
        </p:txBody>
      </p:sp>
    </p:spTree>
    <p:custDataLst>
      <p:tags r:id="rId1"/>
    </p:custDataLst>
    <p:extLst>
      <p:ext uri="{BB962C8B-B14F-4D97-AF65-F5344CB8AC3E}">
        <p14:creationId xmlns:p14="http://schemas.microsoft.com/office/powerpoint/2010/main" val="40312278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s">
    <p:bg>
      <p:bgPr>
        <a:solidFill>
          <a:srgbClr val="333333"/>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1273400" y="402113"/>
            <a:ext cx="480000" cy="203143"/>
          </a:xfrm>
        </p:spPr>
        <p:txBody>
          <a:bodyPr/>
          <a:lstStyle>
            <a:lvl1pPr>
              <a:defRPr sz="800" b="0" i="0">
                <a:solidFill>
                  <a:schemeClr val="bg1"/>
                </a:solidFill>
                <a:latin typeface="Museo Sans 500" panose="02000000000000000000" pitchFamily="2" charset="77"/>
              </a:defRPr>
            </a:lvl1pPr>
          </a:lstStyle>
          <a:p>
            <a:fld id="{837EA21B-C1CD-FF4F-B5B3-C7F194F4D1C4}" type="slidenum">
              <a:rPr lang="en-US" smtClean="0"/>
              <a:pPr/>
              <a:t>‹#›</a:t>
            </a:fld>
            <a:endParaRPr lang="en-US"/>
          </a:p>
        </p:txBody>
      </p:sp>
      <p:sp>
        <p:nvSpPr>
          <p:cNvPr id="11" name="Text Placeholder 18">
            <a:extLst>
              <a:ext uri="{FF2B5EF4-FFF2-40B4-BE49-F238E27FC236}">
                <a16:creationId xmlns:a16="http://schemas.microsoft.com/office/drawing/2014/main" id="{7CB441CF-D8A9-A2D5-0E5C-0D4910E2A66E}"/>
              </a:ext>
            </a:extLst>
          </p:cNvPr>
          <p:cNvSpPr>
            <a:spLocks noGrp="1"/>
          </p:cNvSpPr>
          <p:nvPr>
            <p:ph type="body" sz="quarter" idx="15" hasCustomPrompt="1"/>
          </p:nvPr>
        </p:nvSpPr>
        <p:spPr>
          <a:xfrm>
            <a:off x="408517" y="936001"/>
            <a:ext cx="11400000" cy="962247"/>
          </a:xfrm>
        </p:spPr>
        <p:txBody>
          <a:bodyPr lIns="0" tIns="0" rIns="0" bIns="0">
            <a:noAutofit/>
          </a:bodyPr>
          <a:lstStyle>
            <a:lvl1pPr marL="0" indent="0">
              <a:lnSpc>
                <a:spcPct val="100000"/>
              </a:lnSpc>
              <a:buFontTx/>
              <a:buNone/>
              <a:defRPr sz="5333" b="1" i="0">
                <a:solidFill>
                  <a:srgbClr val="FF5A10"/>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Contents</a:t>
            </a:r>
          </a:p>
        </p:txBody>
      </p:sp>
      <p:sp>
        <p:nvSpPr>
          <p:cNvPr id="10" name="Text Placeholder 18">
            <a:extLst>
              <a:ext uri="{FF2B5EF4-FFF2-40B4-BE49-F238E27FC236}">
                <a16:creationId xmlns:a16="http://schemas.microsoft.com/office/drawing/2014/main" id="{94A7BAEE-802F-B45A-3EAF-05357718CAD9}"/>
              </a:ext>
            </a:extLst>
          </p:cNvPr>
          <p:cNvSpPr>
            <a:spLocks noGrp="1"/>
          </p:cNvSpPr>
          <p:nvPr>
            <p:ph type="body" sz="quarter" idx="16" hasCustomPrompt="1"/>
          </p:nvPr>
        </p:nvSpPr>
        <p:spPr>
          <a:xfrm>
            <a:off x="408519" y="3420131"/>
            <a:ext cx="534163" cy="365125"/>
          </a:xfrm>
        </p:spPr>
        <p:txBody>
          <a:bodyPr lIns="0" tIns="0" rIns="0" bIns="0">
            <a:noAutofit/>
          </a:bodyPr>
          <a:lstStyle>
            <a:lvl1pPr marL="0" indent="0">
              <a:lnSpc>
                <a:spcPct val="100000"/>
              </a:lnSpc>
              <a:buFontTx/>
              <a:buNone/>
              <a:defRPr b="1" i="0">
                <a:solidFill>
                  <a:srgbClr val="FF5A10"/>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01</a:t>
            </a:r>
          </a:p>
        </p:txBody>
      </p:sp>
      <p:sp>
        <p:nvSpPr>
          <p:cNvPr id="12" name="Text Placeholder 18">
            <a:extLst>
              <a:ext uri="{FF2B5EF4-FFF2-40B4-BE49-F238E27FC236}">
                <a16:creationId xmlns:a16="http://schemas.microsoft.com/office/drawing/2014/main" id="{CF934393-FA7A-C689-6A61-4B855AC29190}"/>
              </a:ext>
            </a:extLst>
          </p:cNvPr>
          <p:cNvSpPr>
            <a:spLocks noGrp="1"/>
          </p:cNvSpPr>
          <p:nvPr>
            <p:ph type="body" sz="quarter" idx="17" hasCustomPrompt="1"/>
          </p:nvPr>
        </p:nvSpPr>
        <p:spPr>
          <a:xfrm>
            <a:off x="1087247" y="3420131"/>
            <a:ext cx="3954652" cy="365125"/>
          </a:xfrm>
        </p:spPr>
        <p:txBody>
          <a:bodyPr lIns="0" tIns="0" rIns="0" bIns="0">
            <a:noAutofit/>
          </a:bodyPr>
          <a:lstStyle>
            <a:lvl1pPr marL="0" indent="0">
              <a:lnSpc>
                <a:spcPct val="100000"/>
              </a:lnSpc>
              <a:buFontTx/>
              <a:buNone/>
              <a:defRPr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 Section Title</a:t>
            </a:r>
          </a:p>
        </p:txBody>
      </p:sp>
      <p:sp>
        <p:nvSpPr>
          <p:cNvPr id="13" name="Text Placeholder 18">
            <a:extLst>
              <a:ext uri="{FF2B5EF4-FFF2-40B4-BE49-F238E27FC236}">
                <a16:creationId xmlns:a16="http://schemas.microsoft.com/office/drawing/2014/main" id="{F852149A-D07D-A7CA-328D-B65F8F65DCD0}"/>
              </a:ext>
            </a:extLst>
          </p:cNvPr>
          <p:cNvSpPr>
            <a:spLocks noGrp="1"/>
          </p:cNvSpPr>
          <p:nvPr>
            <p:ph type="body" sz="quarter" idx="18" hasCustomPrompt="1"/>
          </p:nvPr>
        </p:nvSpPr>
        <p:spPr>
          <a:xfrm>
            <a:off x="408519" y="2715414"/>
            <a:ext cx="534163" cy="365125"/>
          </a:xfrm>
        </p:spPr>
        <p:txBody>
          <a:bodyPr lIns="0" tIns="0" rIns="0" bIns="0">
            <a:noAutofit/>
          </a:bodyPr>
          <a:lstStyle>
            <a:lvl1pPr marL="0" indent="0">
              <a:lnSpc>
                <a:spcPct val="100000"/>
              </a:lnSpc>
              <a:buFontTx/>
              <a:buNone/>
              <a:defRPr b="1" i="0">
                <a:solidFill>
                  <a:srgbClr val="FF5A10"/>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01</a:t>
            </a:r>
          </a:p>
        </p:txBody>
      </p:sp>
      <p:sp>
        <p:nvSpPr>
          <p:cNvPr id="15" name="Text Placeholder 18">
            <a:extLst>
              <a:ext uri="{FF2B5EF4-FFF2-40B4-BE49-F238E27FC236}">
                <a16:creationId xmlns:a16="http://schemas.microsoft.com/office/drawing/2014/main" id="{64241DBB-BAA0-D44D-12CF-E354FC203664}"/>
              </a:ext>
            </a:extLst>
          </p:cNvPr>
          <p:cNvSpPr>
            <a:spLocks noGrp="1"/>
          </p:cNvSpPr>
          <p:nvPr>
            <p:ph type="body" sz="quarter" idx="19" hasCustomPrompt="1"/>
          </p:nvPr>
        </p:nvSpPr>
        <p:spPr>
          <a:xfrm>
            <a:off x="1087247" y="2715414"/>
            <a:ext cx="3954652" cy="365125"/>
          </a:xfrm>
        </p:spPr>
        <p:txBody>
          <a:bodyPr lIns="0" tIns="0" rIns="0" bIns="0">
            <a:noAutofit/>
          </a:bodyPr>
          <a:lstStyle>
            <a:lvl1pPr marL="0" indent="0">
              <a:lnSpc>
                <a:spcPct val="100000"/>
              </a:lnSpc>
              <a:buFontTx/>
              <a:buNone/>
              <a:defRPr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 Section Title</a:t>
            </a:r>
          </a:p>
        </p:txBody>
      </p:sp>
      <p:sp>
        <p:nvSpPr>
          <p:cNvPr id="16" name="Text Placeholder 18">
            <a:extLst>
              <a:ext uri="{FF2B5EF4-FFF2-40B4-BE49-F238E27FC236}">
                <a16:creationId xmlns:a16="http://schemas.microsoft.com/office/drawing/2014/main" id="{28F269E4-388F-D171-4C92-F02693B06B3C}"/>
              </a:ext>
            </a:extLst>
          </p:cNvPr>
          <p:cNvSpPr>
            <a:spLocks noGrp="1"/>
          </p:cNvSpPr>
          <p:nvPr>
            <p:ph type="body" sz="quarter" idx="20" hasCustomPrompt="1"/>
          </p:nvPr>
        </p:nvSpPr>
        <p:spPr>
          <a:xfrm>
            <a:off x="408519" y="4124848"/>
            <a:ext cx="534163" cy="365125"/>
          </a:xfrm>
        </p:spPr>
        <p:txBody>
          <a:bodyPr lIns="0" tIns="0" rIns="0" bIns="0">
            <a:noAutofit/>
          </a:bodyPr>
          <a:lstStyle>
            <a:lvl1pPr marL="0" indent="0">
              <a:lnSpc>
                <a:spcPct val="100000"/>
              </a:lnSpc>
              <a:buFontTx/>
              <a:buNone/>
              <a:defRPr b="1" i="0">
                <a:solidFill>
                  <a:srgbClr val="FF5A10"/>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01</a:t>
            </a:r>
          </a:p>
        </p:txBody>
      </p:sp>
      <p:sp>
        <p:nvSpPr>
          <p:cNvPr id="19" name="Text Placeholder 18">
            <a:extLst>
              <a:ext uri="{FF2B5EF4-FFF2-40B4-BE49-F238E27FC236}">
                <a16:creationId xmlns:a16="http://schemas.microsoft.com/office/drawing/2014/main" id="{01CF8005-FD80-7643-2E6A-00067CDC0BF0}"/>
              </a:ext>
            </a:extLst>
          </p:cNvPr>
          <p:cNvSpPr>
            <a:spLocks noGrp="1"/>
          </p:cNvSpPr>
          <p:nvPr>
            <p:ph type="body" sz="quarter" idx="21" hasCustomPrompt="1"/>
          </p:nvPr>
        </p:nvSpPr>
        <p:spPr>
          <a:xfrm>
            <a:off x="1087247" y="4124848"/>
            <a:ext cx="3954652" cy="365125"/>
          </a:xfrm>
        </p:spPr>
        <p:txBody>
          <a:bodyPr lIns="0" tIns="0" rIns="0" bIns="0">
            <a:noAutofit/>
          </a:bodyPr>
          <a:lstStyle>
            <a:lvl1pPr marL="0" indent="0">
              <a:lnSpc>
                <a:spcPct val="100000"/>
              </a:lnSpc>
              <a:buFontTx/>
              <a:buNone/>
              <a:defRPr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 Section Title</a:t>
            </a:r>
          </a:p>
        </p:txBody>
      </p:sp>
      <p:sp>
        <p:nvSpPr>
          <p:cNvPr id="20" name="Text Placeholder 18">
            <a:extLst>
              <a:ext uri="{FF2B5EF4-FFF2-40B4-BE49-F238E27FC236}">
                <a16:creationId xmlns:a16="http://schemas.microsoft.com/office/drawing/2014/main" id="{701735CC-1F4C-4FC3-7ABF-81F0BB36B4EF}"/>
              </a:ext>
            </a:extLst>
          </p:cNvPr>
          <p:cNvSpPr>
            <a:spLocks noGrp="1"/>
          </p:cNvSpPr>
          <p:nvPr>
            <p:ph type="body" sz="quarter" idx="22" hasCustomPrompt="1"/>
          </p:nvPr>
        </p:nvSpPr>
        <p:spPr>
          <a:xfrm>
            <a:off x="408519" y="4829566"/>
            <a:ext cx="534163" cy="365125"/>
          </a:xfrm>
        </p:spPr>
        <p:txBody>
          <a:bodyPr lIns="0" tIns="0" rIns="0" bIns="0">
            <a:noAutofit/>
          </a:bodyPr>
          <a:lstStyle>
            <a:lvl1pPr marL="0" indent="0">
              <a:lnSpc>
                <a:spcPct val="100000"/>
              </a:lnSpc>
              <a:buFontTx/>
              <a:buNone/>
              <a:defRPr b="1" i="0">
                <a:solidFill>
                  <a:srgbClr val="FF5A10"/>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01</a:t>
            </a:r>
          </a:p>
        </p:txBody>
      </p:sp>
      <p:sp>
        <p:nvSpPr>
          <p:cNvPr id="21" name="Text Placeholder 18">
            <a:extLst>
              <a:ext uri="{FF2B5EF4-FFF2-40B4-BE49-F238E27FC236}">
                <a16:creationId xmlns:a16="http://schemas.microsoft.com/office/drawing/2014/main" id="{6CEEBCC8-A79E-6D8C-76DC-A6291962F86E}"/>
              </a:ext>
            </a:extLst>
          </p:cNvPr>
          <p:cNvSpPr>
            <a:spLocks noGrp="1"/>
          </p:cNvSpPr>
          <p:nvPr>
            <p:ph type="body" sz="quarter" idx="23" hasCustomPrompt="1"/>
          </p:nvPr>
        </p:nvSpPr>
        <p:spPr>
          <a:xfrm>
            <a:off x="1087247" y="4829566"/>
            <a:ext cx="3954652" cy="365125"/>
          </a:xfrm>
        </p:spPr>
        <p:txBody>
          <a:bodyPr lIns="0" tIns="0" rIns="0" bIns="0">
            <a:noAutofit/>
          </a:bodyPr>
          <a:lstStyle>
            <a:lvl1pPr marL="0" indent="0">
              <a:lnSpc>
                <a:spcPct val="100000"/>
              </a:lnSpc>
              <a:buFontTx/>
              <a:buNone/>
              <a:defRPr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 Section Title</a:t>
            </a:r>
          </a:p>
        </p:txBody>
      </p:sp>
      <p:sp>
        <p:nvSpPr>
          <p:cNvPr id="22" name="Text Placeholder 18">
            <a:extLst>
              <a:ext uri="{FF2B5EF4-FFF2-40B4-BE49-F238E27FC236}">
                <a16:creationId xmlns:a16="http://schemas.microsoft.com/office/drawing/2014/main" id="{E25CAD3E-8407-F664-8B84-6412D9BBFCDF}"/>
              </a:ext>
            </a:extLst>
          </p:cNvPr>
          <p:cNvSpPr>
            <a:spLocks noGrp="1"/>
          </p:cNvSpPr>
          <p:nvPr>
            <p:ph type="body" sz="quarter" idx="24" hasCustomPrompt="1"/>
          </p:nvPr>
        </p:nvSpPr>
        <p:spPr>
          <a:xfrm>
            <a:off x="408519" y="5534286"/>
            <a:ext cx="534163" cy="365125"/>
          </a:xfrm>
        </p:spPr>
        <p:txBody>
          <a:bodyPr lIns="0" tIns="0" rIns="0" bIns="0">
            <a:noAutofit/>
          </a:bodyPr>
          <a:lstStyle>
            <a:lvl1pPr marL="0" indent="0">
              <a:lnSpc>
                <a:spcPct val="100000"/>
              </a:lnSpc>
              <a:buFontTx/>
              <a:buNone/>
              <a:defRPr b="1" i="0">
                <a:solidFill>
                  <a:srgbClr val="FF5A10"/>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01</a:t>
            </a:r>
          </a:p>
        </p:txBody>
      </p:sp>
      <p:sp>
        <p:nvSpPr>
          <p:cNvPr id="23" name="Text Placeholder 18">
            <a:extLst>
              <a:ext uri="{FF2B5EF4-FFF2-40B4-BE49-F238E27FC236}">
                <a16:creationId xmlns:a16="http://schemas.microsoft.com/office/drawing/2014/main" id="{BCDDD2A1-0CC2-FDCC-1579-294A5B5DF303}"/>
              </a:ext>
            </a:extLst>
          </p:cNvPr>
          <p:cNvSpPr>
            <a:spLocks noGrp="1"/>
          </p:cNvSpPr>
          <p:nvPr>
            <p:ph type="body" sz="quarter" idx="25" hasCustomPrompt="1"/>
          </p:nvPr>
        </p:nvSpPr>
        <p:spPr>
          <a:xfrm>
            <a:off x="1087247" y="5534286"/>
            <a:ext cx="3954652" cy="365125"/>
          </a:xfrm>
        </p:spPr>
        <p:txBody>
          <a:bodyPr lIns="0" tIns="0" rIns="0" bIns="0">
            <a:noAutofit/>
          </a:bodyPr>
          <a:lstStyle>
            <a:lvl1pPr marL="0" indent="0">
              <a:lnSpc>
                <a:spcPct val="100000"/>
              </a:lnSpc>
              <a:buFontTx/>
              <a:buNone/>
              <a:defRPr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 Section Title</a:t>
            </a:r>
          </a:p>
        </p:txBody>
      </p:sp>
      <p:sp>
        <p:nvSpPr>
          <p:cNvPr id="24" name="Text Placeholder 18">
            <a:extLst>
              <a:ext uri="{FF2B5EF4-FFF2-40B4-BE49-F238E27FC236}">
                <a16:creationId xmlns:a16="http://schemas.microsoft.com/office/drawing/2014/main" id="{B1D98849-F30C-F949-1368-D7CEA8CF3389}"/>
              </a:ext>
            </a:extLst>
          </p:cNvPr>
          <p:cNvSpPr>
            <a:spLocks noGrp="1"/>
          </p:cNvSpPr>
          <p:nvPr>
            <p:ph type="body" sz="quarter" idx="26" hasCustomPrompt="1"/>
          </p:nvPr>
        </p:nvSpPr>
        <p:spPr>
          <a:xfrm>
            <a:off x="6185356" y="3420131"/>
            <a:ext cx="534163" cy="365125"/>
          </a:xfrm>
        </p:spPr>
        <p:txBody>
          <a:bodyPr lIns="0" tIns="0" rIns="0" bIns="0">
            <a:noAutofit/>
          </a:bodyPr>
          <a:lstStyle>
            <a:lvl1pPr marL="0" indent="0">
              <a:lnSpc>
                <a:spcPct val="100000"/>
              </a:lnSpc>
              <a:buFontTx/>
              <a:buNone/>
              <a:defRPr b="1" i="0">
                <a:solidFill>
                  <a:srgbClr val="FF5A10"/>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01</a:t>
            </a:r>
          </a:p>
        </p:txBody>
      </p:sp>
      <p:sp>
        <p:nvSpPr>
          <p:cNvPr id="25" name="Text Placeholder 18">
            <a:extLst>
              <a:ext uri="{FF2B5EF4-FFF2-40B4-BE49-F238E27FC236}">
                <a16:creationId xmlns:a16="http://schemas.microsoft.com/office/drawing/2014/main" id="{01A534E7-2B14-97CF-D6BE-2724E0C3ED76}"/>
              </a:ext>
            </a:extLst>
          </p:cNvPr>
          <p:cNvSpPr>
            <a:spLocks noGrp="1"/>
          </p:cNvSpPr>
          <p:nvPr>
            <p:ph type="body" sz="quarter" idx="27" hasCustomPrompt="1"/>
          </p:nvPr>
        </p:nvSpPr>
        <p:spPr>
          <a:xfrm>
            <a:off x="6864085" y="3420131"/>
            <a:ext cx="3960548" cy="365125"/>
          </a:xfrm>
        </p:spPr>
        <p:txBody>
          <a:bodyPr lIns="0" tIns="0" rIns="0" bIns="0">
            <a:noAutofit/>
          </a:bodyPr>
          <a:lstStyle>
            <a:lvl1pPr marL="0" indent="0">
              <a:lnSpc>
                <a:spcPct val="100000"/>
              </a:lnSpc>
              <a:buFontTx/>
              <a:buNone/>
              <a:defRPr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 Section Title</a:t>
            </a:r>
          </a:p>
        </p:txBody>
      </p:sp>
      <p:sp>
        <p:nvSpPr>
          <p:cNvPr id="26" name="Text Placeholder 18">
            <a:extLst>
              <a:ext uri="{FF2B5EF4-FFF2-40B4-BE49-F238E27FC236}">
                <a16:creationId xmlns:a16="http://schemas.microsoft.com/office/drawing/2014/main" id="{F6C3FA82-97B7-E8B1-8AE9-737D1B634AF5}"/>
              </a:ext>
            </a:extLst>
          </p:cNvPr>
          <p:cNvSpPr>
            <a:spLocks noGrp="1"/>
          </p:cNvSpPr>
          <p:nvPr>
            <p:ph type="body" sz="quarter" idx="28" hasCustomPrompt="1"/>
          </p:nvPr>
        </p:nvSpPr>
        <p:spPr>
          <a:xfrm>
            <a:off x="6185356" y="2715414"/>
            <a:ext cx="534163" cy="365125"/>
          </a:xfrm>
        </p:spPr>
        <p:txBody>
          <a:bodyPr lIns="0" tIns="0" rIns="0" bIns="0">
            <a:noAutofit/>
          </a:bodyPr>
          <a:lstStyle>
            <a:lvl1pPr marL="0" indent="0">
              <a:lnSpc>
                <a:spcPct val="100000"/>
              </a:lnSpc>
              <a:buFontTx/>
              <a:buNone/>
              <a:defRPr b="1" i="0">
                <a:solidFill>
                  <a:srgbClr val="FF5A10"/>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01</a:t>
            </a:r>
          </a:p>
        </p:txBody>
      </p:sp>
      <p:sp>
        <p:nvSpPr>
          <p:cNvPr id="27" name="Text Placeholder 18">
            <a:extLst>
              <a:ext uri="{FF2B5EF4-FFF2-40B4-BE49-F238E27FC236}">
                <a16:creationId xmlns:a16="http://schemas.microsoft.com/office/drawing/2014/main" id="{C56A69CB-8E07-192C-2485-2EE1C19BB5AA}"/>
              </a:ext>
            </a:extLst>
          </p:cNvPr>
          <p:cNvSpPr>
            <a:spLocks noGrp="1"/>
          </p:cNvSpPr>
          <p:nvPr>
            <p:ph type="body" sz="quarter" idx="29" hasCustomPrompt="1"/>
          </p:nvPr>
        </p:nvSpPr>
        <p:spPr>
          <a:xfrm>
            <a:off x="6864085" y="2715414"/>
            <a:ext cx="3960548" cy="365125"/>
          </a:xfrm>
        </p:spPr>
        <p:txBody>
          <a:bodyPr lIns="0" tIns="0" rIns="0" bIns="0">
            <a:noAutofit/>
          </a:bodyPr>
          <a:lstStyle>
            <a:lvl1pPr marL="0" indent="0">
              <a:lnSpc>
                <a:spcPct val="100000"/>
              </a:lnSpc>
              <a:buFontTx/>
              <a:buNone/>
              <a:defRPr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 Section Title</a:t>
            </a:r>
          </a:p>
        </p:txBody>
      </p:sp>
      <p:sp>
        <p:nvSpPr>
          <p:cNvPr id="28" name="Text Placeholder 18">
            <a:extLst>
              <a:ext uri="{FF2B5EF4-FFF2-40B4-BE49-F238E27FC236}">
                <a16:creationId xmlns:a16="http://schemas.microsoft.com/office/drawing/2014/main" id="{90B855B2-14F8-38AE-BB93-AF7EE4B52179}"/>
              </a:ext>
            </a:extLst>
          </p:cNvPr>
          <p:cNvSpPr>
            <a:spLocks noGrp="1"/>
          </p:cNvSpPr>
          <p:nvPr>
            <p:ph type="body" sz="quarter" idx="30" hasCustomPrompt="1"/>
          </p:nvPr>
        </p:nvSpPr>
        <p:spPr>
          <a:xfrm>
            <a:off x="6185356" y="4124848"/>
            <a:ext cx="534163" cy="365125"/>
          </a:xfrm>
        </p:spPr>
        <p:txBody>
          <a:bodyPr lIns="0" tIns="0" rIns="0" bIns="0">
            <a:noAutofit/>
          </a:bodyPr>
          <a:lstStyle>
            <a:lvl1pPr marL="0" indent="0">
              <a:lnSpc>
                <a:spcPct val="100000"/>
              </a:lnSpc>
              <a:buFontTx/>
              <a:buNone/>
              <a:defRPr b="1" i="0">
                <a:solidFill>
                  <a:srgbClr val="FF5A10"/>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01</a:t>
            </a:r>
          </a:p>
        </p:txBody>
      </p:sp>
      <p:sp>
        <p:nvSpPr>
          <p:cNvPr id="30" name="Text Placeholder 18">
            <a:extLst>
              <a:ext uri="{FF2B5EF4-FFF2-40B4-BE49-F238E27FC236}">
                <a16:creationId xmlns:a16="http://schemas.microsoft.com/office/drawing/2014/main" id="{EC89871A-C4EF-7314-CDA3-5470BA1B6CCD}"/>
              </a:ext>
            </a:extLst>
          </p:cNvPr>
          <p:cNvSpPr>
            <a:spLocks noGrp="1"/>
          </p:cNvSpPr>
          <p:nvPr>
            <p:ph type="body" sz="quarter" idx="31" hasCustomPrompt="1"/>
          </p:nvPr>
        </p:nvSpPr>
        <p:spPr>
          <a:xfrm>
            <a:off x="6864085" y="4124848"/>
            <a:ext cx="3960548" cy="365125"/>
          </a:xfrm>
        </p:spPr>
        <p:txBody>
          <a:bodyPr lIns="0" tIns="0" rIns="0" bIns="0">
            <a:noAutofit/>
          </a:bodyPr>
          <a:lstStyle>
            <a:lvl1pPr marL="0" indent="0">
              <a:lnSpc>
                <a:spcPct val="100000"/>
              </a:lnSpc>
              <a:buFontTx/>
              <a:buNone/>
              <a:defRPr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 Section Title</a:t>
            </a:r>
          </a:p>
        </p:txBody>
      </p:sp>
      <p:sp>
        <p:nvSpPr>
          <p:cNvPr id="31" name="Text Placeholder 18">
            <a:extLst>
              <a:ext uri="{FF2B5EF4-FFF2-40B4-BE49-F238E27FC236}">
                <a16:creationId xmlns:a16="http://schemas.microsoft.com/office/drawing/2014/main" id="{49220422-40A1-57EB-A73E-74F267911D9F}"/>
              </a:ext>
            </a:extLst>
          </p:cNvPr>
          <p:cNvSpPr>
            <a:spLocks noGrp="1"/>
          </p:cNvSpPr>
          <p:nvPr>
            <p:ph type="body" sz="quarter" idx="32" hasCustomPrompt="1"/>
          </p:nvPr>
        </p:nvSpPr>
        <p:spPr>
          <a:xfrm>
            <a:off x="6185356" y="4829566"/>
            <a:ext cx="534163" cy="365125"/>
          </a:xfrm>
        </p:spPr>
        <p:txBody>
          <a:bodyPr lIns="0" tIns="0" rIns="0" bIns="0">
            <a:noAutofit/>
          </a:bodyPr>
          <a:lstStyle>
            <a:lvl1pPr marL="0" indent="0">
              <a:lnSpc>
                <a:spcPct val="100000"/>
              </a:lnSpc>
              <a:buFontTx/>
              <a:buNone/>
              <a:defRPr b="1" i="0">
                <a:solidFill>
                  <a:srgbClr val="FF5A10"/>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01</a:t>
            </a:r>
          </a:p>
        </p:txBody>
      </p:sp>
      <p:sp>
        <p:nvSpPr>
          <p:cNvPr id="32" name="Text Placeholder 18">
            <a:extLst>
              <a:ext uri="{FF2B5EF4-FFF2-40B4-BE49-F238E27FC236}">
                <a16:creationId xmlns:a16="http://schemas.microsoft.com/office/drawing/2014/main" id="{1AA40209-6DBD-1880-687F-149AB4357977}"/>
              </a:ext>
            </a:extLst>
          </p:cNvPr>
          <p:cNvSpPr>
            <a:spLocks noGrp="1"/>
          </p:cNvSpPr>
          <p:nvPr>
            <p:ph type="body" sz="quarter" idx="33" hasCustomPrompt="1"/>
          </p:nvPr>
        </p:nvSpPr>
        <p:spPr>
          <a:xfrm>
            <a:off x="6864085" y="4829566"/>
            <a:ext cx="3960548" cy="365125"/>
          </a:xfrm>
        </p:spPr>
        <p:txBody>
          <a:bodyPr lIns="0" tIns="0" rIns="0" bIns="0">
            <a:noAutofit/>
          </a:bodyPr>
          <a:lstStyle>
            <a:lvl1pPr marL="0" indent="0">
              <a:lnSpc>
                <a:spcPct val="100000"/>
              </a:lnSpc>
              <a:buFontTx/>
              <a:buNone/>
              <a:defRPr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 Section Title</a:t>
            </a:r>
          </a:p>
        </p:txBody>
      </p:sp>
      <p:sp>
        <p:nvSpPr>
          <p:cNvPr id="33" name="Text Placeholder 18">
            <a:extLst>
              <a:ext uri="{FF2B5EF4-FFF2-40B4-BE49-F238E27FC236}">
                <a16:creationId xmlns:a16="http://schemas.microsoft.com/office/drawing/2014/main" id="{A123C7E7-8656-B2C3-F85D-FDC97B3EB93A}"/>
              </a:ext>
            </a:extLst>
          </p:cNvPr>
          <p:cNvSpPr>
            <a:spLocks noGrp="1"/>
          </p:cNvSpPr>
          <p:nvPr>
            <p:ph type="body" sz="quarter" idx="34" hasCustomPrompt="1"/>
          </p:nvPr>
        </p:nvSpPr>
        <p:spPr>
          <a:xfrm>
            <a:off x="6185356" y="5534286"/>
            <a:ext cx="534163" cy="365125"/>
          </a:xfrm>
        </p:spPr>
        <p:txBody>
          <a:bodyPr lIns="0" tIns="0" rIns="0" bIns="0">
            <a:noAutofit/>
          </a:bodyPr>
          <a:lstStyle>
            <a:lvl1pPr marL="0" indent="0">
              <a:lnSpc>
                <a:spcPct val="100000"/>
              </a:lnSpc>
              <a:buFontTx/>
              <a:buNone/>
              <a:defRPr b="1" i="0">
                <a:solidFill>
                  <a:srgbClr val="FF5A10"/>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01</a:t>
            </a:r>
          </a:p>
        </p:txBody>
      </p:sp>
      <p:sp>
        <p:nvSpPr>
          <p:cNvPr id="34" name="Text Placeholder 18">
            <a:extLst>
              <a:ext uri="{FF2B5EF4-FFF2-40B4-BE49-F238E27FC236}">
                <a16:creationId xmlns:a16="http://schemas.microsoft.com/office/drawing/2014/main" id="{8CCA6D99-3B24-D21E-A5C3-0FD720771904}"/>
              </a:ext>
            </a:extLst>
          </p:cNvPr>
          <p:cNvSpPr>
            <a:spLocks noGrp="1"/>
          </p:cNvSpPr>
          <p:nvPr>
            <p:ph type="body" sz="quarter" idx="35" hasCustomPrompt="1"/>
          </p:nvPr>
        </p:nvSpPr>
        <p:spPr>
          <a:xfrm>
            <a:off x="6864085" y="5534286"/>
            <a:ext cx="3960548" cy="365125"/>
          </a:xfrm>
        </p:spPr>
        <p:txBody>
          <a:bodyPr lIns="0" tIns="0" rIns="0" bIns="0">
            <a:noAutofit/>
          </a:bodyPr>
          <a:lstStyle>
            <a:lvl1pPr marL="0" indent="0">
              <a:lnSpc>
                <a:spcPct val="100000"/>
              </a:lnSpc>
              <a:buFontTx/>
              <a:buNone/>
              <a:defRPr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 Section Title</a:t>
            </a:r>
          </a:p>
        </p:txBody>
      </p:sp>
      <p:cxnSp>
        <p:nvCxnSpPr>
          <p:cNvPr id="36" name="Straight Connector 35">
            <a:extLst>
              <a:ext uri="{FF2B5EF4-FFF2-40B4-BE49-F238E27FC236}">
                <a16:creationId xmlns:a16="http://schemas.microsoft.com/office/drawing/2014/main" id="{3AC8EEA9-FBAE-F336-4138-E3FA35E25B70}"/>
              </a:ext>
            </a:extLst>
          </p:cNvPr>
          <p:cNvCxnSpPr/>
          <p:nvPr userDrawn="1"/>
        </p:nvCxnSpPr>
        <p:spPr>
          <a:xfrm>
            <a:off x="408000" y="3546848"/>
            <a:ext cx="11375995" cy="0"/>
          </a:xfrm>
          <a:prstGeom prst="line">
            <a:avLst/>
          </a:prstGeom>
          <a:ln w="635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80BEC3B3-3172-9CB9-3E97-03209E2EA7F1}"/>
              </a:ext>
            </a:extLst>
          </p:cNvPr>
          <p:cNvCxnSpPr/>
          <p:nvPr userDrawn="1"/>
        </p:nvCxnSpPr>
        <p:spPr>
          <a:xfrm>
            <a:off x="408000" y="4251565"/>
            <a:ext cx="11375995" cy="0"/>
          </a:xfrm>
          <a:prstGeom prst="line">
            <a:avLst/>
          </a:prstGeom>
          <a:ln w="635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FC1D576D-1B2F-5923-2C00-97BBBA7E3E56}"/>
              </a:ext>
            </a:extLst>
          </p:cNvPr>
          <p:cNvCxnSpPr/>
          <p:nvPr userDrawn="1"/>
        </p:nvCxnSpPr>
        <p:spPr>
          <a:xfrm>
            <a:off x="408000" y="4956283"/>
            <a:ext cx="11375995" cy="0"/>
          </a:xfrm>
          <a:prstGeom prst="line">
            <a:avLst/>
          </a:prstGeom>
          <a:ln w="635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FF6E5E46-3DBF-B15D-D93B-E1FAFAED4C8D}"/>
              </a:ext>
            </a:extLst>
          </p:cNvPr>
          <p:cNvCxnSpPr/>
          <p:nvPr userDrawn="1"/>
        </p:nvCxnSpPr>
        <p:spPr>
          <a:xfrm>
            <a:off x="408000" y="5661001"/>
            <a:ext cx="11375995" cy="0"/>
          </a:xfrm>
          <a:prstGeom prst="line">
            <a:avLst/>
          </a:prstGeom>
          <a:ln w="635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88BDC315-9B1E-633F-6F26-C13C4BEE76F7}"/>
              </a:ext>
            </a:extLst>
          </p:cNvPr>
          <p:cNvSpPr txBox="1"/>
          <p:nvPr userDrawn="1"/>
        </p:nvSpPr>
        <p:spPr>
          <a:xfrm>
            <a:off x="12837459" y="-778"/>
            <a:ext cx="2510117" cy="584968"/>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You have space for 10 section titles. If you need more, you might have too many sections!</a:t>
            </a:r>
          </a:p>
        </p:txBody>
      </p:sp>
      <p:sp>
        <p:nvSpPr>
          <p:cNvPr id="9" name="Text Placeholder 24">
            <a:extLst>
              <a:ext uri="{FF2B5EF4-FFF2-40B4-BE49-F238E27FC236}">
                <a16:creationId xmlns:a16="http://schemas.microsoft.com/office/drawing/2014/main" id="{2FC10C90-4DD5-A351-16B6-842B9676CEB2}"/>
              </a:ext>
            </a:extLst>
          </p:cNvPr>
          <p:cNvSpPr>
            <a:spLocks noGrp="1"/>
          </p:cNvSpPr>
          <p:nvPr>
            <p:ph type="body" sz="quarter" idx="14"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bg1"/>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2" name="TextBox 1">
            <a:extLst>
              <a:ext uri="{FF2B5EF4-FFF2-40B4-BE49-F238E27FC236}">
                <a16:creationId xmlns:a16="http://schemas.microsoft.com/office/drawing/2014/main" id="{8FB0E747-8322-B6BB-1F12-737160B20915}"/>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3" name="TextBox 2">
            <a:extLst>
              <a:ext uri="{FF2B5EF4-FFF2-40B4-BE49-F238E27FC236}">
                <a16:creationId xmlns:a16="http://schemas.microsoft.com/office/drawing/2014/main" id="{D0B780CD-F185-3492-DB16-E07C54D4004F}"/>
              </a:ext>
            </a:extLst>
          </p:cNvPr>
          <p:cNvSpPr txBox="1"/>
          <p:nvPr userDrawn="1"/>
        </p:nvSpPr>
        <p:spPr>
          <a:xfrm>
            <a:off x="1515166" y="410216"/>
            <a:ext cx="1749197" cy="200055"/>
          </a:xfrm>
          <a:prstGeom prst="rect">
            <a:avLst/>
          </a:prstGeom>
          <a:noFill/>
        </p:spPr>
        <p:txBody>
          <a:bodyPr wrap="none" rtlCol="0">
            <a:spAutoFit/>
          </a:bodyPr>
          <a:lstStyle/>
          <a:p>
            <a:r>
              <a:rPr lang="en-US" sz="700">
                <a:solidFill>
                  <a:schemeClr val="bg1"/>
                </a:solidFill>
              </a:rPr>
              <a:t>Automation </a:t>
            </a:r>
            <a:r>
              <a:rPr lang="en-US" sz="700" err="1">
                <a:solidFill>
                  <a:schemeClr val="bg1"/>
                </a:solidFill>
              </a:rPr>
              <a:t>Anywhere’s</a:t>
            </a:r>
            <a:r>
              <a:rPr lang="en-US" sz="700">
                <a:solidFill>
                  <a:schemeClr val="bg1"/>
                </a:solidFill>
              </a:rPr>
              <a:t> APA Platform</a:t>
            </a:r>
          </a:p>
        </p:txBody>
      </p:sp>
    </p:spTree>
    <p:extLst>
      <p:ext uri="{BB962C8B-B14F-4D97-AF65-F5344CB8AC3E}">
        <p14:creationId xmlns:p14="http://schemas.microsoft.com/office/powerpoint/2010/main" val="209806350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ivider A">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2A4F75EE-1F8F-10BD-D2CD-38AB6C20C228}"/>
              </a:ext>
            </a:extLst>
          </p:cNvPr>
          <p:cNvPicPr>
            <a:picLocks/>
          </p:cNvPicPr>
          <p:nvPr userDrawn="1"/>
        </p:nvPicPr>
        <p:blipFill>
          <a:blip>
            <a:extLst>
              <a:ext uri="{96DAC541-7B7A-43D3-8B79-37D633B846F1}">
                <asvg:svgBlip xmlns:asvg="http://schemas.microsoft.com/office/drawing/2016/SVG/main" r:embed="rId3"/>
              </a:ext>
            </a:extLst>
          </a:blip>
          <a:stretch>
            <a:fillRect/>
          </a:stretch>
        </p:blipFill>
        <p:spPr>
          <a:xfrm>
            <a:off x="408000" y="408000"/>
            <a:ext cx="11400000" cy="192000"/>
          </a:xfrm>
          <a:prstGeom prst="rect">
            <a:avLst/>
          </a:prstGeom>
        </p:spPr>
      </p:pic>
      <p:sp>
        <p:nvSpPr>
          <p:cNvPr id="12" name="Text Placeholder 18">
            <a:extLst>
              <a:ext uri="{FF2B5EF4-FFF2-40B4-BE49-F238E27FC236}">
                <a16:creationId xmlns:a16="http://schemas.microsoft.com/office/drawing/2014/main" id="{B516328C-78EB-D01C-DC06-020A3FF0173C}"/>
              </a:ext>
            </a:extLst>
          </p:cNvPr>
          <p:cNvSpPr>
            <a:spLocks noGrp="1"/>
          </p:cNvSpPr>
          <p:nvPr>
            <p:ph type="body" sz="quarter" idx="13" hasCustomPrompt="1"/>
          </p:nvPr>
        </p:nvSpPr>
        <p:spPr>
          <a:xfrm>
            <a:off x="408000" y="936001"/>
            <a:ext cx="8490467" cy="962247"/>
          </a:xfrm>
        </p:spPr>
        <p:txBody>
          <a:bodyPr lIns="0" tIns="0" rIns="0" bIns="0">
            <a:noAutofit/>
          </a:bodyPr>
          <a:lstStyle>
            <a:lvl1pPr marL="0" indent="0">
              <a:lnSpc>
                <a:spcPct val="100000"/>
              </a:lnSpc>
              <a:buFontTx/>
              <a:buNone/>
              <a:defRPr sz="5333"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Divider Title</a:t>
            </a:r>
          </a:p>
        </p:txBody>
      </p:sp>
      <p:pic>
        <p:nvPicPr>
          <p:cNvPr id="16" name="Graphic 15">
            <a:extLst>
              <a:ext uri="{FF2B5EF4-FFF2-40B4-BE49-F238E27FC236}">
                <a16:creationId xmlns:a16="http://schemas.microsoft.com/office/drawing/2014/main" id="{EE7C9D09-0DE9-1BC8-E31F-A8381E7B5AF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34343" y="768015"/>
            <a:ext cx="533400" cy="533400"/>
          </a:xfrm>
          <a:prstGeom prst="rect">
            <a:avLst/>
          </a:prstGeom>
        </p:spPr>
      </p:pic>
      <p:sp>
        <p:nvSpPr>
          <p:cNvPr id="4" name="TextBox 3">
            <a:extLst>
              <a:ext uri="{FF2B5EF4-FFF2-40B4-BE49-F238E27FC236}">
                <a16:creationId xmlns:a16="http://schemas.microsoft.com/office/drawing/2014/main" id="{949CD247-8E34-8BEB-4DBA-8F0B97E988FA}"/>
              </a:ext>
            </a:extLst>
          </p:cNvPr>
          <p:cNvSpPr txBox="1"/>
          <p:nvPr userDrawn="1"/>
        </p:nvSpPr>
        <p:spPr>
          <a:xfrm>
            <a:off x="12837459" y="-778"/>
            <a:ext cx="2510117" cy="584968"/>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Only update the main divider</a:t>
            </a: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text. Do not remove or alter the Blaze graphic.</a:t>
            </a:r>
          </a:p>
        </p:txBody>
      </p:sp>
      <p:grpSp>
        <p:nvGrpSpPr>
          <p:cNvPr id="60" name="Group 59">
            <a:extLst>
              <a:ext uri="{FF2B5EF4-FFF2-40B4-BE49-F238E27FC236}">
                <a16:creationId xmlns:a16="http://schemas.microsoft.com/office/drawing/2014/main" id="{EC513B28-2A86-7D72-D25E-B74558A16902}"/>
              </a:ext>
            </a:extLst>
          </p:cNvPr>
          <p:cNvGrpSpPr/>
          <p:nvPr userDrawn="1"/>
        </p:nvGrpSpPr>
        <p:grpSpPr>
          <a:xfrm>
            <a:off x="10609008" y="6203793"/>
            <a:ext cx="1111864" cy="408104"/>
            <a:chOff x="397414" y="755885"/>
            <a:chExt cx="2901256" cy="1064892"/>
          </a:xfrm>
        </p:grpSpPr>
        <p:grpSp>
          <p:nvGrpSpPr>
            <p:cNvPr id="61" name="Graphic 4">
              <a:extLst>
                <a:ext uri="{FF2B5EF4-FFF2-40B4-BE49-F238E27FC236}">
                  <a16:creationId xmlns:a16="http://schemas.microsoft.com/office/drawing/2014/main" id="{B784D008-3F2A-086B-BCE2-0A0BF267CD01}"/>
                </a:ext>
              </a:extLst>
            </p:cNvPr>
            <p:cNvGrpSpPr/>
            <p:nvPr/>
          </p:nvGrpSpPr>
          <p:grpSpPr>
            <a:xfrm>
              <a:off x="397414" y="755885"/>
              <a:ext cx="1031033" cy="1064892"/>
              <a:chOff x="397414" y="755885"/>
              <a:chExt cx="1031033" cy="1064892"/>
            </a:xfrm>
          </p:grpSpPr>
          <p:sp>
            <p:nvSpPr>
              <p:cNvPr id="81" name="Freeform 80">
                <a:extLst>
                  <a:ext uri="{FF2B5EF4-FFF2-40B4-BE49-F238E27FC236}">
                    <a16:creationId xmlns:a16="http://schemas.microsoft.com/office/drawing/2014/main" id="{47A2B076-D126-A9E3-D8A4-5DFDF77E1CEC}"/>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82" name="Freeform 81">
                <a:extLst>
                  <a:ext uri="{FF2B5EF4-FFF2-40B4-BE49-F238E27FC236}">
                    <a16:creationId xmlns:a16="http://schemas.microsoft.com/office/drawing/2014/main" id="{5B9C6B41-E8D8-8832-1AF1-C7E3268D0B1C}"/>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83" name="Freeform 82">
                <a:extLst>
                  <a:ext uri="{FF2B5EF4-FFF2-40B4-BE49-F238E27FC236}">
                    <a16:creationId xmlns:a16="http://schemas.microsoft.com/office/drawing/2014/main" id="{D68A8574-A37F-295B-ACA9-63E5C72DA5AD}"/>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62" name="Graphic 4">
              <a:extLst>
                <a:ext uri="{FF2B5EF4-FFF2-40B4-BE49-F238E27FC236}">
                  <a16:creationId xmlns:a16="http://schemas.microsoft.com/office/drawing/2014/main" id="{5744163A-A97F-48FD-443C-32A6254116C0}"/>
                </a:ext>
              </a:extLst>
            </p:cNvPr>
            <p:cNvGrpSpPr/>
            <p:nvPr/>
          </p:nvGrpSpPr>
          <p:grpSpPr>
            <a:xfrm>
              <a:off x="1208140" y="933050"/>
              <a:ext cx="2090530" cy="573060"/>
              <a:chOff x="1208140" y="933050"/>
              <a:chExt cx="2090530" cy="573060"/>
            </a:xfrm>
            <a:solidFill>
              <a:srgbClr val="333333"/>
            </a:solidFill>
          </p:grpSpPr>
          <p:sp>
            <p:nvSpPr>
              <p:cNvPr id="63" name="Freeform 62">
                <a:extLst>
                  <a:ext uri="{FF2B5EF4-FFF2-40B4-BE49-F238E27FC236}">
                    <a16:creationId xmlns:a16="http://schemas.microsoft.com/office/drawing/2014/main" id="{0437B835-78EE-1FE1-2CB3-10327FEB8E27}"/>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4" name="Freeform 63">
                <a:extLst>
                  <a:ext uri="{FF2B5EF4-FFF2-40B4-BE49-F238E27FC236}">
                    <a16:creationId xmlns:a16="http://schemas.microsoft.com/office/drawing/2014/main" id="{E490DC5B-7801-119C-AA95-3907A4897DF0}"/>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5" name="Freeform 64">
                <a:extLst>
                  <a:ext uri="{FF2B5EF4-FFF2-40B4-BE49-F238E27FC236}">
                    <a16:creationId xmlns:a16="http://schemas.microsoft.com/office/drawing/2014/main" id="{767066FF-3A84-28FA-6733-31FD0B4DDE72}"/>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6" name="Freeform 65">
                <a:extLst>
                  <a:ext uri="{FF2B5EF4-FFF2-40B4-BE49-F238E27FC236}">
                    <a16:creationId xmlns:a16="http://schemas.microsoft.com/office/drawing/2014/main" id="{024EA533-5B76-156A-E107-66A461F8CB50}"/>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7" name="Freeform 66">
                <a:extLst>
                  <a:ext uri="{FF2B5EF4-FFF2-40B4-BE49-F238E27FC236}">
                    <a16:creationId xmlns:a16="http://schemas.microsoft.com/office/drawing/2014/main" id="{B307B8E1-BF90-08AE-80B0-88236835702D}"/>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8" name="Freeform 67">
                <a:extLst>
                  <a:ext uri="{FF2B5EF4-FFF2-40B4-BE49-F238E27FC236}">
                    <a16:creationId xmlns:a16="http://schemas.microsoft.com/office/drawing/2014/main" id="{0CC73864-7E6B-3EE7-1F4D-9EA67D01FB9C}"/>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9" name="Freeform 68">
                <a:extLst>
                  <a:ext uri="{FF2B5EF4-FFF2-40B4-BE49-F238E27FC236}">
                    <a16:creationId xmlns:a16="http://schemas.microsoft.com/office/drawing/2014/main" id="{5639D5AF-45B9-6898-CD05-A8F07254DE8C}"/>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0" name="Freeform 69">
                <a:extLst>
                  <a:ext uri="{FF2B5EF4-FFF2-40B4-BE49-F238E27FC236}">
                    <a16:creationId xmlns:a16="http://schemas.microsoft.com/office/drawing/2014/main" id="{42B5C1C5-FC64-7BD1-FFBB-2E09A70F0436}"/>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1" name="Freeform 70">
                <a:extLst>
                  <a:ext uri="{FF2B5EF4-FFF2-40B4-BE49-F238E27FC236}">
                    <a16:creationId xmlns:a16="http://schemas.microsoft.com/office/drawing/2014/main" id="{D70EC79A-7BA5-E98F-5B22-150BF0D5693A}"/>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2" name="Freeform 71">
                <a:extLst>
                  <a:ext uri="{FF2B5EF4-FFF2-40B4-BE49-F238E27FC236}">
                    <a16:creationId xmlns:a16="http://schemas.microsoft.com/office/drawing/2014/main" id="{0D27D84E-E5D4-8F1A-9F38-A899F6767D15}"/>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3" name="Freeform 72">
                <a:extLst>
                  <a:ext uri="{FF2B5EF4-FFF2-40B4-BE49-F238E27FC236}">
                    <a16:creationId xmlns:a16="http://schemas.microsoft.com/office/drawing/2014/main" id="{39FEB451-36F1-A614-7CA0-1BB6EDDD49BD}"/>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4" name="Freeform 73">
                <a:extLst>
                  <a:ext uri="{FF2B5EF4-FFF2-40B4-BE49-F238E27FC236}">
                    <a16:creationId xmlns:a16="http://schemas.microsoft.com/office/drawing/2014/main" id="{84645BCC-880E-96B9-FF76-54529E90C39B}"/>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5" name="Freeform 74">
                <a:extLst>
                  <a:ext uri="{FF2B5EF4-FFF2-40B4-BE49-F238E27FC236}">
                    <a16:creationId xmlns:a16="http://schemas.microsoft.com/office/drawing/2014/main" id="{926E753C-E339-57EC-4F9F-8FBAA380E8C3}"/>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6" name="Freeform 75">
                <a:extLst>
                  <a:ext uri="{FF2B5EF4-FFF2-40B4-BE49-F238E27FC236}">
                    <a16:creationId xmlns:a16="http://schemas.microsoft.com/office/drawing/2014/main" id="{DC32CE48-B665-B260-FA68-2D48EF99A46B}"/>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7" name="Freeform 76">
                <a:extLst>
                  <a:ext uri="{FF2B5EF4-FFF2-40B4-BE49-F238E27FC236}">
                    <a16:creationId xmlns:a16="http://schemas.microsoft.com/office/drawing/2014/main" id="{89228FA2-8C4F-8749-CDD6-24ED8B8C1E3A}"/>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8" name="Freeform 77">
                <a:extLst>
                  <a:ext uri="{FF2B5EF4-FFF2-40B4-BE49-F238E27FC236}">
                    <a16:creationId xmlns:a16="http://schemas.microsoft.com/office/drawing/2014/main" id="{DEB27CC8-6E48-0F10-3384-A17D16D19467}"/>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9" name="Freeform 78">
                <a:extLst>
                  <a:ext uri="{FF2B5EF4-FFF2-40B4-BE49-F238E27FC236}">
                    <a16:creationId xmlns:a16="http://schemas.microsoft.com/office/drawing/2014/main" id="{1DE0A303-A841-DE4A-10CB-D53E1EBF0A58}"/>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80" name="Freeform 79">
                <a:extLst>
                  <a:ext uri="{FF2B5EF4-FFF2-40B4-BE49-F238E27FC236}">
                    <a16:creationId xmlns:a16="http://schemas.microsoft.com/office/drawing/2014/main" id="{40FC4393-BA14-2501-C473-45EEB71559F0}"/>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5" name="Slide Number Placeholder 5">
            <a:extLst>
              <a:ext uri="{FF2B5EF4-FFF2-40B4-BE49-F238E27FC236}">
                <a16:creationId xmlns:a16="http://schemas.microsoft.com/office/drawing/2014/main" id="{5BCB527D-C7ED-F605-B9F0-BEDA5D01CF9A}"/>
              </a:ext>
            </a:extLst>
          </p:cNvPr>
          <p:cNvSpPr>
            <a:spLocks noGrp="1"/>
          </p:cNvSpPr>
          <p:nvPr>
            <p:ph type="sldNum" sz="quarter" idx="12"/>
          </p:nvPr>
        </p:nvSpPr>
        <p:spPr>
          <a:xfrm>
            <a:off x="11273400" y="402113"/>
            <a:ext cx="480000" cy="203143"/>
          </a:xfrm>
        </p:spPr>
        <p:txBody>
          <a:bodyPr/>
          <a:lstStyle>
            <a:lvl1pPr>
              <a:defRPr sz="800" b="0" i="0">
                <a:solidFill>
                  <a:schemeClr val="tx1"/>
                </a:solidFill>
                <a:latin typeface="Museo Sans 500" panose="02000000000000000000" pitchFamily="2" charset="77"/>
              </a:defRPr>
            </a:lvl1pPr>
          </a:lstStyle>
          <a:p>
            <a:fld id="{837EA21B-C1CD-FF4F-B5B3-C7F194F4D1C4}" type="slidenum">
              <a:rPr lang="en-US" smtClean="0"/>
              <a:pPr/>
              <a:t>‹#›</a:t>
            </a:fld>
            <a:endParaRPr lang="en-US"/>
          </a:p>
        </p:txBody>
      </p:sp>
      <p:sp>
        <p:nvSpPr>
          <p:cNvPr id="11" name="Text Placeholder 24">
            <a:extLst>
              <a:ext uri="{FF2B5EF4-FFF2-40B4-BE49-F238E27FC236}">
                <a16:creationId xmlns:a16="http://schemas.microsoft.com/office/drawing/2014/main" id="{6FE2EDC4-5022-2C54-89EC-7BC88E47CDDF}"/>
              </a:ext>
            </a:extLst>
          </p:cNvPr>
          <p:cNvSpPr>
            <a:spLocks noGrp="1"/>
          </p:cNvSpPr>
          <p:nvPr>
            <p:ph type="body" sz="quarter" idx="14"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13" name="Graphic 8">
            <a:extLst>
              <a:ext uri="{FF2B5EF4-FFF2-40B4-BE49-F238E27FC236}">
                <a16:creationId xmlns:a16="http://schemas.microsoft.com/office/drawing/2014/main" id="{A916DBFE-4CCC-CBB5-60E8-87AA3B2ED485}"/>
              </a:ext>
            </a:extLst>
          </p:cNvPr>
          <p:cNvSpPr/>
          <p:nvPr/>
        </p:nvSpPr>
        <p:spPr>
          <a:xfrm>
            <a:off x="-1" y="1150344"/>
            <a:ext cx="11492841" cy="5707657"/>
          </a:xfrm>
          <a:custGeom>
            <a:avLst/>
            <a:gdLst>
              <a:gd name="connsiteX0" fmla="*/ 0 w 8650576"/>
              <a:gd name="connsiteY0" fmla="*/ 4454544 h 4454544"/>
              <a:gd name="connsiteX1" fmla="*/ 0 w 8650576"/>
              <a:gd name="connsiteY1" fmla="*/ 1438025 h 4454544"/>
              <a:gd name="connsiteX2" fmla="*/ 8650576 w 8650576"/>
              <a:gd name="connsiteY2" fmla="*/ 0 h 4454544"/>
              <a:gd name="connsiteX3" fmla="*/ 7500816 w 8650576"/>
              <a:gd name="connsiteY3" fmla="*/ 4454544 h 4454544"/>
              <a:gd name="connsiteX4" fmla="*/ 0 w 8650576"/>
              <a:gd name="connsiteY4" fmla="*/ 4454544 h 44545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50576" h="4454544">
                <a:moveTo>
                  <a:pt x="0" y="4454544"/>
                </a:moveTo>
                <a:lnTo>
                  <a:pt x="0" y="1438025"/>
                </a:lnTo>
                <a:cubicBezTo>
                  <a:pt x="5041805" y="3302220"/>
                  <a:pt x="7767427" y="1073757"/>
                  <a:pt x="8650576" y="0"/>
                </a:cubicBezTo>
                <a:cubicBezTo>
                  <a:pt x="7995951" y="833293"/>
                  <a:pt x="7293717" y="3247460"/>
                  <a:pt x="7500816" y="4454544"/>
                </a:cubicBezTo>
                <a:lnTo>
                  <a:pt x="0" y="4454544"/>
                </a:lnTo>
                <a:close/>
              </a:path>
            </a:pathLst>
          </a:custGeom>
          <a:gradFill>
            <a:gsLst>
              <a:gs pos="4798">
                <a:srgbClr val="662D8F"/>
              </a:gs>
              <a:gs pos="50250">
                <a:srgbClr val="FF5A10"/>
              </a:gs>
              <a:gs pos="87145">
                <a:srgbClr val="FFBC03"/>
              </a:gs>
            </a:gsLst>
            <a:lin ang="17784813" scaled="1"/>
          </a:gradFill>
          <a:ln w="4760" cap="flat">
            <a:noFill/>
            <a:prstDash val="solid"/>
            <a:miter/>
          </a:ln>
          <a:effectLst>
            <a:outerShdw blurRad="203200" dist="304800" dir="4500000" sx="99088" sy="99088" algn="tl" rotWithShape="0">
              <a:schemeClr val="tx1">
                <a:alpha val="30000"/>
              </a:schemeClr>
            </a:outerShdw>
          </a:effectLst>
        </p:spPr>
        <p:txBody>
          <a:bodyPr rtlCol="0" anchor="ctr"/>
          <a:lstStyle/>
          <a:p>
            <a:endParaRPr lang="en-US" sz="2400"/>
          </a:p>
        </p:txBody>
      </p:sp>
      <p:sp>
        <p:nvSpPr>
          <p:cNvPr id="2" name="TextBox 1">
            <a:extLst>
              <a:ext uri="{FF2B5EF4-FFF2-40B4-BE49-F238E27FC236}">
                <a16:creationId xmlns:a16="http://schemas.microsoft.com/office/drawing/2014/main" id="{5D9AF5B3-A04F-12E4-09B4-2B119F3354DF}"/>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3" name="TextBox 2">
            <a:extLst>
              <a:ext uri="{FF2B5EF4-FFF2-40B4-BE49-F238E27FC236}">
                <a16:creationId xmlns:a16="http://schemas.microsoft.com/office/drawing/2014/main" id="{515A51C7-F6DC-79FF-9B35-C9A527B752BC}"/>
              </a:ext>
            </a:extLst>
          </p:cNvPr>
          <p:cNvSpPr txBox="1"/>
          <p:nvPr userDrawn="1"/>
        </p:nvSpPr>
        <p:spPr>
          <a:xfrm>
            <a:off x="1515166" y="410216"/>
            <a:ext cx="1749197" cy="200055"/>
          </a:xfrm>
          <a:prstGeom prst="rect">
            <a:avLst/>
          </a:prstGeom>
          <a:noFill/>
        </p:spPr>
        <p:txBody>
          <a:bodyPr wrap="none" rtlCol="0">
            <a:spAutoFit/>
          </a:bodyPr>
          <a:lstStyle/>
          <a:p>
            <a:r>
              <a:rPr lang="en-US" sz="700"/>
              <a:t>Automation </a:t>
            </a:r>
            <a:r>
              <a:rPr lang="en-US" sz="700" err="1"/>
              <a:t>Anywhere’s</a:t>
            </a:r>
            <a:r>
              <a:rPr lang="en-US" sz="700"/>
              <a:t> APA Platform</a:t>
            </a:r>
          </a:p>
        </p:txBody>
      </p:sp>
      <p:sp>
        <p:nvSpPr>
          <p:cNvPr id="6" name="TextBox 5">
            <a:extLst>
              <a:ext uri="{FF2B5EF4-FFF2-40B4-BE49-F238E27FC236}">
                <a16:creationId xmlns:a16="http://schemas.microsoft.com/office/drawing/2014/main" id="{6828F2A4-A5AC-7C47-1EDC-2DB3BB33394E}"/>
              </a:ext>
            </a:extLst>
          </p:cNvPr>
          <p:cNvSpPr txBox="1"/>
          <p:nvPr userDrawn="1"/>
        </p:nvSpPr>
        <p:spPr>
          <a:xfrm>
            <a:off x="389149" y="-832051"/>
            <a:ext cx="6229860" cy="256545"/>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Note: If you use the </a:t>
            </a:r>
          </a:p>
        </p:txBody>
      </p:sp>
    </p:spTree>
    <p:custDataLst>
      <p:tags r:id="rId1"/>
    </p:custDataLst>
    <p:extLst>
      <p:ext uri="{BB962C8B-B14F-4D97-AF65-F5344CB8AC3E}">
        <p14:creationId xmlns:p14="http://schemas.microsoft.com/office/powerpoint/2010/main" val="341154225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ivider B">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0979BC9-5804-F4D7-4D4A-54EC71E61D3C}"/>
              </a:ext>
            </a:extLst>
          </p:cNvPr>
          <p:cNvSpPr>
            <a:spLocks noGrp="1"/>
          </p:cNvSpPr>
          <p:nvPr>
            <p:ph type="pic" sz="quarter" idx="16"/>
          </p:nvPr>
        </p:nvSpPr>
        <p:spPr>
          <a:xfrm>
            <a:off x="0" y="1158045"/>
            <a:ext cx="11483163" cy="5714420"/>
          </a:xfrm>
          <a:custGeom>
            <a:avLst/>
            <a:gdLst>
              <a:gd name="connsiteX0" fmla="*/ 1368161 w 1368161"/>
              <a:gd name="connsiteY0" fmla="*/ 0 h 687258"/>
              <a:gd name="connsiteX1" fmla="*/ 1326034 w 1368161"/>
              <a:gd name="connsiteY1" fmla="*/ 87451 h 687258"/>
              <a:gd name="connsiteX2" fmla="*/ 1216659 w 1368161"/>
              <a:gd name="connsiteY2" fmla="*/ 629204 h 687258"/>
              <a:gd name="connsiteX3" fmla="*/ 1219591 w 1368161"/>
              <a:gd name="connsiteY3" fmla="*/ 687258 h 687258"/>
              <a:gd name="connsiteX4" fmla="*/ 0 w 1368161"/>
              <a:gd name="connsiteY4" fmla="*/ 687258 h 687258"/>
              <a:gd name="connsiteX5" fmla="*/ 0 w 1368161"/>
              <a:gd name="connsiteY5" fmla="*/ 102878 h 687258"/>
              <a:gd name="connsiteX6" fmla="*/ 15157 w 1368161"/>
              <a:gd name="connsiteY6" fmla="*/ 112243 h 687258"/>
              <a:gd name="connsiteX7" fmla="*/ 608247 w 1368161"/>
              <a:gd name="connsiteY7" fmla="*/ 264983 h 687258"/>
              <a:gd name="connsiteX8" fmla="*/ 1303927 w 1368161"/>
              <a:gd name="connsiteY8" fmla="*/ 48853 h 687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8161" h="687258">
                <a:moveTo>
                  <a:pt x="1368161" y="0"/>
                </a:moveTo>
                <a:lnTo>
                  <a:pt x="1326034" y="87451"/>
                </a:lnTo>
                <a:cubicBezTo>
                  <a:pt x="1255605" y="253964"/>
                  <a:pt x="1216659" y="437036"/>
                  <a:pt x="1216659" y="629204"/>
                </a:cubicBezTo>
                <a:lnTo>
                  <a:pt x="1219591" y="687258"/>
                </a:lnTo>
                <a:lnTo>
                  <a:pt x="0" y="687258"/>
                </a:lnTo>
                <a:lnTo>
                  <a:pt x="0" y="102878"/>
                </a:lnTo>
                <a:lnTo>
                  <a:pt x="15157" y="112243"/>
                </a:lnTo>
                <a:cubicBezTo>
                  <a:pt x="191461" y="209652"/>
                  <a:pt x="393501" y="264983"/>
                  <a:pt x="608247" y="264983"/>
                </a:cubicBezTo>
                <a:cubicBezTo>
                  <a:pt x="865942" y="264983"/>
                  <a:pt x="1105341" y="185307"/>
                  <a:pt x="1303927" y="48853"/>
                </a:cubicBezTo>
                <a:close/>
              </a:path>
            </a:pathLst>
          </a:custGeom>
          <a:solidFill>
            <a:schemeClr val="bg1">
              <a:lumMod val="95000"/>
            </a:schemeClr>
          </a:solidFill>
        </p:spPr>
        <p:txBody>
          <a:bodyPr wrap="square" anchor="ctr" anchorCtr="0">
            <a:noAutofit/>
          </a:bodyPr>
          <a:lstStyle>
            <a:lvl1pPr marL="0" indent="0" algn="ctr">
              <a:buNone/>
              <a:defRPr sz="1867" b="1" i="0">
                <a:latin typeface="Museo Sans 900" panose="02000000000000000000" pitchFamily="2" charset="77"/>
              </a:defRPr>
            </a:lvl1pPr>
          </a:lstStyle>
          <a:p>
            <a:r>
              <a:rPr lang="en-GB"/>
              <a:t>Click icon to add picture</a:t>
            </a:r>
            <a:endParaRPr lang="en-US"/>
          </a:p>
        </p:txBody>
      </p:sp>
      <p:pic>
        <p:nvPicPr>
          <p:cNvPr id="16" name="Graphic 15">
            <a:extLst>
              <a:ext uri="{FF2B5EF4-FFF2-40B4-BE49-F238E27FC236}">
                <a16:creationId xmlns:a16="http://schemas.microsoft.com/office/drawing/2014/main" id="{EE7C9D09-0DE9-1BC8-E31F-A8381E7B5AF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334343" y="768015"/>
            <a:ext cx="533400" cy="533400"/>
          </a:xfrm>
          <a:prstGeom prst="rect">
            <a:avLst/>
          </a:prstGeom>
        </p:spPr>
      </p:pic>
      <p:sp>
        <p:nvSpPr>
          <p:cNvPr id="4" name="TextBox 3">
            <a:extLst>
              <a:ext uri="{FF2B5EF4-FFF2-40B4-BE49-F238E27FC236}">
                <a16:creationId xmlns:a16="http://schemas.microsoft.com/office/drawing/2014/main" id="{DCBA79D7-7E92-C299-4EF7-52662F8DE5E6}"/>
              </a:ext>
            </a:extLst>
          </p:cNvPr>
          <p:cNvSpPr txBox="1"/>
          <p:nvPr userDrawn="1"/>
        </p:nvSpPr>
        <p:spPr>
          <a:xfrm>
            <a:off x="12837459" y="-779"/>
            <a:ext cx="2510117" cy="1241815"/>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Images can be used in the Blaze graphic, but its position and size must remain the same.</a:t>
            </a:r>
            <a:br>
              <a:rPr lang="en-GB" sz="1067" b="0" i="0">
                <a:solidFill>
                  <a:srgbClr val="333333"/>
                </a:solidFill>
                <a:latin typeface="Museo Sans 500" panose="02000000000000000000" pitchFamily="2" charset="77"/>
              </a:rPr>
            </a:b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Try to use imagery where the main focus is still recognizable when placed in the graphic.</a:t>
            </a:r>
          </a:p>
        </p:txBody>
      </p:sp>
      <p:grpSp>
        <p:nvGrpSpPr>
          <p:cNvPr id="36" name="Group 35">
            <a:extLst>
              <a:ext uri="{FF2B5EF4-FFF2-40B4-BE49-F238E27FC236}">
                <a16:creationId xmlns:a16="http://schemas.microsoft.com/office/drawing/2014/main" id="{393E32AB-CC10-907C-3772-F5AE36FBDFF3}"/>
              </a:ext>
            </a:extLst>
          </p:cNvPr>
          <p:cNvGrpSpPr/>
          <p:nvPr userDrawn="1"/>
        </p:nvGrpSpPr>
        <p:grpSpPr>
          <a:xfrm>
            <a:off x="10609008" y="6203793"/>
            <a:ext cx="1111864" cy="408104"/>
            <a:chOff x="397414" y="755885"/>
            <a:chExt cx="2901256" cy="1064892"/>
          </a:xfrm>
        </p:grpSpPr>
        <p:grpSp>
          <p:nvGrpSpPr>
            <p:cNvPr id="37" name="Graphic 4">
              <a:extLst>
                <a:ext uri="{FF2B5EF4-FFF2-40B4-BE49-F238E27FC236}">
                  <a16:creationId xmlns:a16="http://schemas.microsoft.com/office/drawing/2014/main" id="{45F23D5B-24AC-0178-5532-65DB92C58A2E}"/>
                </a:ext>
              </a:extLst>
            </p:cNvPr>
            <p:cNvGrpSpPr/>
            <p:nvPr/>
          </p:nvGrpSpPr>
          <p:grpSpPr>
            <a:xfrm>
              <a:off x="397414" y="755885"/>
              <a:ext cx="1031033" cy="1064892"/>
              <a:chOff x="397414" y="755885"/>
              <a:chExt cx="1031033" cy="1064892"/>
            </a:xfrm>
          </p:grpSpPr>
          <p:sp>
            <p:nvSpPr>
              <p:cNvPr id="57" name="Freeform 56">
                <a:extLst>
                  <a:ext uri="{FF2B5EF4-FFF2-40B4-BE49-F238E27FC236}">
                    <a16:creationId xmlns:a16="http://schemas.microsoft.com/office/drawing/2014/main" id="{F9719244-D593-1260-FF45-5A76FB5FF7BF}"/>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58" name="Freeform 57">
                <a:extLst>
                  <a:ext uri="{FF2B5EF4-FFF2-40B4-BE49-F238E27FC236}">
                    <a16:creationId xmlns:a16="http://schemas.microsoft.com/office/drawing/2014/main" id="{F0A6071E-2B8A-AE40-CC84-BD2794368982}"/>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59" name="Freeform 58">
                <a:extLst>
                  <a:ext uri="{FF2B5EF4-FFF2-40B4-BE49-F238E27FC236}">
                    <a16:creationId xmlns:a16="http://schemas.microsoft.com/office/drawing/2014/main" id="{791BC513-5DAC-6ED7-926D-DACB1D5A5E2E}"/>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38" name="Graphic 4">
              <a:extLst>
                <a:ext uri="{FF2B5EF4-FFF2-40B4-BE49-F238E27FC236}">
                  <a16:creationId xmlns:a16="http://schemas.microsoft.com/office/drawing/2014/main" id="{EC0E6AD9-3CF7-133C-DCAF-B12F2D9B7FDE}"/>
                </a:ext>
              </a:extLst>
            </p:cNvPr>
            <p:cNvGrpSpPr/>
            <p:nvPr/>
          </p:nvGrpSpPr>
          <p:grpSpPr>
            <a:xfrm>
              <a:off x="1208140" y="933050"/>
              <a:ext cx="2090530" cy="573060"/>
              <a:chOff x="1208140" y="933050"/>
              <a:chExt cx="2090530" cy="573060"/>
            </a:xfrm>
            <a:solidFill>
              <a:srgbClr val="333333"/>
            </a:solidFill>
          </p:grpSpPr>
          <p:sp>
            <p:nvSpPr>
              <p:cNvPr id="39" name="Freeform 38">
                <a:extLst>
                  <a:ext uri="{FF2B5EF4-FFF2-40B4-BE49-F238E27FC236}">
                    <a16:creationId xmlns:a16="http://schemas.microsoft.com/office/drawing/2014/main" id="{A2F390A1-6015-AD2A-F2D8-5803813CDDFB}"/>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0" name="Freeform 39">
                <a:extLst>
                  <a:ext uri="{FF2B5EF4-FFF2-40B4-BE49-F238E27FC236}">
                    <a16:creationId xmlns:a16="http://schemas.microsoft.com/office/drawing/2014/main" id="{4ED91630-A81F-7F6C-7A7F-20955C56606A}"/>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1" name="Freeform 40">
                <a:extLst>
                  <a:ext uri="{FF2B5EF4-FFF2-40B4-BE49-F238E27FC236}">
                    <a16:creationId xmlns:a16="http://schemas.microsoft.com/office/drawing/2014/main" id="{4D526E51-67E9-8211-4A0A-B520332B2D53}"/>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2" name="Freeform 41">
                <a:extLst>
                  <a:ext uri="{FF2B5EF4-FFF2-40B4-BE49-F238E27FC236}">
                    <a16:creationId xmlns:a16="http://schemas.microsoft.com/office/drawing/2014/main" id="{581E0169-3845-2013-7C0C-263F93CC8B28}"/>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3" name="Freeform 42">
                <a:extLst>
                  <a:ext uri="{FF2B5EF4-FFF2-40B4-BE49-F238E27FC236}">
                    <a16:creationId xmlns:a16="http://schemas.microsoft.com/office/drawing/2014/main" id="{48687355-9041-9F5C-B733-AB8EAF10A510}"/>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4" name="Freeform 43">
                <a:extLst>
                  <a:ext uri="{FF2B5EF4-FFF2-40B4-BE49-F238E27FC236}">
                    <a16:creationId xmlns:a16="http://schemas.microsoft.com/office/drawing/2014/main" id="{B1F37723-7A99-6DA6-BF9D-6F11958255B2}"/>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5" name="Freeform 44">
                <a:extLst>
                  <a:ext uri="{FF2B5EF4-FFF2-40B4-BE49-F238E27FC236}">
                    <a16:creationId xmlns:a16="http://schemas.microsoft.com/office/drawing/2014/main" id="{2AA33AAD-C86D-2168-FAEB-5E4F9694F7B8}"/>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6" name="Freeform 45">
                <a:extLst>
                  <a:ext uri="{FF2B5EF4-FFF2-40B4-BE49-F238E27FC236}">
                    <a16:creationId xmlns:a16="http://schemas.microsoft.com/office/drawing/2014/main" id="{59959958-C87E-2E0D-10C5-E19C233BF219}"/>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7" name="Freeform 46">
                <a:extLst>
                  <a:ext uri="{FF2B5EF4-FFF2-40B4-BE49-F238E27FC236}">
                    <a16:creationId xmlns:a16="http://schemas.microsoft.com/office/drawing/2014/main" id="{5854B641-81B5-7C30-943F-18915723E1A9}"/>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8" name="Freeform 47">
                <a:extLst>
                  <a:ext uri="{FF2B5EF4-FFF2-40B4-BE49-F238E27FC236}">
                    <a16:creationId xmlns:a16="http://schemas.microsoft.com/office/drawing/2014/main" id="{86DEF999-1F20-C2B8-C808-649E9CDE767D}"/>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9" name="Freeform 48">
                <a:extLst>
                  <a:ext uri="{FF2B5EF4-FFF2-40B4-BE49-F238E27FC236}">
                    <a16:creationId xmlns:a16="http://schemas.microsoft.com/office/drawing/2014/main" id="{B5C490FD-DDBD-6788-A430-6B29D99D24F8}"/>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0" name="Freeform 49">
                <a:extLst>
                  <a:ext uri="{FF2B5EF4-FFF2-40B4-BE49-F238E27FC236}">
                    <a16:creationId xmlns:a16="http://schemas.microsoft.com/office/drawing/2014/main" id="{52E021EF-57A1-F874-3A2A-85F329C67287}"/>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1" name="Freeform 50">
                <a:extLst>
                  <a:ext uri="{FF2B5EF4-FFF2-40B4-BE49-F238E27FC236}">
                    <a16:creationId xmlns:a16="http://schemas.microsoft.com/office/drawing/2014/main" id="{F878921D-C1B3-1660-1FF3-58C5E90D56D8}"/>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2" name="Freeform 51">
                <a:extLst>
                  <a:ext uri="{FF2B5EF4-FFF2-40B4-BE49-F238E27FC236}">
                    <a16:creationId xmlns:a16="http://schemas.microsoft.com/office/drawing/2014/main" id="{BF2DA1FD-9358-F8D0-23C6-AF6693B2955D}"/>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3" name="Freeform 52">
                <a:extLst>
                  <a:ext uri="{FF2B5EF4-FFF2-40B4-BE49-F238E27FC236}">
                    <a16:creationId xmlns:a16="http://schemas.microsoft.com/office/drawing/2014/main" id="{398D65B3-AA0F-C53D-FEFF-711138CEBA10}"/>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4" name="Freeform 53">
                <a:extLst>
                  <a:ext uri="{FF2B5EF4-FFF2-40B4-BE49-F238E27FC236}">
                    <a16:creationId xmlns:a16="http://schemas.microsoft.com/office/drawing/2014/main" id="{9ADB35BB-BED4-87CF-FEDD-1BE0D57EFDD7}"/>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5" name="Freeform 54">
                <a:extLst>
                  <a:ext uri="{FF2B5EF4-FFF2-40B4-BE49-F238E27FC236}">
                    <a16:creationId xmlns:a16="http://schemas.microsoft.com/office/drawing/2014/main" id="{A38AD39E-14A8-3155-B112-68126C19CB1E}"/>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6" name="Freeform 55">
                <a:extLst>
                  <a:ext uri="{FF2B5EF4-FFF2-40B4-BE49-F238E27FC236}">
                    <a16:creationId xmlns:a16="http://schemas.microsoft.com/office/drawing/2014/main" id="{95806385-5C2E-1A53-7ED4-D7F5290FA82F}"/>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pic>
        <p:nvPicPr>
          <p:cNvPr id="8" name="Graphic 7">
            <a:extLst>
              <a:ext uri="{FF2B5EF4-FFF2-40B4-BE49-F238E27FC236}">
                <a16:creationId xmlns:a16="http://schemas.microsoft.com/office/drawing/2014/main" id="{E3892D64-D482-8159-F800-064605E70615}"/>
              </a:ext>
            </a:extLst>
          </p:cNvPr>
          <p:cNvPicPr>
            <a:picLocks/>
          </p:cNvPicPr>
          <p:nvPr userDrawn="1"/>
        </p:nvPicPr>
        <p:blipFill>
          <a:blip>
            <a:extLst>
              <a:ext uri="{96DAC541-7B7A-43D3-8B79-37D633B846F1}">
                <asvg:svgBlip xmlns:asvg="http://schemas.microsoft.com/office/drawing/2016/SVG/main" r:embed="rId3"/>
              </a:ext>
            </a:extLst>
          </a:blip>
          <a:stretch>
            <a:fillRect/>
          </a:stretch>
        </p:blipFill>
        <p:spPr>
          <a:xfrm>
            <a:off x="408000" y="408000"/>
            <a:ext cx="11400000" cy="192000"/>
          </a:xfrm>
          <a:prstGeom prst="rect">
            <a:avLst/>
          </a:prstGeom>
        </p:spPr>
      </p:pic>
      <p:sp>
        <p:nvSpPr>
          <p:cNvPr id="9" name="Slide Number Placeholder 5">
            <a:extLst>
              <a:ext uri="{FF2B5EF4-FFF2-40B4-BE49-F238E27FC236}">
                <a16:creationId xmlns:a16="http://schemas.microsoft.com/office/drawing/2014/main" id="{CC2D6C67-A1EF-CFF2-51FA-44728189C0DE}"/>
              </a:ext>
            </a:extLst>
          </p:cNvPr>
          <p:cNvSpPr>
            <a:spLocks noGrp="1"/>
          </p:cNvSpPr>
          <p:nvPr>
            <p:ph type="sldNum" sz="quarter" idx="12"/>
          </p:nvPr>
        </p:nvSpPr>
        <p:spPr>
          <a:xfrm>
            <a:off x="11273400" y="402113"/>
            <a:ext cx="480000" cy="203143"/>
          </a:xfrm>
        </p:spPr>
        <p:txBody>
          <a:bodyPr/>
          <a:lstStyle>
            <a:lvl1pPr>
              <a:defRPr sz="800" b="0" i="0">
                <a:solidFill>
                  <a:schemeClr val="tx1"/>
                </a:solidFill>
                <a:latin typeface="Museo Sans 500" panose="02000000000000000000" pitchFamily="2" charset="77"/>
              </a:defRPr>
            </a:lvl1pPr>
          </a:lstStyle>
          <a:p>
            <a:fld id="{837EA21B-C1CD-FF4F-B5B3-C7F194F4D1C4}" type="slidenum">
              <a:rPr lang="en-US" smtClean="0"/>
              <a:pPr/>
              <a:t>‹#›</a:t>
            </a:fld>
            <a:endParaRPr lang="en-US"/>
          </a:p>
        </p:txBody>
      </p:sp>
      <p:sp>
        <p:nvSpPr>
          <p:cNvPr id="13" name="Text Placeholder 18">
            <a:extLst>
              <a:ext uri="{FF2B5EF4-FFF2-40B4-BE49-F238E27FC236}">
                <a16:creationId xmlns:a16="http://schemas.microsoft.com/office/drawing/2014/main" id="{FB2DA148-A8D1-9ECB-D84C-9D97467184B0}"/>
              </a:ext>
            </a:extLst>
          </p:cNvPr>
          <p:cNvSpPr>
            <a:spLocks noGrp="1"/>
          </p:cNvSpPr>
          <p:nvPr>
            <p:ph type="body" sz="quarter" idx="13" hasCustomPrompt="1"/>
          </p:nvPr>
        </p:nvSpPr>
        <p:spPr>
          <a:xfrm>
            <a:off x="408000" y="936001"/>
            <a:ext cx="8490467" cy="962247"/>
          </a:xfrm>
        </p:spPr>
        <p:txBody>
          <a:bodyPr lIns="0" tIns="0" rIns="0" bIns="0">
            <a:noAutofit/>
          </a:bodyPr>
          <a:lstStyle>
            <a:lvl1pPr marL="0" indent="0">
              <a:lnSpc>
                <a:spcPct val="100000"/>
              </a:lnSpc>
              <a:buFontTx/>
              <a:buNone/>
              <a:defRPr sz="5333"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Divider Title</a:t>
            </a:r>
          </a:p>
        </p:txBody>
      </p:sp>
      <p:sp>
        <p:nvSpPr>
          <p:cNvPr id="14" name="Text Placeholder 24">
            <a:extLst>
              <a:ext uri="{FF2B5EF4-FFF2-40B4-BE49-F238E27FC236}">
                <a16:creationId xmlns:a16="http://schemas.microsoft.com/office/drawing/2014/main" id="{1271A545-49DA-1752-788E-AD672F3C8710}"/>
              </a:ext>
            </a:extLst>
          </p:cNvPr>
          <p:cNvSpPr>
            <a:spLocks noGrp="1"/>
          </p:cNvSpPr>
          <p:nvPr>
            <p:ph type="body" sz="quarter" idx="14"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2" name="TextBox 1">
            <a:extLst>
              <a:ext uri="{FF2B5EF4-FFF2-40B4-BE49-F238E27FC236}">
                <a16:creationId xmlns:a16="http://schemas.microsoft.com/office/drawing/2014/main" id="{9737EDD6-CE6E-BAFD-4F95-3A1B7771F23E}"/>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3" name="TextBox 2">
            <a:extLst>
              <a:ext uri="{FF2B5EF4-FFF2-40B4-BE49-F238E27FC236}">
                <a16:creationId xmlns:a16="http://schemas.microsoft.com/office/drawing/2014/main" id="{496D796D-1D74-99A1-A1BD-FB5931E89176}"/>
              </a:ext>
            </a:extLst>
          </p:cNvPr>
          <p:cNvSpPr txBox="1"/>
          <p:nvPr userDrawn="1"/>
        </p:nvSpPr>
        <p:spPr>
          <a:xfrm>
            <a:off x="1515166" y="410216"/>
            <a:ext cx="1749197" cy="200055"/>
          </a:xfrm>
          <a:prstGeom prst="rect">
            <a:avLst/>
          </a:prstGeom>
          <a:noFill/>
        </p:spPr>
        <p:txBody>
          <a:bodyPr wrap="none" rtlCol="0">
            <a:spAutoFit/>
          </a:bodyPr>
          <a:lstStyle/>
          <a:p>
            <a:r>
              <a:rPr lang="en-US" sz="700"/>
              <a:t>Automation </a:t>
            </a:r>
            <a:r>
              <a:rPr lang="en-US" sz="700" err="1"/>
              <a:t>Anywhere’s</a:t>
            </a:r>
            <a:r>
              <a:rPr lang="en-US" sz="700"/>
              <a:t> APA Platform</a:t>
            </a:r>
          </a:p>
        </p:txBody>
      </p:sp>
    </p:spTree>
    <p:extLst>
      <p:ext uri="{BB962C8B-B14F-4D97-AF65-F5344CB8AC3E}">
        <p14:creationId xmlns:p14="http://schemas.microsoft.com/office/powerpoint/2010/main" val="386882423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ivider C">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2A4F75EE-1F8F-10BD-D2CD-38AB6C20C228}"/>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408000" y="408000"/>
            <a:ext cx="11400000" cy="192000"/>
          </a:xfrm>
          <a:prstGeom prst="rect">
            <a:avLst/>
          </a:prstGeom>
        </p:spPr>
      </p:pic>
      <p:sp>
        <p:nvSpPr>
          <p:cNvPr id="12" name="Text Placeholder 18">
            <a:extLst>
              <a:ext uri="{FF2B5EF4-FFF2-40B4-BE49-F238E27FC236}">
                <a16:creationId xmlns:a16="http://schemas.microsoft.com/office/drawing/2014/main" id="{B516328C-78EB-D01C-DC06-020A3FF0173C}"/>
              </a:ext>
            </a:extLst>
          </p:cNvPr>
          <p:cNvSpPr>
            <a:spLocks noGrp="1"/>
          </p:cNvSpPr>
          <p:nvPr>
            <p:ph type="body" sz="quarter" idx="13" hasCustomPrompt="1"/>
          </p:nvPr>
        </p:nvSpPr>
        <p:spPr>
          <a:xfrm>
            <a:off x="408000" y="936001"/>
            <a:ext cx="8490467" cy="962247"/>
          </a:xfrm>
        </p:spPr>
        <p:txBody>
          <a:bodyPr lIns="0" tIns="0" rIns="0" bIns="0">
            <a:noAutofit/>
          </a:bodyPr>
          <a:lstStyle>
            <a:lvl1pPr marL="0" indent="0">
              <a:lnSpc>
                <a:spcPct val="100000"/>
              </a:lnSpc>
              <a:buFontTx/>
              <a:buNone/>
              <a:defRPr sz="5333"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Divider Title</a:t>
            </a:r>
          </a:p>
        </p:txBody>
      </p:sp>
      <p:pic>
        <p:nvPicPr>
          <p:cNvPr id="16" name="Graphic 15">
            <a:extLst>
              <a:ext uri="{FF2B5EF4-FFF2-40B4-BE49-F238E27FC236}">
                <a16:creationId xmlns:a16="http://schemas.microsoft.com/office/drawing/2014/main" id="{EE7C9D09-0DE9-1BC8-E31F-A8381E7B5AF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334343" y="768015"/>
            <a:ext cx="533400" cy="533400"/>
          </a:xfrm>
          <a:prstGeom prst="rect">
            <a:avLst/>
          </a:prstGeom>
        </p:spPr>
      </p:pic>
      <p:sp>
        <p:nvSpPr>
          <p:cNvPr id="4" name="TextBox 3">
            <a:extLst>
              <a:ext uri="{FF2B5EF4-FFF2-40B4-BE49-F238E27FC236}">
                <a16:creationId xmlns:a16="http://schemas.microsoft.com/office/drawing/2014/main" id="{949CD247-8E34-8BEB-4DBA-8F0B97E988FA}"/>
              </a:ext>
            </a:extLst>
          </p:cNvPr>
          <p:cNvSpPr txBox="1"/>
          <p:nvPr userDrawn="1"/>
        </p:nvSpPr>
        <p:spPr>
          <a:xfrm>
            <a:off x="12837459" y="-778"/>
            <a:ext cx="2510117" cy="584968"/>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Only update the main divider</a:t>
            </a: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text. Do not remove or alter the Blaze graphic.</a:t>
            </a:r>
          </a:p>
        </p:txBody>
      </p:sp>
      <p:grpSp>
        <p:nvGrpSpPr>
          <p:cNvPr id="60" name="Group 59">
            <a:extLst>
              <a:ext uri="{FF2B5EF4-FFF2-40B4-BE49-F238E27FC236}">
                <a16:creationId xmlns:a16="http://schemas.microsoft.com/office/drawing/2014/main" id="{EC513B28-2A86-7D72-D25E-B74558A16902}"/>
              </a:ext>
            </a:extLst>
          </p:cNvPr>
          <p:cNvGrpSpPr/>
          <p:nvPr userDrawn="1"/>
        </p:nvGrpSpPr>
        <p:grpSpPr>
          <a:xfrm>
            <a:off x="10609008" y="6203793"/>
            <a:ext cx="1111864" cy="408104"/>
            <a:chOff x="397414" y="755885"/>
            <a:chExt cx="2901256" cy="1064892"/>
          </a:xfrm>
        </p:grpSpPr>
        <p:grpSp>
          <p:nvGrpSpPr>
            <p:cNvPr id="61" name="Graphic 4">
              <a:extLst>
                <a:ext uri="{FF2B5EF4-FFF2-40B4-BE49-F238E27FC236}">
                  <a16:creationId xmlns:a16="http://schemas.microsoft.com/office/drawing/2014/main" id="{B784D008-3F2A-086B-BCE2-0A0BF267CD01}"/>
                </a:ext>
              </a:extLst>
            </p:cNvPr>
            <p:cNvGrpSpPr/>
            <p:nvPr/>
          </p:nvGrpSpPr>
          <p:grpSpPr>
            <a:xfrm>
              <a:off x="397414" y="755885"/>
              <a:ext cx="1031033" cy="1064892"/>
              <a:chOff x="397414" y="755885"/>
              <a:chExt cx="1031033" cy="1064892"/>
            </a:xfrm>
          </p:grpSpPr>
          <p:sp>
            <p:nvSpPr>
              <p:cNvPr id="81" name="Freeform 80">
                <a:extLst>
                  <a:ext uri="{FF2B5EF4-FFF2-40B4-BE49-F238E27FC236}">
                    <a16:creationId xmlns:a16="http://schemas.microsoft.com/office/drawing/2014/main" id="{47A2B076-D126-A9E3-D8A4-5DFDF77E1CEC}"/>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82" name="Freeform 81">
                <a:extLst>
                  <a:ext uri="{FF2B5EF4-FFF2-40B4-BE49-F238E27FC236}">
                    <a16:creationId xmlns:a16="http://schemas.microsoft.com/office/drawing/2014/main" id="{5B9C6B41-E8D8-8832-1AF1-C7E3268D0B1C}"/>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83" name="Freeform 82">
                <a:extLst>
                  <a:ext uri="{FF2B5EF4-FFF2-40B4-BE49-F238E27FC236}">
                    <a16:creationId xmlns:a16="http://schemas.microsoft.com/office/drawing/2014/main" id="{D68A8574-A37F-295B-ACA9-63E5C72DA5AD}"/>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62" name="Graphic 4">
              <a:extLst>
                <a:ext uri="{FF2B5EF4-FFF2-40B4-BE49-F238E27FC236}">
                  <a16:creationId xmlns:a16="http://schemas.microsoft.com/office/drawing/2014/main" id="{5744163A-A97F-48FD-443C-32A6254116C0}"/>
                </a:ext>
              </a:extLst>
            </p:cNvPr>
            <p:cNvGrpSpPr/>
            <p:nvPr/>
          </p:nvGrpSpPr>
          <p:grpSpPr>
            <a:xfrm>
              <a:off x="1208140" y="933050"/>
              <a:ext cx="2090530" cy="573060"/>
              <a:chOff x="1208140" y="933050"/>
              <a:chExt cx="2090530" cy="573060"/>
            </a:xfrm>
            <a:solidFill>
              <a:srgbClr val="333333"/>
            </a:solidFill>
          </p:grpSpPr>
          <p:sp>
            <p:nvSpPr>
              <p:cNvPr id="63" name="Freeform 62">
                <a:extLst>
                  <a:ext uri="{FF2B5EF4-FFF2-40B4-BE49-F238E27FC236}">
                    <a16:creationId xmlns:a16="http://schemas.microsoft.com/office/drawing/2014/main" id="{0437B835-78EE-1FE1-2CB3-10327FEB8E27}"/>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4" name="Freeform 63">
                <a:extLst>
                  <a:ext uri="{FF2B5EF4-FFF2-40B4-BE49-F238E27FC236}">
                    <a16:creationId xmlns:a16="http://schemas.microsoft.com/office/drawing/2014/main" id="{E490DC5B-7801-119C-AA95-3907A4897DF0}"/>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5" name="Freeform 64">
                <a:extLst>
                  <a:ext uri="{FF2B5EF4-FFF2-40B4-BE49-F238E27FC236}">
                    <a16:creationId xmlns:a16="http://schemas.microsoft.com/office/drawing/2014/main" id="{767066FF-3A84-28FA-6733-31FD0B4DDE72}"/>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6" name="Freeform 65">
                <a:extLst>
                  <a:ext uri="{FF2B5EF4-FFF2-40B4-BE49-F238E27FC236}">
                    <a16:creationId xmlns:a16="http://schemas.microsoft.com/office/drawing/2014/main" id="{024EA533-5B76-156A-E107-66A461F8CB50}"/>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7" name="Freeform 66">
                <a:extLst>
                  <a:ext uri="{FF2B5EF4-FFF2-40B4-BE49-F238E27FC236}">
                    <a16:creationId xmlns:a16="http://schemas.microsoft.com/office/drawing/2014/main" id="{B307B8E1-BF90-08AE-80B0-88236835702D}"/>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8" name="Freeform 67">
                <a:extLst>
                  <a:ext uri="{FF2B5EF4-FFF2-40B4-BE49-F238E27FC236}">
                    <a16:creationId xmlns:a16="http://schemas.microsoft.com/office/drawing/2014/main" id="{0CC73864-7E6B-3EE7-1F4D-9EA67D01FB9C}"/>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9" name="Freeform 68">
                <a:extLst>
                  <a:ext uri="{FF2B5EF4-FFF2-40B4-BE49-F238E27FC236}">
                    <a16:creationId xmlns:a16="http://schemas.microsoft.com/office/drawing/2014/main" id="{5639D5AF-45B9-6898-CD05-A8F07254DE8C}"/>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0" name="Freeform 69">
                <a:extLst>
                  <a:ext uri="{FF2B5EF4-FFF2-40B4-BE49-F238E27FC236}">
                    <a16:creationId xmlns:a16="http://schemas.microsoft.com/office/drawing/2014/main" id="{42B5C1C5-FC64-7BD1-FFBB-2E09A70F0436}"/>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1" name="Freeform 70">
                <a:extLst>
                  <a:ext uri="{FF2B5EF4-FFF2-40B4-BE49-F238E27FC236}">
                    <a16:creationId xmlns:a16="http://schemas.microsoft.com/office/drawing/2014/main" id="{D70EC79A-7BA5-E98F-5B22-150BF0D5693A}"/>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2" name="Freeform 71">
                <a:extLst>
                  <a:ext uri="{FF2B5EF4-FFF2-40B4-BE49-F238E27FC236}">
                    <a16:creationId xmlns:a16="http://schemas.microsoft.com/office/drawing/2014/main" id="{0D27D84E-E5D4-8F1A-9F38-A899F6767D15}"/>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3" name="Freeform 72">
                <a:extLst>
                  <a:ext uri="{FF2B5EF4-FFF2-40B4-BE49-F238E27FC236}">
                    <a16:creationId xmlns:a16="http://schemas.microsoft.com/office/drawing/2014/main" id="{39FEB451-36F1-A614-7CA0-1BB6EDDD49BD}"/>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4" name="Freeform 73">
                <a:extLst>
                  <a:ext uri="{FF2B5EF4-FFF2-40B4-BE49-F238E27FC236}">
                    <a16:creationId xmlns:a16="http://schemas.microsoft.com/office/drawing/2014/main" id="{84645BCC-880E-96B9-FF76-54529E90C39B}"/>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5" name="Freeform 74">
                <a:extLst>
                  <a:ext uri="{FF2B5EF4-FFF2-40B4-BE49-F238E27FC236}">
                    <a16:creationId xmlns:a16="http://schemas.microsoft.com/office/drawing/2014/main" id="{926E753C-E339-57EC-4F9F-8FBAA380E8C3}"/>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6" name="Freeform 75">
                <a:extLst>
                  <a:ext uri="{FF2B5EF4-FFF2-40B4-BE49-F238E27FC236}">
                    <a16:creationId xmlns:a16="http://schemas.microsoft.com/office/drawing/2014/main" id="{DC32CE48-B665-B260-FA68-2D48EF99A46B}"/>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7" name="Freeform 76">
                <a:extLst>
                  <a:ext uri="{FF2B5EF4-FFF2-40B4-BE49-F238E27FC236}">
                    <a16:creationId xmlns:a16="http://schemas.microsoft.com/office/drawing/2014/main" id="{89228FA2-8C4F-8749-CDD6-24ED8B8C1E3A}"/>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8" name="Freeform 77">
                <a:extLst>
                  <a:ext uri="{FF2B5EF4-FFF2-40B4-BE49-F238E27FC236}">
                    <a16:creationId xmlns:a16="http://schemas.microsoft.com/office/drawing/2014/main" id="{DEB27CC8-6E48-0F10-3384-A17D16D19467}"/>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79" name="Freeform 78">
                <a:extLst>
                  <a:ext uri="{FF2B5EF4-FFF2-40B4-BE49-F238E27FC236}">
                    <a16:creationId xmlns:a16="http://schemas.microsoft.com/office/drawing/2014/main" id="{1DE0A303-A841-DE4A-10CB-D53E1EBF0A58}"/>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80" name="Freeform 79">
                <a:extLst>
                  <a:ext uri="{FF2B5EF4-FFF2-40B4-BE49-F238E27FC236}">
                    <a16:creationId xmlns:a16="http://schemas.microsoft.com/office/drawing/2014/main" id="{40FC4393-BA14-2501-C473-45EEB71559F0}"/>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5" name="Slide Number Placeholder 5">
            <a:extLst>
              <a:ext uri="{FF2B5EF4-FFF2-40B4-BE49-F238E27FC236}">
                <a16:creationId xmlns:a16="http://schemas.microsoft.com/office/drawing/2014/main" id="{5BCB527D-C7ED-F605-B9F0-BEDA5D01CF9A}"/>
              </a:ext>
            </a:extLst>
          </p:cNvPr>
          <p:cNvSpPr>
            <a:spLocks noGrp="1"/>
          </p:cNvSpPr>
          <p:nvPr>
            <p:ph type="sldNum" sz="quarter" idx="12"/>
          </p:nvPr>
        </p:nvSpPr>
        <p:spPr>
          <a:xfrm>
            <a:off x="11273400" y="402113"/>
            <a:ext cx="480000" cy="203143"/>
          </a:xfrm>
        </p:spPr>
        <p:txBody>
          <a:bodyPr/>
          <a:lstStyle>
            <a:lvl1pPr>
              <a:defRPr sz="800" b="0" i="0">
                <a:solidFill>
                  <a:schemeClr val="tx1"/>
                </a:solidFill>
                <a:latin typeface="Museo Sans 500" panose="02000000000000000000" pitchFamily="2" charset="77"/>
              </a:defRPr>
            </a:lvl1pPr>
          </a:lstStyle>
          <a:p>
            <a:fld id="{837EA21B-C1CD-FF4F-B5B3-C7F194F4D1C4}" type="slidenum">
              <a:rPr lang="en-US" smtClean="0"/>
              <a:pPr/>
              <a:t>‹#›</a:t>
            </a:fld>
            <a:endParaRPr lang="en-US"/>
          </a:p>
        </p:txBody>
      </p:sp>
      <p:sp>
        <p:nvSpPr>
          <p:cNvPr id="11" name="Text Placeholder 24">
            <a:extLst>
              <a:ext uri="{FF2B5EF4-FFF2-40B4-BE49-F238E27FC236}">
                <a16:creationId xmlns:a16="http://schemas.microsoft.com/office/drawing/2014/main" id="{6FE2EDC4-5022-2C54-89EC-7BC88E47CDDF}"/>
              </a:ext>
            </a:extLst>
          </p:cNvPr>
          <p:cNvSpPr>
            <a:spLocks noGrp="1"/>
          </p:cNvSpPr>
          <p:nvPr>
            <p:ph type="body" sz="quarter" idx="14"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13" name="Graphic 8">
            <a:extLst>
              <a:ext uri="{FF2B5EF4-FFF2-40B4-BE49-F238E27FC236}">
                <a16:creationId xmlns:a16="http://schemas.microsoft.com/office/drawing/2014/main" id="{A916DBFE-4CCC-CBB5-60E8-87AA3B2ED485}"/>
              </a:ext>
            </a:extLst>
          </p:cNvPr>
          <p:cNvSpPr/>
          <p:nvPr/>
        </p:nvSpPr>
        <p:spPr>
          <a:xfrm>
            <a:off x="-1" y="1150344"/>
            <a:ext cx="11492841" cy="5707657"/>
          </a:xfrm>
          <a:custGeom>
            <a:avLst/>
            <a:gdLst>
              <a:gd name="connsiteX0" fmla="*/ 0 w 8650576"/>
              <a:gd name="connsiteY0" fmla="*/ 4454544 h 4454544"/>
              <a:gd name="connsiteX1" fmla="*/ 0 w 8650576"/>
              <a:gd name="connsiteY1" fmla="*/ 1438025 h 4454544"/>
              <a:gd name="connsiteX2" fmla="*/ 8650576 w 8650576"/>
              <a:gd name="connsiteY2" fmla="*/ 0 h 4454544"/>
              <a:gd name="connsiteX3" fmla="*/ 7500816 w 8650576"/>
              <a:gd name="connsiteY3" fmla="*/ 4454544 h 4454544"/>
              <a:gd name="connsiteX4" fmla="*/ 0 w 8650576"/>
              <a:gd name="connsiteY4" fmla="*/ 4454544 h 44545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50576" h="4454544">
                <a:moveTo>
                  <a:pt x="0" y="4454544"/>
                </a:moveTo>
                <a:lnTo>
                  <a:pt x="0" y="1438025"/>
                </a:lnTo>
                <a:cubicBezTo>
                  <a:pt x="5041805" y="3302220"/>
                  <a:pt x="7767427" y="1073757"/>
                  <a:pt x="8650576" y="0"/>
                </a:cubicBezTo>
                <a:cubicBezTo>
                  <a:pt x="7995951" y="833293"/>
                  <a:pt x="7293717" y="3247460"/>
                  <a:pt x="7500816" y="4454544"/>
                </a:cubicBezTo>
                <a:lnTo>
                  <a:pt x="0" y="4454544"/>
                </a:lnTo>
                <a:close/>
              </a:path>
            </a:pathLst>
          </a:custGeom>
          <a:gradFill>
            <a:gsLst>
              <a:gs pos="4798">
                <a:srgbClr val="662D8F"/>
              </a:gs>
              <a:gs pos="50250">
                <a:srgbClr val="FF5A10"/>
              </a:gs>
              <a:gs pos="87145">
                <a:srgbClr val="FFBC03"/>
              </a:gs>
            </a:gsLst>
            <a:lin ang="17784813" scaled="1"/>
          </a:gradFill>
          <a:ln w="4760" cap="flat">
            <a:noFill/>
            <a:prstDash val="solid"/>
            <a:miter/>
          </a:ln>
          <a:effectLst>
            <a:outerShdw blurRad="203200" dist="304800" dir="4500000" sx="99088" sy="99088" algn="tl" rotWithShape="0">
              <a:schemeClr val="tx1">
                <a:alpha val="30000"/>
              </a:schemeClr>
            </a:outerShdw>
          </a:effectLst>
        </p:spPr>
        <p:txBody>
          <a:bodyPr rtlCol="0" anchor="ctr"/>
          <a:lstStyle/>
          <a:p>
            <a:endParaRPr lang="en-US" sz="2400"/>
          </a:p>
        </p:txBody>
      </p:sp>
      <p:sp>
        <p:nvSpPr>
          <p:cNvPr id="3" name="Text Placeholder 18">
            <a:extLst>
              <a:ext uri="{FF2B5EF4-FFF2-40B4-BE49-F238E27FC236}">
                <a16:creationId xmlns:a16="http://schemas.microsoft.com/office/drawing/2014/main" id="{E7275467-E53C-03AD-8DFB-CBB825543B79}"/>
              </a:ext>
            </a:extLst>
          </p:cNvPr>
          <p:cNvSpPr>
            <a:spLocks noGrp="1"/>
          </p:cNvSpPr>
          <p:nvPr>
            <p:ph type="body" sz="quarter" idx="37" hasCustomPrompt="1"/>
          </p:nvPr>
        </p:nvSpPr>
        <p:spPr>
          <a:xfrm>
            <a:off x="1775521" y="4930555"/>
            <a:ext cx="2352225" cy="575288"/>
          </a:xfrm>
        </p:spPr>
        <p:txBody>
          <a:bodyPr lIns="0" tIns="0" rIns="0" bIns="0">
            <a:noAutofit/>
          </a:bodyPr>
          <a:lstStyle>
            <a:lvl1pPr marL="0" indent="0">
              <a:buFontTx/>
              <a:buNone/>
              <a:defRPr sz="1867" b="1" i="0">
                <a:solidFill>
                  <a:schemeClr val="bg1"/>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John</a:t>
            </a:r>
            <a:br>
              <a:rPr lang="en-GB"/>
            </a:br>
            <a:r>
              <a:rPr lang="en-GB"/>
              <a:t>Doe</a:t>
            </a:r>
          </a:p>
        </p:txBody>
      </p:sp>
      <p:sp>
        <p:nvSpPr>
          <p:cNvPr id="6" name="Text Placeholder 18">
            <a:extLst>
              <a:ext uri="{FF2B5EF4-FFF2-40B4-BE49-F238E27FC236}">
                <a16:creationId xmlns:a16="http://schemas.microsoft.com/office/drawing/2014/main" id="{F5761869-DE87-FF09-8624-5F17FB51F587}"/>
              </a:ext>
            </a:extLst>
          </p:cNvPr>
          <p:cNvSpPr>
            <a:spLocks noGrp="1"/>
          </p:cNvSpPr>
          <p:nvPr>
            <p:ph type="body" sz="quarter" idx="18" hasCustomPrompt="1"/>
          </p:nvPr>
        </p:nvSpPr>
        <p:spPr>
          <a:xfrm>
            <a:off x="1775521" y="5580168"/>
            <a:ext cx="2352225" cy="312632"/>
          </a:xfrm>
        </p:spPr>
        <p:txBody>
          <a:bodyPr lIns="0" tIns="0" rIns="0" bIns="0">
            <a:noAutofit/>
          </a:bodyPr>
          <a:lstStyle>
            <a:lvl1pPr marL="0" indent="0">
              <a:buFontTx/>
              <a:buNone/>
              <a:defRPr sz="1067" b="0" i="0">
                <a:solidFill>
                  <a:srgbClr val="EEEEEE"/>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Position</a:t>
            </a:r>
          </a:p>
        </p:txBody>
      </p:sp>
      <p:sp>
        <p:nvSpPr>
          <p:cNvPr id="9" name="Picture Placeholder 11">
            <a:extLst>
              <a:ext uri="{FF2B5EF4-FFF2-40B4-BE49-F238E27FC236}">
                <a16:creationId xmlns:a16="http://schemas.microsoft.com/office/drawing/2014/main" id="{11299F84-DE14-63DD-3B7F-EFCDDABFC6FD}"/>
              </a:ext>
            </a:extLst>
          </p:cNvPr>
          <p:cNvSpPr>
            <a:spLocks noGrp="1"/>
          </p:cNvSpPr>
          <p:nvPr>
            <p:ph type="pic" sz="quarter" idx="15"/>
          </p:nvPr>
        </p:nvSpPr>
        <p:spPr>
          <a:xfrm>
            <a:off x="408000" y="4701267"/>
            <a:ext cx="1200000" cy="1200000"/>
          </a:xfrm>
          <a:prstGeom prst="roundRect">
            <a:avLst>
              <a:gd name="adj" fmla="val 2914"/>
            </a:avLst>
          </a:prstGeom>
          <a:solidFill>
            <a:srgbClr val="EEEEEE"/>
          </a:solidFill>
        </p:spPr>
        <p:txBody>
          <a:bodyPr anchor="ctr" anchorCtr="0">
            <a:normAutofit/>
          </a:bodyPr>
          <a:lstStyle>
            <a:lvl1pPr marL="0" indent="0" algn="ctr">
              <a:buNone/>
              <a:defRPr sz="1067" b="1" i="0">
                <a:latin typeface="Museo Sans 900" panose="02000000000000000000" pitchFamily="2" charset="77"/>
              </a:defRPr>
            </a:lvl1pPr>
          </a:lstStyle>
          <a:p>
            <a:r>
              <a:rPr lang="en-GB"/>
              <a:t>Click icon to add picture</a:t>
            </a:r>
            <a:endParaRPr lang="en-US"/>
          </a:p>
        </p:txBody>
      </p:sp>
      <p:sp>
        <p:nvSpPr>
          <p:cNvPr id="2" name="TextBox 1">
            <a:extLst>
              <a:ext uri="{FF2B5EF4-FFF2-40B4-BE49-F238E27FC236}">
                <a16:creationId xmlns:a16="http://schemas.microsoft.com/office/drawing/2014/main" id="{65ACE8CE-0245-7908-F505-F2D54F68B743}"/>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14" name="TextBox 13">
            <a:extLst>
              <a:ext uri="{FF2B5EF4-FFF2-40B4-BE49-F238E27FC236}">
                <a16:creationId xmlns:a16="http://schemas.microsoft.com/office/drawing/2014/main" id="{4D6498AD-11E2-B77C-6A0C-CCAE8D5F1ED7}"/>
              </a:ext>
            </a:extLst>
          </p:cNvPr>
          <p:cNvSpPr txBox="1"/>
          <p:nvPr userDrawn="1"/>
        </p:nvSpPr>
        <p:spPr>
          <a:xfrm>
            <a:off x="1515166" y="410216"/>
            <a:ext cx="1749197" cy="200055"/>
          </a:xfrm>
          <a:prstGeom prst="rect">
            <a:avLst/>
          </a:prstGeom>
          <a:noFill/>
        </p:spPr>
        <p:txBody>
          <a:bodyPr wrap="none" rtlCol="0">
            <a:spAutoFit/>
          </a:bodyPr>
          <a:lstStyle/>
          <a:p>
            <a:r>
              <a:rPr lang="en-US" sz="700"/>
              <a:t>Automation </a:t>
            </a:r>
            <a:r>
              <a:rPr lang="en-US" sz="700" err="1"/>
              <a:t>Anywhere’s</a:t>
            </a:r>
            <a:r>
              <a:rPr lang="en-US" sz="700"/>
              <a:t> APA Platform</a:t>
            </a:r>
          </a:p>
        </p:txBody>
      </p:sp>
    </p:spTree>
    <p:extLst>
      <p:ext uri="{BB962C8B-B14F-4D97-AF65-F5344CB8AC3E}">
        <p14:creationId xmlns:p14="http://schemas.microsoft.com/office/powerpoint/2010/main" val="363244076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Image A">
    <p:spTree>
      <p:nvGrpSpPr>
        <p:cNvPr id="1" name=""/>
        <p:cNvGrpSpPr/>
        <p:nvPr/>
      </p:nvGrpSpPr>
      <p:grpSpPr>
        <a:xfrm>
          <a:off x="0" y="0"/>
          <a:ext cx="0" cy="0"/>
          <a:chOff x="0" y="0"/>
          <a:chExt cx="0" cy="0"/>
        </a:xfrm>
      </p:grpSpPr>
      <p:sp>
        <p:nvSpPr>
          <p:cNvPr id="41" name="Text Placeholder 18">
            <a:extLst>
              <a:ext uri="{FF2B5EF4-FFF2-40B4-BE49-F238E27FC236}">
                <a16:creationId xmlns:a16="http://schemas.microsoft.com/office/drawing/2014/main" id="{3D22DE68-C11F-DFC9-2F2E-3EC805B28688}"/>
              </a:ext>
            </a:extLst>
          </p:cNvPr>
          <p:cNvSpPr>
            <a:spLocks noGrp="1"/>
          </p:cNvSpPr>
          <p:nvPr>
            <p:ph type="body" sz="quarter" idx="38" hasCustomPrompt="1"/>
          </p:nvPr>
        </p:nvSpPr>
        <p:spPr>
          <a:xfrm>
            <a:off x="408000" y="936001"/>
            <a:ext cx="5280000" cy="962247"/>
          </a:xfrm>
        </p:spPr>
        <p:txBody>
          <a:bodyPr lIns="0" tIns="0" rIns="0" bIns="0">
            <a:noAutofit/>
          </a:bodyPr>
          <a:lstStyle>
            <a:lvl1pPr marL="0" indent="0">
              <a:lnSpc>
                <a:spcPct val="100000"/>
              </a:lnSpc>
              <a:buFontTx/>
              <a:buNone/>
              <a:defRPr sz="5333"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a:t>
            </a:r>
          </a:p>
        </p:txBody>
      </p:sp>
      <p:pic>
        <p:nvPicPr>
          <p:cNvPr id="5" name="Graphic 4">
            <a:extLst>
              <a:ext uri="{FF2B5EF4-FFF2-40B4-BE49-F238E27FC236}">
                <a16:creationId xmlns:a16="http://schemas.microsoft.com/office/drawing/2014/main" id="{94E1212F-211B-9F77-7EAE-CCA2113493D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a:off x="6106333" y="3767698"/>
            <a:ext cx="1993663" cy="2133569"/>
          </a:xfrm>
          <a:prstGeom prst="rect">
            <a:avLst/>
          </a:prstGeom>
        </p:spPr>
      </p:pic>
      <p:sp>
        <p:nvSpPr>
          <p:cNvPr id="8" name="Picture Placeholder 7">
            <a:extLst>
              <a:ext uri="{FF2B5EF4-FFF2-40B4-BE49-F238E27FC236}">
                <a16:creationId xmlns:a16="http://schemas.microsoft.com/office/drawing/2014/main" id="{13AABF38-5FF6-9982-A7D4-5750794F6F6F}"/>
              </a:ext>
            </a:extLst>
          </p:cNvPr>
          <p:cNvSpPr>
            <a:spLocks noGrp="1"/>
          </p:cNvSpPr>
          <p:nvPr>
            <p:ph type="pic" sz="quarter" idx="15"/>
          </p:nvPr>
        </p:nvSpPr>
        <p:spPr>
          <a:xfrm>
            <a:off x="6096001" y="1121833"/>
            <a:ext cx="5687483" cy="4779433"/>
          </a:xfrm>
          <a:custGeom>
            <a:avLst/>
            <a:gdLst>
              <a:gd name="connsiteX0" fmla="*/ 0 w 4197350"/>
              <a:gd name="connsiteY0" fmla="*/ 1388451 h 3862387"/>
              <a:gd name="connsiteX1" fmla="*/ 1388451 w 4197350"/>
              <a:gd name="connsiteY1" fmla="*/ 0 h 3862387"/>
              <a:gd name="connsiteX2" fmla="*/ 2808899 w 4197350"/>
              <a:gd name="connsiteY2" fmla="*/ 0 h 3862387"/>
              <a:gd name="connsiteX3" fmla="*/ 4197350 w 4197350"/>
              <a:gd name="connsiteY3" fmla="*/ 1388451 h 3862387"/>
              <a:gd name="connsiteX4" fmla="*/ 4197350 w 4197350"/>
              <a:gd name="connsiteY4" fmla="*/ 2473936 h 3862387"/>
              <a:gd name="connsiteX5" fmla="*/ 2808899 w 4197350"/>
              <a:gd name="connsiteY5" fmla="*/ 3862387 h 3862387"/>
              <a:gd name="connsiteX6" fmla="*/ 1388451 w 4197350"/>
              <a:gd name="connsiteY6" fmla="*/ 3862387 h 3862387"/>
              <a:gd name="connsiteX7" fmla="*/ 0 w 4197350"/>
              <a:gd name="connsiteY7" fmla="*/ 2473936 h 3862387"/>
              <a:gd name="connsiteX8" fmla="*/ 0 w 4197350"/>
              <a:gd name="connsiteY8" fmla="*/ 1388451 h 3862387"/>
              <a:gd name="connsiteX0" fmla="*/ 0 w 4197350"/>
              <a:gd name="connsiteY0" fmla="*/ 351612 h 4173581"/>
              <a:gd name="connsiteX1" fmla="*/ 1388451 w 4197350"/>
              <a:gd name="connsiteY1" fmla="*/ 311194 h 4173581"/>
              <a:gd name="connsiteX2" fmla="*/ 2808899 w 4197350"/>
              <a:gd name="connsiteY2" fmla="*/ 311194 h 4173581"/>
              <a:gd name="connsiteX3" fmla="*/ 4197350 w 4197350"/>
              <a:gd name="connsiteY3" fmla="*/ 1699645 h 4173581"/>
              <a:gd name="connsiteX4" fmla="*/ 4197350 w 4197350"/>
              <a:gd name="connsiteY4" fmla="*/ 2785130 h 4173581"/>
              <a:gd name="connsiteX5" fmla="*/ 2808899 w 4197350"/>
              <a:gd name="connsiteY5" fmla="*/ 4173581 h 4173581"/>
              <a:gd name="connsiteX6" fmla="*/ 1388451 w 4197350"/>
              <a:gd name="connsiteY6" fmla="*/ 4173581 h 4173581"/>
              <a:gd name="connsiteX7" fmla="*/ 0 w 4197350"/>
              <a:gd name="connsiteY7" fmla="*/ 2785130 h 4173581"/>
              <a:gd name="connsiteX8" fmla="*/ 0 w 4197350"/>
              <a:gd name="connsiteY8" fmla="*/ 351612 h 4173581"/>
              <a:gd name="connsiteX0" fmla="*/ 0 w 4197350"/>
              <a:gd name="connsiteY0" fmla="*/ 40418 h 3862387"/>
              <a:gd name="connsiteX1" fmla="*/ 1388451 w 4197350"/>
              <a:gd name="connsiteY1" fmla="*/ 0 h 3862387"/>
              <a:gd name="connsiteX2" fmla="*/ 2808899 w 4197350"/>
              <a:gd name="connsiteY2" fmla="*/ 0 h 3862387"/>
              <a:gd name="connsiteX3" fmla="*/ 4197350 w 4197350"/>
              <a:gd name="connsiteY3" fmla="*/ 1388451 h 3862387"/>
              <a:gd name="connsiteX4" fmla="*/ 4197350 w 4197350"/>
              <a:gd name="connsiteY4" fmla="*/ 2473936 h 3862387"/>
              <a:gd name="connsiteX5" fmla="*/ 2808899 w 4197350"/>
              <a:gd name="connsiteY5" fmla="*/ 3862387 h 3862387"/>
              <a:gd name="connsiteX6" fmla="*/ 1388451 w 4197350"/>
              <a:gd name="connsiteY6" fmla="*/ 3862387 h 3862387"/>
              <a:gd name="connsiteX7" fmla="*/ 0 w 4197350"/>
              <a:gd name="connsiteY7" fmla="*/ 2473936 h 3862387"/>
              <a:gd name="connsiteX8" fmla="*/ 0 w 4197350"/>
              <a:gd name="connsiteY8" fmla="*/ 40418 h 3862387"/>
              <a:gd name="connsiteX0" fmla="*/ 0 w 4197350"/>
              <a:gd name="connsiteY0" fmla="*/ 260727 h 4082696"/>
              <a:gd name="connsiteX1" fmla="*/ 2808899 w 4197350"/>
              <a:gd name="connsiteY1" fmla="*/ 220309 h 4082696"/>
              <a:gd name="connsiteX2" fmla="*/ 4197350 w 4197350"/>
              <a:gd name="connsiteY2" fmla="*/ 1608760 h 4082696"/>
              <a:gd name="connsiteX3" fmla="*/ 4197350 w 4197350"/>
              <a:gd name="connsiteY3" fmla="*/ 2694245 h 4082696"/>
              <a:gd name="connsiteX4" fmla="*/ 2808899 w 4197350"/>
              <a:gd name="connsiteY4" fmla="*/ 4082696 h 4082696"/>
              <a:gd name="connsiteX5" fmla="*/ 1388451 w 4197350"/>
              <a:gd name="connsiteY5" fmla="*/ 4082696 h 4082696"/>
              <a:gd name="connsiteX6" fmla="*/ 0 w 4197350"/>
              <a:gd name="connsiteY6" fmla="*/ 2694245 h 4082696"/>
              <a:gd name="connsiteX7" fmla="*/ 0 w 4197350"/>
              <a:gd name="connsiteY7" fmla="*/ 260727 h 4082696"/>
              <a:gd name="connsiteX0" fmla="*/ 310015 w 4839211"/>
              <a:gd name="connsiteY0" fmla="*/ 260727 h 4082696"/>
              <a:gd name="connsiteX1" fmla="*/ 4495227 w 4839211"/>
              <a:gd name="connsiteY1" fmla="*/ 220309 h 4082696"/>
              <a:gd name="connsiteX2" fmla="*/ 4507365 w 4839211"/>
              <a:gd name="connsiteY2" fmla="*/ 1608760 h 4082696"/>
              <a:gd name="connsiteX3" fmla="*/ 4507365 w 4839211"/>
              <a:gd name="connsiteY3" fmla="*/ 2694245 h 4082696"/>
              <a:gd name="connsiteX4" fmla="*/ 3118914 w 4839211"/>
              <a:gd name="connsiteY4" fmla="*/ 4082696 h 4082696"/>
              <a:gd name="connsiteX5" fmla="*/ 1698466 w 4839211"/>
              <a:gd name="connsiteY5" fmla="*/ 4082696 h 4082696"/>
              <a:gd name="connsiteX6" fmla="*/ 310015 w 4839211"/>
              <a:gd name="connsiteY6" fmla="*/ 2694245 h 4082696"/>
              <a:gd name="connsiteX7" fmla="*/ 310015 w 4839211"/>
              <a:gd name="connsiteY7" fmla="*/ 260727 h 4082696"/>
              <a:gd name="connsiteX0" fmla="*/ 20 w 4529216"/>
              <a:gd name="connsiteY0" fmla="*/ 137748 h 3959717"/>
              <a:gd name="connsiteX1" fmla="*/ 4185232 w 4529216"/>
              <a:gd name="connsiteY1" fmla="*/ 97330 h 3959717"/>
              <a:gd name="connsiteX2" fmla="*/ 4197370 w 4529216"/>
              <a:gd name="connsiteY2" fmla="*/ 1485781 h 3959717"/>
              <a:gd name="connsiteX3" fmla="*/ 4197370 w 4529216"/>
              <a:gd name="connsiteY3" fmla="*/ 2571266 h 3959717"/>
              <a:gd name="connsiteX4" fmla="*/ 2808919 w 4529216"/>
              <a:gd name="connsiteY4" fmla="*/ 3959717 h 3959717"/>
              <a:gd name="connsiteX5" fmla="*/ 1388471 w 4529216"/>
              <a:gd name="connsiteY5" fmla="*/ 3959717 h 3959717"/>
              <a:gd name="connsiteX6" fmla="*/ 20 w 4529216"/>
              <a:gd name="connsiteY6" fmla="*/ 2571266 h 3959717"/>
              <a:gd name="connsiteX7" fmla="*/ 20 w 4529216"/>
              <a:gd name="connsiteY7" fmla="*/ 137748 h 3959717"/>
              <a:gd name="connsiteX0" fmla="*/ 20 w 4557804"/>
              <a:gd name="connsiteY0" fmla="*/ 137748 h 3959717"/>
              <a:gd name="connsiteX1" fmla="*/ 4185232 w 4557804"/>
              <a:gd name="connsiteY1" fmla="*/ 97330 h 3959717"/>
              <a:gd name="connsiteX2" fmla="*/ 4197370 w 4557804"/>
              <a:gd name="connsiteY2" fmla="*/ 2571266 h 3959717"/>
              <a:gd name="connsiteX3" fmla="*/ 2808919 w 4557804"/>
              <a:gd name="connsiteY3" fmla="*/ 3959717 h 3959717"/>
              <a:gd name="connsiteX4" fmla="*/ 1388471 w 4557804"/>
              <a:gd name="connsiteY4" fmla="*/ 3959717 h 3959717"/>
              <a:gd name="connsiteX5" fmla="*/ 20 w 4557804"/>
              <a:gd name="connsiteY5" fmla="*/ 2571266 h 3959717"/>
              <a:gd name="connsiteX6" fmla="*/ 20 w 4557804"/>
              <a:gd name="connsiteY6" fmla="*/ 137748 h 3959717"/>
              <a:gd name="connsiteX0" fmla="*/ 17 w 4557801"/>
              <a:gd name="connsiteY0" fmla="*/ 40418 h 3862387"/>
              <a:gd name="connsiteX1" fmla="*/ 4185229 w 4557801"/>
              <a:gd name="connsiteY1" fmla="*/ 0 h 3862387"/>
              <a:gd name="connsiteX2" fmla="*/ 4197367 w 4557801"/>
              <a:gd name="connsiteY2" fmla="*/ 2473936 h 3862387"/>
              <a:gd name="connsiteX3" fmla="*/ 2808916 w 4557801"/>
              <a:gd name="connsiteY3" fmla="*/ 3862387 h 3862387"/>
              <a:gd name="connsiteX4" fmla="*/ 1388468 w 4557801"/>
              <a:gd name="connsiteY4" fmla="*/ 3862387 h 3862387"/>
              <a:gd name="connsiteX5" fmla="*/ 17 w 4557801"/>
              <a:gd name="connsiteY5" fmla="*/ 2473936 h 3862387"/>
              <a:gd name="connsiteX6" fmla="*/ 17 w 4557801"/>
              <a:gd name="connsiteY6" fmla="*/ 40418 h 3862387"/>
              <a:gd name="connsiteX0" fmla="*/ 17 w 4280862"/>
              <a:gd name="connsiteY0" fmla="*/ 40418 h 3862387"/>
              <a:gd name="connsiteX1" fmla="*/ 4185229 w 4280862"/>
              <a:gd name="connsiteY1" fmla="*/ 0 h 3862387"/>
              <a:gd name="connsiteX2" fmla="*/ 2808916 w 4280862"/>
              <a:gd name="connsiteY2" fmla="*/ 3862387 h 3862387"/>
              <a:gd name="connsiteX3" fmla="*/ 1388468 w 4280862"/>
              <a:gd name="connsiteY3" fmla="*/ 3862387 h 3862387"/>
              <a:gd name="connsiteX4" fmla="*/ 17 w 4280862"/>
              <a:gd name="connsiteY4" fmla="*/ 2473936 h 3862387"/>
              <a:gd name="connsiteX5" fmla="*/ 17 w 4280862"/>
              <a:gd name="connsiteY5" fmla="*/ 40418 h 3862387"/>
              <a:gd name="connsiteX0" fmla="*/ 17 w 4545137"/>
              <a:gd name="connsiteY0" fmla="*/ 40418 h 3862387"/>
              <a:gd name="connsiteX1" fmla="*/ 4185229 w 4545137"/>
              <a:gd name="connsiteY1" fmla="*/ 0 h 3862387"/>
              <a:gd name="connsiteX2" fmla="*/ 4204083 w 4545137"/>
              <a:gd name="connsiteY2" fmla="*/ 3852960 h 3862387"/>
              <a:gd name="connsiteX3" fmla="*/ 1388468 w 4545137"/>
              <a:gd name="connsiteY3" fmla="*/ 3862387 h 3862387"/>
              <a:gd name="connsiteX4" fmla="*/ 17 w 4545137"/>
              <a:gd name="connsiteY4" fmla="*/ 2473936 h 3862387"/>
              <a:gd name="connsiteX5" fmla="*/ 17 w 4545137"/>
              <a:gd name="connsiteY5" fmla="*/ 40418 h 3862387"/>
              <a:gd name="connsiteX0" fmla="*/ 17 w 4401489"/>
              <a:gd name="connsiteY0" fmla="*/ 40418 h 3862387"/>
              <a:gd name="connsiteX1" fmla="*/ 4185229 w 4401489"/>
              <a:gd name="connsiteY1" fmla="*/ 0 h 3862387"/>
              <a:gd name="connsiteX2" fmla="*/ 4204083 w 4401489"/>
              <a:gd name="connsiteY2" fmla="*/ 3852960 h 3862387"/>
              <a:gd name="connsiteX3" fmla="*/ 1388468 w 4401489"/>
              <a:gd name="connsiteY3" fmla="*/ 3862387 h 3862387"/>
              <a:gd name="connsiteX4" fmla="*/ 17 w 4401489"/>
              <a:gd name="connsiteY4" fmla="*/ 2473936 h 3862387"/>
              <a:gd name="connsiteX5" fmla="*/ 17 w 4401489"/>
              <a:gd name="connsiteY5" fmla="*/ 40418 h 3862387"/>
              <a:gd name="connsiteX0" fmla="*/ 5025 w 4401472"/>
              <a:gd name="connsiteY0" fmla="*/ 14622 h 3871760"/>
              <a:gd name="connsiteX1" fmla="*/ 4185212 w 4401472"/>
              <a:gd name="connsiteY1" fmla="*/ 9373 h 3871760"/>
              <a:gd name="connsiteX2" fmla="*/ 4204066 w 4401472"/>
              <a:gd name="connsiteY2" fmla="*/ 3862333 h 3871760"/>
              <a:gd name="connsiteX3" fmla="*/ 1388451 w 4401472"/>
              <a:gd name="connsiteY3" fmla="*/ 3871760 h 3871760"/>
              <a:gd name="connsiteX4" fmla="*/ 0 w 4401472"/>
              <a:gd name="connsiteY4" fmla="*/ 2483309 h 3871760"/>
              <a:gd name="connsiteX5" fmla="*/ 5025 w 4401472"/>
              <a:gd name="connsiteY5" fmla="*/ 14622 h 3871760"/>
              <a:gd name="connsiteX0" fmla="*/ 5025 w 4401472"/>
              <a:gd name="connsiteY0" fmla="*/ 5249 h 3862387"/>
              <a:gd name="connsiteX1" fmla="*/ 4185212 w 4401472"/>
              <a:gd name="connsiteY1" fmla="*/ 0 h 3862387"/>
              <a:gd name="connsiteX2" fmla="*/ 4204066 w 4401472"/>
              <a:gd name="connsiteY2" fmla="*/ 3852960 h 3862387"/>
              <a:gd name="connsiteX3" fmla="*/ 1388451 w 4401472"/>
              <a:gd name="connsiteY3" fmla="*/ 3862387 h 3862387"/>
              <a:gd name="connsiteX4" fmla="*/ 0 w 4401472"/>
              <a:gd name="connsiteY4" fmla="*/ 2473936 h 3862387"/>
              <a:gd name="connsiteX5" fmla="*/ 5025 w 4401472"/>
              <a:gd name="connsiteY5" fmla="*/ 5249 h 3862387"/>
              <a:gd name="connsiteX0" fmla="*/ 5025 w 4207060"/>
              <a:gd name="connsiteY0" fmla="*/ 5249 h 3862387"/>
              <a:gd name="connsiteX1" fmla="*/ 4185212 w 4207060"/>
              <a:gd name="connsiteY1" fmla="*/ 0 h 3862387"/>
              <a:gd name="connsiteX2" fmla="*/ 4204066 w 4207060"/>
              <a:gd name="connsiteY2" fmla="*/ 3852960 h 3862387"/>
              <a:gd name="connsiteX3" fmla="*/ 1388451 w 4207060"/>
              <a:gd name="connsiteY3" fmla="*/ 3862387 h 3862387"/>
              <a:gd name="connsiteX4" fmla="*/ 0 w 4207060"/>
              <a:gd name="connsiteY4" fmla="*/ 2473936 h 3862387"/>
              <a:gd name="connsiteX5" fmla="*/ 5025 w 4207060"/>
              <a:gd name="connsiteY5" fmla="*/ 5249 h 3862387"/>
              <a:gd name="connsiteX0" fmla="*/ 301495 w 4501313"/>
              <a:gd name="connsiteY0" fmla="*/ 129361 h 3986499"/>
              <a:gd name="connsiteX1" fmla="*/ 4349004 w 4501313"/>
              <a:gd name="connsiteY1" fmla="*/ 317750 h 3986499"/>
              <a:gd name="connsiteX2" fmla="*/ 4500536 w 4501313"/>
              <a:gd name="connsiteY2" fmla="*/ 3977072 h 3986499"/>
              <a:gd name="connsiteX3" fmla="*/ 1684921 w 4501313"/>
              <a:gd name="connsiteY3" fmla="*/ 3986499 h 3986499"/>
              <a:gd name="connsiteX4" fmla="*/ 296470 w 4501313"/>
              <a:gd name="connsiteY4" fmla="*/ 2598048 h 3986499"/>
              <a:gd name="connsiteX5" fmla="*/ 301495 w 4501313"/>
              <a:gd name="connsiteY5" fmla="*/ 129361 h 3986499"/>
              <a:gd name="connsiteX0" fmla="*/ 312386 w 4515767"/>
              <a:gd name="connsiteY0" fmla="*/ 182174 h 4039312"/>
              <a:gd name="connsiteX1" fmla="*/ 4506916 w 4515767"/>
              <a:gd name="connsiteY1" fmla="*/ 176925 h 4039312"/>
              <a:gd name="connsiteX2" fmla="*/ 4511427 w 4515767"/>
              <a:gd name="connsiteY2" fmla="*/ 4029885 h 4039312"/>
              <a:gd name="connsiteX3" fmla="*/ 1695812 w 4515767"/>
              <a:gd name="connsiteY3" fmla="*/ 4039312 h 4039312"/>
              <a:gd name="connsiteX4" fmla="*/ 307361 w 4515767"/>
              <a:gd name="connsiteY4" fmla="*/ 2650861 h 4039312"/>
              <a:gd name="connsiteX5" fmla="*/ 312386 w 4515767"/>
              <a:gd name="connsiteY5" fmla="*/ 182174 h 4039312"/>
              <a:gd name="connsiteX0" fmla="*/ 5520 w 4208901"/>
              <a:gd name="connsiteY0" fmla="*/ 5249 h 3862387"/>
              <a:gd name="connsiteX1" fmla="*/ 4200050 w 4208901"/>
              <a:gd name="connsiteY1" fmla="*/ 0 h 3862387"/>
              <a:gd name="connsiteX2" fmla="*/ 4204561 w 4208901"/>
              <a:gd name="connsiteY2" fmla="*/ 3852960 h 3862387"/>
              <a:gd name="connsiteX3" fmla="*/ 1388946 w 4208901"/>
              <a:gd name="connsiteY3" fmla="*/ 3862387 h 3862387"/>
              <a:gd name="connsiteX4" fmla="*/ 495 w 4208901"/>
              <a:gd name="connsiteY4" fmla="*/ 2473936 h 3862387"/>
              <a:gd name="connsiteX5" fmla="*/ 5520 w 4208901"/>
              <a:gd name="connsiteY5" fmla="*/ 5249 h 3862387"/>
              <a:gd name="connsiteX0" fmla="*/ 5520 w 4206209"/>
              <a:gd name="connsiteY0" fmla="*/ 5249 h 3862485"/>
              <a:gd name="connsiteX1" fmla="*/ 4200050 w 4206209"/>
              <a:gd name="connsiteY1" fmla="*/ 0 h 3862485"/>
              <a:gd name="connsiteX2" fmla="*/ 4201386 w 4206209"/>
              <a:gd name="connsiteY2" fmla="*/ 3862485 h 3862485"/>
              <a:gd name="connsiteX3" fmla="*/ 1388946 w 4206209"/>
              <a:gd name="connsiteY3" fmla="*/ 3862387 h 3862485"/>
              <a:gd name="connsiteX4" fmla="*/ 495 w 4206209"/>
              <a:gd name="connsiteY4" fmla="*/ 2473936 h 3862485"/>
              <a:gd name="connsiteX5" fmla="*/ 5520 w 4206209"/>
              <a:gd name="connsiteY5" fmla="*/ 5249 h 3862485"/>
              <a:gd name="connsiteX0" fmla="*/ 5520 w 4201386"/>
              <a:gd name="connsiteY0" fmla="*/ 5249 h 3862487"/>
              <a:gd name="connsiteX1" fmla="*/ 4200050 w 4201386"/>
              <a:gd name="connsiteY1" fmla="*/ 0 h 3862487"/>
              <a:gd name="connsiteX2" fmla="*/ 4201386 w 4201386"/>
              <a:gd name="connsiteY2" fmla="*/ 3862485 h 3862487"/>
              <a:gd name="connsiteX3" fmla="*/ 1388946 w 4201386"/>
              <a:gd name="connsiteY3" fmla="*/ 3862387 h 3862487"/>
              <a:gd name="connsiteX4" fmla="*/ 495 w 4201386"/>
              <a:gd name="connsiteY4" fmla="*/ 2473936 h 3862487"/>
              <a:gd name="connsiteX5" fmla="*/ 5520 w 4201386"/>
              <a:gd name="connsiteY5" fmla="*/ 5249 h 3862487"/>
              <a:gd name="connsiteX0" fmla="*/ 4042 w 4203083"/>
              <a:gd name="connsiteY0" fmla="*/ 0 h 3863588"/>
              <a:gd name="connsiteX1" fmla="*/ 4201747 w 4203083"/>
              <a:gd name="connsiteY1" fmla="*/ 1101 h 3863588"/>
              <a:gd name="connsiteX2" fmla="*/ 4203083 w 4203083"/>
              <a:gd name="connsiteY2" fmla="*/ 3863586 h 3863588"/>
              <a:gd name="connsiteX3" fmla="*/ 1390643 w 4203083"/>
              <a:gd name="connsiteY3" fmla="*/ 3863488 h 3863588"/>
              <a:gd name="connsiteX4" fmla="*/ 2192 w 4203083"/>
              <a:gd name="connsiteY4" fmla="*/ 2475037 h 3863588"/>
              <a:gd name="connsiteX5" fmla="*/ 4042 w 4203083"/>
              <a:gd name="connsiteY5" fmla="*/ 0 h 386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03083" h="3863588">
                <a:moveTo>
                  <a:pt x="4042" y="0"/>
                </a:moveTo>
                <a:lnTo>
                  <a:pt x="4201747" y="1101"/>
                </a:lnTo>
                <a:cubicBezTo>
                  <a:pt x="4196560" y="6980"/>
                  <a:pt x="4197673" y="3867228"/>
                  <a:pt x="4203083" y="3863586"/>
                </a:cubicBezTo>
                <a:lnTo>
                  <a:pt x="1390643" y="3863488"/>
                </a:lnTo>
                <a:cubicBezTo>
                  <a:pt x="623823" y="3863488"/>
                  <a:pt x="2192" y="3241857"/>
                  <a:pt x="2192" y="2475037"/>
                </a:cubicBezTo>
                <a:cubicBezTo>
                  <a:pt x="2192" y="1663864"/>
                  <a:pt x="-3808" y="-54"/>
                  <a:pt x="4042" y="0"/>
                </a:cubicBezTo>
                <a:close/>
              </a:path>
            </a:pathLst>
          </a:custGeom>
          <a:solidFill>
            <a:srgbClr val="EEEEEE"/>
          </a:solidFill>
        </p:spPr>
        <p:txBody>
          <a:bodyPr anchor="ctr" anchorCtr="0">
            <a:normAutofit/>
          </a:bodyPr>
          <a:lstStyle>
            <a:lvl1pPr marL="0" indent="0" algn="ctr">
              <a:buNone/>
              <a:defRPr sz="1867" b="1" i="0">
                <a:solidFill>
                  <a:srgbClr val="333333"/>
                </a:solidFill>
                <a:latin typeface="Museo Sans 900" panose="02000000000000000000" pitchFamily="2" charset="77"/>
              </a:defRPr>
            </a:lvl1pPr>
          </a:lstStyle>
          <a:p>
            <a:r>
              <a:rPr lang="en-GB"/>
              <a:t>Click icon to add picture</a:t>
            </a:r>
            <a:endParaRPr lang="en-US"/>
          </a:p>
        </p:txBody>
      </p:sp>
      <p:sp>
        <p:nvSpPr>
          <p:cNvPr id="4" name="TextBox 3">
            <a:extLst>
              <a:ext uri="{FF2B5EF4-FFF2-40B4-BE49-F238E27FC236}">
                <a16:creationId xmlns:a16="http://schemas.microsoft.com/office/drawing/2014/main" id="{437468B2-AE81-AC1C-8BC8-AA90C3CA6308}"/>
              </a:ext>
            </a:extLst>
          </p:cNvPr>
          <p:cNvSpPr txBox="1"/>
          <p:nvPr userDrawn="1"/>
        </p:nvSpPr>
        <p:spPr>
          <a:xfrm>
            <a:off x="12837459" y="-779"/>
            <a:ext cx="2510117" cy="749179"/>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Images can be used in the place holder frame. The orange corner graphic is an additional element and must remain in place.</a:t>
            </a:r>
          </a:p>
        </p:txBody>
      </p:sp>
      <p:grpSp>
        <p:nvGrpSpPr>
          <p:cNvPr id="9" name="Group 8">
            <a:extLst>
              <a:ext uri="{FF2B5EF4-FFF2-40B4-BE49-F238E27FC236}">
                <a16:creationId xmlns:a16="http://schemas.microsoft.com/office/drawing/2014/main" id="{081342DE-4EC9-FED2-A8F9-66D708A440F9}"/>
              </a:ext>
            </a:extLst>
          </p:cNvPr>
          <p:cNvGrpSpPr/>
          <p:nvPr userDrawn="1"/>
        </p:nvGrpSpPr>
        <p:grpSpPr>
          <a:xfrm>
            <a:off x="10609008" y="6203793"/>
            <a:ext cx="1111864" cy="408104"/>
            <a:chOff x="397414" y="755885"/>
            <a:chExt cx="2901256" cy="1064892"/>
          </a:xfrm>
        </p:grpSpPr>
        <p:grpSp>
          <p:nvGrpSpPr>
            <p:cNvPr id="10" name="Graphic 4">
              <a:extLst>
                <a:ext uri="{FF2B5EF4-FFF2-40B4-BE49-F238E27FC236}">
                  <a16:creationId xmlns:a16="http://schemas.microsoft.com/office/drawing/2014/main" id="{C1F47080-2D59-B575-9E6D-654CC3EA4B47}"/>
                </a:ext>
              </a:extLst>
            </p:cNvPr>
            <p:cNvGrpSpPr/>
            <p:nvPr/>
          </p:nvGrpSpPr>
          <p:grpSpPr>
            <a:xfrm>
              <a:off x="397414" y="755885"/>
              <a:ext cx="1031033" cy="1064892"/>
              <a:chOff x="397414" y="755885"/>
              <a:chExt cx="1031033" cy="1064892"/>
            </a:xfrm>
          </p:grpSpPr>
          <p:sp>
            <p:nvSpPr>
              <p:cNvPr id="34" name="Freeform 33">
                <a:extLst>
                  <a:ext uri="{FF2B5EF4-FFF2-40B4-BE49-F238E27FC236}">
                    <a16:creationId xmlns:a16="http://schemas.microsoft.com/office/drawing/2014/main" id="{63A66297-8E02-24AC-1CBC-390D3859A530}"/>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26DD59D5-D0C6-C0B4-8EED-E6EEC16E0845}"/>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88A1538E-2D29-9670-476C-04C307EAB784}"/>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11" name="Graphic 4">
              <a:extLst>
                <a:ext uri="{FF2B5EF4-FFF2-40B4-BE49-F238E27FC236}">
                  <a16:creationId xmlns:a16="http://schemas.microsoft.com/office/drawing/2014/main" id="{215DED03-6318-AC72-0780-7416AF0A2F5C}"/>
                </a:ext>
              </a:extLst>
            </p:cNvPr>
            <p:cNvGrpSpPr/>
            <p:nvPr/>
          </p:nvGrpSpPr>
          <p:grpSpPr>
            <a:xfrm>
              <a:off x="1208140" y="933050"/>
              <a:ext cx="2090530" cy="573060"/>
              <a:chOff x="1208140" y="933050"/>
              <a:chExt cx="2090530" cy="573060"/>
            </a:xfrm>
            <a:solidFill>
              <a:srgbClr val="333333"/>
            </a:solidFill>
          </p:grpSpPr>
          <p:sp>
            <p:nvSpPr>
              <p:cNvPr id="12" name="Freeform 11">
                <a:extLst>
                  <a:ext uri="{FF2B5EF4-FFF2-40B4-BE49-F238E27FC236}">
                    <a16:creationId xmlns:a16="http://schemas.microsoft.com/office/drawing/2014/main" id="{63520540-BA8C-D323-62F0-E404B5922AFB}"/>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1E13CD60-0AC3-6A09-12B3-5B0ED561EB75}"/>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64F6AF3C-EA28-9B15-B68D-48742234D81F}"/>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209F5C05-F892-601D-B51E-77CE2090F2DE}"/>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34553746-9369-085B-C667-D6C7AA357E06}"/>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3C2AFB6B-DBCB-4498-8391-41CA10F7A934}"/>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0F104378-1F58-EA73-E5CC-106BDCA845DF}"/>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1767F03F-2A98-93FD-A882-F5FC0653A961}"/>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B2A2B35D-03C3-9367-D947-5B7FF653CD53}"/>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40DCE9E3-5D5D-2E58-C720-457BC984CA3D}"/>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5" name="Freeform 24">
                <a:extLst>
                  <a:ext uri="{FF2B5EF4-FFF2-40B4-BE49-F238E27FC236}">
                    <a16:creationId xmlns:a16="http://schemas.microsoft.com/office/drawing/2014/main" id="{31887940-904C-4BB4-4151-984C0B4A6991}"/>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E3ED516A-705D-77D4-FB47-7C606D0202E5}"/>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A4425732-6C46-5DAB-7424-FF47BF752DD4}"/>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E2EAF7F8-AC61-EB2C-C575-1F072F306887}"/>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26E11809-7B51-FB17-52F0-23B85FB11D2B}"/>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863D7BC9-5289-A2B5-B842-83B39C878C20}"/>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FF08D607-077F-4D59-E2AF-44BC06D7568E}"/>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ECBFE842-340E-3EBB-1A44-4946F4C39A71}"/>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pic>
        <p:nvPicPr>
          <p:cNvPr id="14" name="Graphic 13">
            <a:extLst>
              <a:ext uri="{FF2B5EF4-FFF2-40B4-BE49-F238E27FC236}">
                <a16:creationId xmlns:a16="http://schemas.microsoft.com/office/drawing/2014/main" id="{FF07AD74-1325-6431-15B8-ADBBA4A844A3}"/>
              </a:ext>
            </a:extLst>
          </p:cNvPr>
          <p:cNvPicPr>
            <a:picLocks/>
          </p:cNvPicPr>
          <p:nvPr userDrawn="1"/>
        </p:nvPicPr>
        <p:blipFill>
          <a:blip>
            <a:extLst>
              <a:ext uri="{96DAC541-7B7A-43D3-8B79-37D633B846F1}">
                <asvg:svgBlip xmlns:asvg="http://schemas.microsoft.com/office/drawing/2016/SVG/main" r:embed="rId3"/>
              </a:ext>
            </a:extLst>
          </a:blip>
          <a:stretch>
            <a:fillRect/>
          </a:stretch>
        </p:blipFill>
        <p:spPr>
          <a:xfrm>
            <a:off x="408000" y="408000"/>
            <a:ext cx="11400000" cy="192000"/>
          </a:xfrm>
          <a:prstGeom prst="rect">
            <a:avLst/>
          </a:prstGeom>
        </p:spPr>
      </p:pic>
      <p:sp>
        <p:nvSpPr>
          <p:cNvPr id="37" name="Slide Number Placeholder 5">
            <a:extLst>
              <a:ext uri="{FF2B5EF4-FFF2-40B4-BE49-F238E27FC236}">
                <a16:creationId xmlns:a16="http://schemas.microsoft.com/office/drawing/2014/main" id="{DDD54527-2BD7-1240-46EF-44D18472B6FB}"/>
              </a:ext>
            </a:extLst>
          </p:cNvPr>
          <p:cNvSpPr>
            <a:spLocks noGrp="1"/>
          </p:cNvSpPr>
          <p:nvPr>
            <p:ph type="sldNum" sz="quarter" idx="12"/>
          </p:nvPr>
        </p:nvSpPr>
        <p:spPr>
          <a:xfrm>
            <a:off x="11273400" y="402113"/>
            <a:ext cx="480000" cy="203143"/>
          </a:xfrm>
        </p:spPr>
        <p:txBody>
          <a:bodyPr/>
          <a:lstStyle>
            <a:lvl1pPr>
              <a:defRPr sz="800" b="0" i="0">
                <a:solidFill>
                  <a:schemeClr val="tx1"/>
                </a:solidFill>
                <a:latin typeface="Museo Sans 500" panose="02000000000000000000" pitchFamily="2" charset="77"/>
              </a:defRPr>
            </a:lvl1pPr>
          </a:lstStyle>
          <a:p>
            <a:fld id="{837EA21B-C1CD-FF4F-B5B3-C7F194F4D1C4}" type="slidenum">
              <a:rPr lang="en-US" smtClean="0"/>
              <a:pPr/>
              <a:t>‹#›</a:t>
            </a:fld>
            <a:endParaRPr lang="en-US"/>
          </a:p>
        </p:txBody>
      </p:sp>
      <p:sp>
        <p:nvSpPr>
          <p:cNvPr id="44" name="Text Placeholder 24">
            <a:extLst>
              <a:ext uri="{FF2B5EF4-FFF2-40B4-BE49-F238E27FC236}">
                <a16:creationId xmlns:a16="http://schemas.microsoft.com/office/drawing/2014/main" id="{8FCA09E2-5A94-0330-DC9F-61557E0BC97D}"/>
              </a:ext>
            </a:extLst>
          </p:cNvPr>
          <p:cNvSpPr>
            <a:spLocks noGrp="1"/>
          </p:cNvSpPr>
          <p:nvPr>
            <p:ph type="body" sz="quarter" idx="26"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45" name="Text Placeholder 24">
            <a:extLst>
              <a:ext uri="{FF2B5EF4-FFF2-40B4-BE49-F238E27FC236}">
                <a16:creationId xmlns:a16="http://schemas.microsoft.com/office/drawing/2014/main" id="{88E73BE4-C258-A44A-E5FE-9B69AE75BFC0}"/>
              </a:ext>
            </a:extLst>
          </p:cNvPr>
          <p:cNvSpPr>
            <a:spLocks noGrp="1"/>
          </p:cNvSpPr>
          <p:nvPr>
            <p:ph type="body" sz="quarter" idx="14"/>
          </p:nvPr>
        </p:nvSpPr>
        <p:spPr>
          <a:xfrm>
            <a:off x="408000" y="2394114"/>
            <a:ext cx="5280000" cy="3527887"/>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2" name="TextBox 1">
            <a:extLst>
              <a:ext uri="{FF2B5EF4-FFF2-40B4-BE49-F238E27FC236}">
                <a16:creationId xmlns:a16="http://schemas.microsoft.com/office/drawing/2014/main" id="{05FF17D7-776E-295D-EBCA-B7DF99E2E9C9}"/>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3" name="TextBox 2">
            <a:extLst>
              <a:ext uri="{FF2B5EF4-FFF2-40B4-BE49-F238E27FC236}">
                <a16:creationId xmlns:a16="http://schemas.microsoft.com/office/drawing/2014/main" id="{E2E9803A-CFA2-3B66-2757-19FFA47D223D}"/>
              </a:ext>
            </a:extLst>
          </p:cNvPr>
          <p:cNvSpPr txBox="1"/>
          <p:nvPr userDrawn="1"/>
        </p:nvSpPr>
        <p:spPr>
          <a:xfrm>
            <a:off x="1515166" y="410216"/>
            <a:ext cx="1749197" cy="200055"/>
          </a:xfrm>
          <a:prstGeom prst="rect">
            <a:avLst/>
          </a:prstGeom>
          <a:noFill/>
        </p:spPr>
        <p:txBody>
          <a:bodyPr wrap="none" rtlCol="0">
            <a:spAutoFit/>
          </a:bodyPr>
          <a:lstStyle/>
          <a:p>
            <a:r>
              <a:rPr lang="en-US" sz="700"/>
              <a:t>Automation </a:t>
            </a:r>
            <a:r>
              <a:rPr lang="en-US" sz="700" err="1"/>
              <a:t>Anywhere’s</a:t>
            </a:r>
            <a:r>
              <a:rPr lang="en-US" sz="700"/>
              <a:t> APA Platform</a:t>
            </a:r>
          </a:p>
        </p:txBody>
      </p:sp>
    </p:spTree>
    <p:extLst>
      <p:ext uri="{BB962C8B-B14F-4D97-AF65-F5344CB8AC3E}">
        <p14:creationId xmlns:p14="http://schemas.microsoft.com/office/powerpoint/2010/main" val="293325813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xt-Image B">
    <p:spTree>
      <p:nvGrpSpPr>
        <p:cNvPr id="1" name=""/>
        <p:cNvGrpSpPr/>
        <p:nvPr/>
      </p:nvGrpSpPr>
      <p:grpSpPr>
        <a:xfrm>
          <a:off x="0" y="0"/>
          <a:ext cx="0" cy="0"/>
          <a:chOff x="0" y="0"/>
          <a:chExt cx="0" cy="0"/>
        </a:xfrm>
      </p:grpSpPr>
      <p:sp>
        <p:nvSpPr>
          <p:cNvPr id="41" name="Text Placeholder 18">
            <a:extLst>
              <a:ext uri="{FF2B5EF4-FFF2-40B4-BE49-F238E27FC236}">
                <a16:creationId xmlns:a16="http://schemas.microsoft.com/office/drawing/2014/main" id="{3D22DE68-C11F-DFC9-2F2E-3EC805B28688}"/>
              </a:ext>
            </a:extLst>
          </p:cNvPr>
          <p:cNvSpPr>
            <a:spLocks noGrp="1"/>
          </p:cNvSpPr>
          <p:nvPr>
            <p:ph type="body" sz="quarter" idx="38" hasCustomPrompt="1"/>
          </p:nvPr>
        </p:nvSpPr>
        <p:spPr>
          <a:xfrm>
            <a:off x="408000" y="936000"/>
            <a:ext cx="5280000" cy="1767245"/>
          </a:xfrm>
        </p:spPr>
        <p:txBody>
          <a:bodyPr lIns="0" tIns="0" rIns="0" bIns="0">
            <a:noAutofit/>
          </a:bodyPr>
          <a:lstStyle>
            <a:lvl1pPr marL="0" indent="0">
              <a:lnSpc>
                <a:spcPct val="100000"/>
              </a:lnSpc>
              <a:buFontTx/>
              <a:buNone/>
              <a:defRPr sz="5333"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 </a:t>
            </a:r>
            <a:br>
              <a:rPr lang="en-GB"/>
            </a:br>
            <a:r>
              <a:rPr lang="en-GB"/>
              <a:t>on Two Lines</a:t>
            </a:r>
          </a:p>
        </p:txBody>
      </p:sp>
      <p:sp>
        <p:nvSpPr>
          <p:cNvPr id="4" name="TextBox 3">
            <a:extLst>
              <a:ext uri="{FF2B5EF4-FFF2-40B4-BE49-F238E27FC236}">
                <a16:creationId xmlns:a16="http://schemas.microsoft.com/office/drawing/2014/main" id="{437468B2-AE81-AC1C-8BC8-AA90C3CA6308}"/>
              </a:ext>
            </a:extLst>
          </p:cNvPr>
          <p:cNvSpPr txBox="1"/>
          <p:nvPr userDrawn="1"/>
        </p:nvSpPr>
        <p:spPr>
          <a:xfrm>
            <a:off x="12837459" y="-779"/>
            <a:ext cx="2510117" cy="749179"/>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Images can be used in the place holder frame. The orange corner graphic is an additional element and must remain in place.</a:t>
            </a:r>
          </a:p>
        </p:txBody>
      </p:sp>
      <p:grpSp>
        <p:nvGrpSpPr>
          <p:cNvPr id="9" name="Group 8">
            <a:extLst>
              <a:ext uri="{FF2B5EF4-FFF2-40B4-BE49-F238E27FC236}">
                <a16:creationId xmlns:a16="http://schemas.microsoft.com/office/drawing/2014/main" id="{081342DE-4EC9-FED2-A8F9-66D708A440F9}"/>
              </a:ext>
            </a:extLst>
          </p:cNvPr>
          <p:cNvGrpSpPr/>
          <p:nvPr userDrawn="1"/>
        </p:nvGrpSpPr>
        <p:grpSpPr>
          <a:xfrm>
            <a:off x="10609008" y="6203793"/>
            <a:ext cx="1111864" cy="408104"/>
            <a:chOff x="397414" y="755885"/>
            <a:chExt cx="2901256" cy="1064892"/>
          </a:xfrm>
        </p:grpSpPr>
        <p:grpSp>
          <p:nvGrpSpPr>
            <p:cNvPr id="10" name="Graphic 4">
              <a:extLst>
                <a:ext uri="{FF2B5EF4-FFF2-40B4-BE49-F238E27FC236}">
                  <a16:creationId xmlns:a16="http://schemas.microsoft.com/office/drawing/2014/main" id="{C1F47080-2D59-B575-9E6D-654CC3EA4B47}"/>
                </a:ext>
              </a:extLst>
            </p:cNvPr>
            <p:cNvGrpSpPr/>
            <p:nvPr/>
          </p:nvGrpSpPr>
          <p:grpSpPr>
            <a:xfrm>
              <a:off x="397414" y="755885"/>
              <a:ext cx="1031033" cy="1064892"/>
              <a:chOff x="397414" y="755885"/>
              <a:chExt cx="1031033" cy="1064892"/>
            </a:xfrm>
          </p:grpSpPr>
          <p:sp>
            <p:nvSpPr>
              <p:cNvPr id="34" name="Freeform 33">
                <a:extLst>
                  <a:ext uri="{FF2B5EF4-FFF2-40B4-BE49-F238E27FC236}">
                    <a16:creationId xmlns:a16="http://schemas.microsoft.com/office/drawing/2014/main" id="{63A66297-8E02-24AC-1CBC-390D3859A530}"/>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26DD59D5-D0C6-C0B4-8EED-E6EEC16E0845}"/>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88A1538E-2D29-9670-476C-04C307EAB784}"/>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11" name="Graphic 4">
              <a:extLst>
                <a:ext uri="{FF2B5EF4-FFF2-40B4-BE49-F238E27FC236}">
                  <a16:creationId xmlns:a16="http://schemas.microsoft.com/office/drawing/2014/main" id="{215DED03-6318-AC72-0780-7416AF0A2F5C}"/>
                </a:ext>
              </a:extLst>
            </p:cNvPr>
            <p:cNvGrpSpPr/>
            <p:nvPr/>
          </p:nvGrpSpPr>
          <p:grpSpPr>
            <a:xfrm>
              <a:off x="1208140" y="933050"/>
              <a:ext cx="2090530" cy="573060"/>
              <a:chOff x="1208140" y="933050"/>
              <a:chExt cx="2090530" cy="573060"/>
            </a:xfrm>
            <a:solidFill>
              <a:srgbClr val="333333"/>
            </a:solidFill>
          </p:grpSpPr>
          <p:sp>
            <p:nvSpPr>
              <p:cNvPr id="12" name="Freeform 11">
                <a:extLst>
                  <a:ext uri="{FF2B5EF4-FFF2-40B4-BE49-F238E27FC236}">
                    <a16:creationId xmlns:a16="http://schemas.microsoft.com/office/drawing/2014/main" id="{63520540-BA8C-D323-62F0-E404B5922AFB}"/>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1E13CD60-0AC3-6A09-12B3-5B0ED561EB75}"/>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64F6AF3C-EA28-9B15-B68D-48742234D81F}"/>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209F5C05-F892-601D-B51E-77CE2090F2DE}"/>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34553746-9369-085B-C667-D6C7AA357E06}"/>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3C2AFB6B-DBCB-4498-8391-41CA10F7A934}"/>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0F104378-1F58-EA73-E5CC-106BDCA845DF}"/>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1767F03F-2A98-93FD-A882-F5FC0653A961}"/>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B2A2B35D-03C3-9367-D947-5B7FF653CD53}"/>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40DCE9E3-5D5D-2E58-C720-457BC984CA3D}"/>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5" name="Freeform 24">
                <a:extLst>
                  <a:ext uri="{FF2B5EF4-FFF2-40B4-BE49-F238E27FC236}">
                    <a16:creationId xmlns:a16="http://schemas.microsoft.com/office/drawing/2014/main" id="{31887940-904C-4BB4-4151-984C0B4A6991}"/>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E3ED516A-705D-77D4-FB47-7C606D0202E5}"/>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A4425732-6C46-5DAB-7424-FF47BF752DD4}"/>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E2EAF7F8-AC61-EB2C-C575-1F072F306887}"/>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26E11809-7B51-FB17-52F0-23B85FB11D2B}"/>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863D7BC9-5289-A2B5-B842-83B39C878C20}"/>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FF08D607-077F-4D59-E2AF-44BC06D7568E}"/>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ECBFE842-340E-3EBB-1A44-4946F4C39A71}"/>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pic>
        <p:nvPicPr>
          <p:cNvPr id="14" name="Graphic 13">
            <a:extLst>
              <a:ext uri="{FF2B5EF4-FFF2-40B4-BE49-F238E27FC236}">
                <a16:creationId xmlns:a16="http://schemas.microsoft.com/office/drawing/2014/main" id="{FF07AD74-1325-6431-15B8-ADBBA4A844A3}"/>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408000" y="408000"/>
            <a:ext cx="11400000" cy="192000"/>
          </a:xfrm>
          <a:prstGeom prst="rect">
            <a:avLst/>
          </a:prstGeom>
        </p:spPr>
      </p:pic>
      <p:sp>
        <p:nvSpPr>
          <p:cNvPr id="37" name="Slide Number Placeholder 5">
            <a:extLst>
              <a:ext uri="{FF2B5EF4-FFF2-40B4-BE49-F238E27FC236}">
                <a16:creationId xmlns:a16="http://schemas.microsoft.com/office/drawing/2014/main" id="{DDD54527-2BD7-1240-46EF-44D18472B6FB}"/>
              </a:ext>
            </a:extLst>
          </p:cNvPr>
          <p:cNvSpPr>
            <a:spLocks noGrp="1"/>
          </p:cNvSpPr>
          <p:nvPr>
            <p:ph type="sldNum" sz="quarter" idx="12"/>
          </p:nvPr>
        </p:nvSpPr>
        <p:spPr>
          <a:xfrm>
            <a:off x="11273400" y="402113"/>
            <a:ext cx="480000" cy="203143"/>
          </a:xfrm>
        </p:spPr>
        <p:txBody>
          <a:bodyPr/>
          <a:lstStyle>
            <a:lvl1pPr>
              <a:defRPr sz="800" b="0" i="0">
                <a:solidFill>
                  <a:schemeClr val="tx1"/>
                </a:solidFill>
                <a:latin typeface="Museo Sans 500" panose="02000000000000000000" pitchFamily="2" charset="77"/>
              </a:defRPr>
            </a:lvl1pPr>
          </a:lstStyle>
          <a:p>
            <a:fld id="{837EA21B-C1CD-FF4F-B5B3-C7F194F4D1C4}" type="slidenum">
              <a:rPr lang="en-US" smtClean="0"/>
              <a:pPr/>
              <a:t>‹#›</a:t>
            </a:fld>
            <a:endParaRPr lang="en-US"/>
          </a:p>
        </p:txBody>
      </p:sp>
      <p:sp>
        <p:nvSpPr>
          <p:cNvPr id="40" name="Text Placeholder 24">
            <a:extLst>
              <a:ext uri="{FF2B5EF4-FFF2-40B4-BE49-F238E27FC236}">
                <a16:creationId xmlns:a16="http://schemas.microsoft.com/office/drawing/2014/main" id="{A737B48E-27A1-6439-5724-8BB745DAEC34}"/>
              </a:ext>
            </a:extLst>
          </p:cNvPr>
          <p:cNvSpPr>
            <a:spLocks noGrp="1"/>
          </p:cNvSpPr>
          <p:nvPr>
            <p:ph type="body" sz="quarter" idx="37" hasCustomPrompt="1"/>
          </p:nvPr>
        </p:nvSpPr>
        <p:spPr>
          <a:xfrm>
            <a:off x="408000" y="2710439"/>
            <a:ext cx="5280000" cy="480000"/>
          </a:xfrm>
        </p:spPr>
        <p:txBody>
          <a:bodyPr lIns="0" tIns="0" rIns="0" bIns="0">
            <a:noAutofit/>
          </a:bodyPr>
          <a:lstStyle>
            <a:lvl1pPr marL="0" indent="0">
              <a:lnSpc>
                <a:spcPts val="1867"/>
              </a:lnSpc>
              <a:buFontTx/>
              <a:buNone/>
              <a:defRPr sz="1600" b="0" i="0">
                <a:solidFill>
                  <a:srgbClr val="FF5A10"/>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2" name="Text Placeholder 24">
            <a:extLst>
              <a:ext uri="{FF2B5EF4-FFF2-40B4-BE49-F238E27FC236}">
                <a16:creationId xmlns:a16="http://schemas.microsoft.com/office/drawing/2014/main" id="{7ACA3305-D788-765F-E846-C220CD46777B}"/>
              </a:ext>
            </a:extLst>
          </p:cNvPr>
          <p:cNvSpPr>
            <a:spLocks noGrp="1"/>
          </p:cNvSpPr>
          <p:nvPr>
            <p:ph type="body" sz="quarter" idx="14"/>
          </p:nvPr>
        </p:nvSpPr>
        <p:spPr>
          <a:xfrm>
            <a:off x="408000" y="3190439"/>
            <a:ext cx="5280000" cy="2782795"/>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pic>
        <p:nvPicPr>
          <p:cNvPr id="3" name="Graphic 2">
            <a:extLst>
              <a:ext uri="{FF2B5EF4-FFF2-40B4-BE49-F238E27FC236}">
                <a16:creationId xmlns:a16="http://schemas.microsoft.com/office/drawing/2014/main" id="{C377F604-DD3D-7CCF-A2EC-B8F70EC2A06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6106333" y="3767698"/>
            <a:ext cx="1993663" cy="2133569"/>
          </a:xfrm>
          <a:prstGeom prst="rect">
            <a:avLst/>
          </a:prstGeom>
        </p:spPr>
      </p:pic>
      <p:sp>
        <p:nvSpPr>
          <p:cNvPr id="6" name="Picture Placeholder 7">
            <a:extLst>
              <a:ext uri="{FF2B5EF4-FFF2-40B4-BE49-F238E27FC236}">
                <a16:creationId xmlns:a16="http://schemas.microsoft.com/office/drawing/2014/main" id="{27F54CB3-4276-2875-00D5-22727FCD7DB3}"/>
              </a:ext>
            </a:extLst>
          </p:cNvPr>
          <p:cNvSpPr>
            <a:spLocks noGrp="1"/>
          </p:cNvSpPr>
          <p:nvPr>
            <p:ph type="pic" sz="quarter" idx="15"/>
          </p:nvPr>
        </p:nvSpPr>
        <p:spPr>
          <a:xfrm>
            <a:off x="6096001" y="1121833"/>
            <a:ext cx="5687483" cy="4779433"/>
          </a:xfrm>
          <a:custGeom>
            <a:avLst/>
            <a:gdLst>
              <a:gd name="connsiteX0" fmla="*/ 0 w 4197350"/>
              <a:gd name="connsiteY0" fmla="*/ 1388451 h 3862387"/>
              <a:gd name="connsiteX1" fmla="*/ 1388451 w 4197350"/>
              <a:gd name="connsiteY1" fmla="*/ 0 h 3862387"/>
              <a:gd name="connsiteX2" fmla="*/ 2808899 w 4197350"/>
              <a:gd name="connsiteY2" fmla="*/ 0 h 3862387"/>
              <a:gd name="connsiteX3" fmla="*/ 4197350 w 4197350"/>
              <a:gd name="connsiteY3" fmla="*/ 1388451 h 3862387"/>
              <a:gd name="connsiteX4" fmla="*/ 4197350 w 4197350"/>
              <a:gd name="connsiteY4" fmla="*/ 2473936 h 3862387"/>
              <a:gd name="connsiteX5" fmla="*/ 2808899 w 4197350"/>
              <a:gd name="connsiteY5" fmla="*/ 3862387 h 3862387"/>
              <a:gd name="connsiteX6" fmla="*/ 1388451 w 4197350"/>
              <a:gd name="connsiteY6" fmla="*/ 3862387 h 3862387"/>
              <a:gd name="connsiteX7" fmla="*/ 0 w 4197350"/>
              <a:gd name="connsiteY7" fmla="*/ 2473936 h 3862387"/>
              <a:gd name="connsiteX8" fmla="*/ 0 w 4197350"/>
              <a:gd name="connsiteY8" fmla="*/ 1388451 h 3862387"/>
              <a:gd name="connsiteX0" fmla="*/ 0 w 4197350"/>
              <a:gd name="connsiteY0" fmla="*/ 351612 h 4173581"/>
              <a:gd name="connsiteX1" fmla="*/ 1388451 w 4197350"/>
              <a:gd name="connsiteY1" fmla="*/ 311194 h 4173581"/>
              <a:gd name="connsiteX2" fmla="*/ 2808899 w 4197350"/>
              <a:gd name="connsiteY2" fmla="*/ 311194 h 4173581"/>
              <a:gd name="connsiteX3" fmla="*/ 4197350 w 4197350"/>
              <a:gd name="connsiteY3" fmla="*/ 1699645 h 4173581"/>
              <a:gd name="connsiteX4" fmla="*/ 4197350 w 4197350"/>
              <a:gd name="connsiteY4" fmla="*/ 2785130 h 4173581"/>
              <a:gd name="connsiteX5" fmla="*/ 2808899 w 4197350"/>
              <a:gd name="connsiteY5" fmla="*/ 4173581 h 4173581"/>
              <a:gd name="connsiteX6" fmla="*/ 1388451 w 4197350"/>
              <a:gd name="connsiteY6" fmla="*/ 4173581 h 4173581"/>
              <a:gd name="connsiteX7" fmla="*/ 0 w 4197350"/>
              <a:gd name="connsiteY7" fmla="*/ 2785130 h 4173581"/>
              <a:gd name="connsiteX8" fmla="*/ 0 w 4197350"/>
              <a:gd name="connsiteY8" fmla="*/ 351612 h 4173581"/>
              <a:gd name="connsiteX0" fmla="*/ 0 w 4197350"/>
              <a:gd name="connsiteY0" fmla="*/ 40418 h 3862387"/>
              <a:gd name="connsiteX1" fmla="*/ 1388451 w 4197350"/>
              <a:gd name="connsiteY1" fmla="*/ 0 h 3862387"/>
              <a:gd name="connsiteX2" fmla="*/ 2808899 w 4197350"/>
              <a:gd name="connsiteY2" fmla="*/ 0 h 3862387"/>
              <a:gd name="connsiteX3" fmla="*/ 4197350 w 4197350"/>
              <a:gd name="connsiteY3" fmla="*/ 1388451 h 3862387"/>
              <a:gd name="connsiteX4" fmla="*/ 4197350 w 4197350"/>
              <a:gd name="connsiteY4" fmla="*/ 2473936 h 3862387"/>
              <a:gd name="connsiteX5" fmla="*/ 2808899 w 4197350"/>
              <a:gd name="connsiteY5" fmla="*/ 3862387 h 3862387"/>
              <a:gd name="connsiteX6" fmla="*/ 1388451 w 4197350"/>
              <a:gd name="connsiteY6" fmla="*/ 3862387 h 3862387"/>
              <a:gd name="connsiteX7" fmla="*/ 0 w 4197350"/>
              <a:gd name="connsiteY7" fmla="*/ 2473936 h 3862387"/>
              <a:gd name="connsiteX8" fmla="*/ 0 w 4197350"/>
              <a:gd name="connsiteY8" fmla="*/ 40418 h 3862387"/>
              <a:gd name="connsiteX0" fmla="*/ 0 w 4197350"/>
              <a:gd name="connsiteY0" fmla="*/ 260727 h 4082696"/>
              <a:gd name="connsiteX1" fmla="*/ 2808899 w 4197350"/>
              <a:gd name="connsiteY1" fmla="*/ 220309 h 4082696"/>
              <a:gd name="connsiteX2" fmla="*/ 4197350 w 4197350"/>
              <a:gd name="connsiteY2" fmla="*/ 1608760 h 4082696"/>
              <a:gd name="connsiteX3" fmla="*/ 4197350 w 4197350"/>
              <a:gd name="connsiteY3" fmla="*/ 2694245 h 4082696"/>
              <a:gd name="connsiteX4" fmla="*/ 2808899 w 4197350"/>
              <a:gd name="connsiteY4" fmla="*/ 4082696 h 4082696"/>
              <a:gd name="connsiteX5" fmla="*/ 1388451 w 4197350"/>
              <a:gd name="connsiteY5" fmla="*/ 4082696 h 4082696"/>
              <a:gd name="connsiteX6" fmla="*/ 0 w 4197350"/>
              <a:gd name="connsiteY6" fmla="*/ 2694245 h 4082696"/>
              <a:gd name="connsiteX7" fmla="*/ 0 w 4197350"/>
              <a:gd name="connsiteY7" fmla="*/ 260727 h 4082696"/>
              <a:gd name="connsiteX0" fmla="*/ 310015 w 4839211"/>
              <a:gd name="connsiteY0" fmla="*/ 260727 h 4082696"/>
              <a:gd name="connsiteX1" fmla="*/ 4495227 w 4839211"/>
              <a:gd name="connsiteY1" fmla="*/ 220309 h 4082696"/>
              <a:gd name="connsiteX2" fmla="*/ 4507365 w 4839211"/>
              <a:gd name="connsiteY2" fmla="*/ 1608760 h 4082696"/>
              <a:gd name="connsiteX3" fmla="*/ 4507365 w 4839211"/>
              <a:gd name="connsiteY3" fmla="*/ 2694245 h 4082696"/>
              <a:gd name="connsiteX4" fmla="*/ 3118914 w 4839211"/>
              <a:gd name="connsiteY4" fmla="*/ 4082696 h 4082696"/>
              <a:gd name="connsiteX5" fmla="*/ 1698466 w 4839211"/>
              <a:gd name="connsiteY5" fmla="*/ 4082696 h 4082696"/>
              <a:gd name="connsiteX6" fmla="*/ 310015 w 4839211"/>
              <a:gd name="connsiteY6" fmla="*/ 2694245 h 4082696"/>
              <a:gd name="connsiteX7" fmla="*/ 310015 w 4839211"/>
              <a:gd name="connsiteY7" fmla="*/ 260727 h 4082696"/>
              <a:gd name="connsiteX0" fmla="*/ 20 w 4529216"/>
              <a:gd name="connsiteY0" fmla="*/ 137748 h 3959717"/>
              <a:gd name="connsiteX1" fmla="*/ 4185232 w 4529216"/>
              <a:gd name="connsiteY1" fmla="*/ 97330 h 3959717"/>
              <a:gd name="connsiteX2" fmla="*/ 4197370 w 4529216"/>
              <a:gd name="connsiteY2" fmla="*/ 1485781 h 3959717"/>
              <a:gd name="connsiteX3" fmla="*/ 4197370 w 4529216"/>
              <a:gd name="connsiteY3" fmla="*/ 2571266 h 3959717"/>
              <a:gd name="connsiteX4" fmla="*/ 2808919 w 4529216"/>
              <a:gd name="connsiteY4" fmla="*/ 3959717 h 3959717"/>
              <a:gd name="connsiteX5" fmla="*/ 1388471 w 4529216"/>
              <a:gd name="connsiteY5" fmla="*/ 3959717 h 3959717"/>
              <a:gd name="connsiteX6" fmla="*/ 20 w 4529216"/>
              <a:gd name="connsiteY6" fmla="*/ 2571266 h 3959717"/>
              <a:gd name="connsiteX7" fmla="*/ 20 w 4529216"/>
              <a:gd name="connsiteY7" fmla="*/ 137748 h 3959717"/>
              <a:gd name="connsiteX0" fmla="*/ 20 w 4557804"/>
              <a:gd name="connsiteY0" fmla="*/ 137748 h 3959717"/>
              <a:gd name="connsiteX1" fmla="*/ 4185232 w 4557804"/>
              <a:gd name="connsiteY1" fmla="*/ 97330 h 3959717"/>
              <a:gd name="connsiteX2" fmla="*/ 4197370 w 4557804"/>
              <a:gd name="connsiteY2" fmla="*/ 2571266 h 3959717"/>
              <a:gd name="connsiteX3" fmla="*/ 2808919 w 4557804"/>
              <a:gd name="connsiteY3" fmla="*/ 3959717 h 3959717"/>
              <a:gd name="connsiteX4" fmla="*/ 1388471 w 4557804"/>
              <a:gd name="connsiteY4" fmla="*/ 3959717 h 3959717"/>
              <a:gd name="connsiteX5" fmla="*/ 20 w 4557804"/>
              <a:gd name="connsiteY5" fmla="*/ 2571266 h 3959717"/>
              <a:gd name="connsiteX6" fmla="*/ 20 w 4557804"/>
              <a:gd name="connsiteY6" fmla="*/ 137748 h 3959717"/>
              <a:gd name="connsiteX0" fmla="*/ 17 w 4557801"/>
              <a:gd name="connsiteY0" fmla="*/ 40418 h 3862387"/>
              <a:gd name="connsiteX1" fmla="*/ 4185229 w 4557801"/>
              <a:gd name="connsiteY1" fmla="*/ 0 h 3862387"/>
              <a:gd name="connsiteX2" fmla="*/ 4197367 w 4557801"/>
              <a:gd name="connsiteY2" fmla="*/ 2473936 h 3862387"/>
              <a:gd name="connsiteX3" fmla="*/ 2808916 w 4557801"/>
              <a:gd name="connsiteY3" fmla="*/ 3862387 h 3862387"/>
              <a:gd name="connsiteX4" fmla="*/ 1388468 w 4557801"/>
              <a:gd name="connsiteY4" fmla="*/ 3862387 h 3862387"/>
              <a:gd name="connsiteX5" fmla="*/ 17 w 4557801"/>
              <a:gd name="connsiteY5" fmla="*/ 2473936 h 3862387"/>
              <a:gd name="connsiteX6" fmla="*/ 17 w 4557801"/>
              <a:gd name="connsiteY6" fmla="*/ 40418 h 3862387"/>
              <a:gd name="connsiteX0" fmla="*/ 17 w 4280862"/>
              <a:gd name="connsiteY0" fmla="*/ 40418 h 3862387"/>
              <a:gd name="connsiteX1" fmla="*/ 4185229 w 4280862"/>
              <a:gd name="connsiteY1" fmla="*/ 0 h 3862387"/>
              <a:gd name="connsiteX2" fmla="*/ 2808916 w 4280862"/>
              <a:gd name="connsiteY2" fmla="*/ 3862387 h 3862387"/>
              <a:gd name="connsiteX3" fmla="*/ 1388468 w 4280862"/>
              <a:gd name="connsiteY3" fmla="*/ 3862387 h 3862387"/>
              <a:gd name="connsiteX4" fmla="*/ 17 w 4280862"/>
              <a:gd name="connsiteY4" fmla="*/ 2473936 h 3862387"/>
              <a:gd name="connsiteX5" fmla="*/ 17 w 4280862"/>
              <a:gd name="connsiteY5" fmla="*/ 40418 h 3862387"/>
              <a:gd name="connsiteX0" fmla="*/ 17 w 4545137"/>
              <a:gd name="connsiteY0" fmla="*/ 40418 h 3862387"/>
              <a:gd name="connsiteX1" fmla="*/ 4185229 w 4545137"/>
              <a:gd name="connsiteY1" fmla="*/ 0 h 3862387"/>
              <a:gd name="connsiteX2" fmla="*/ 4204083 w 4545137"/>
              <a:gd name="connsiteY2" fmla="*/ 3852960 h 3862387"/>
              <a:gd name="connsiteX3" fmla="*/ 1388468 w 4545137"/>
              <a:gd name="connsiteY3" fmla="*/ 3862387 h 3862387"/>
              <a:gd name="connsiteX4" fmla="*/ 17 w 4545137"/>
              <a:gd name="connsiteY4" fmla="*/ 2473936 h 3862387"/>
              <a:gd name="connsiteX5" fmla="*/ 17 w 4545137"/>
              <a:gd name="connsiteY5" fmla="*/ 40418 h 3862387"/>
              <a:gd name="connsiteX0" fmla="*/ 17 w 4401489"/>
              <a:gd name="connsiteY0" fmla="*/ 40418 h 3862387"/>
              <a:gd name="connsiteX1" fmla="*/ 4185229 w 4401489"/>
              <a:gd name="connsiteY1" fmla="*/ 0 h 3862387"/>
              <a:gd name="connsiteX2" fmla="*/ 4204083 w 4401489"/>
              <a:gd name="connsiteY2" fmla="*/ 3852960 h 3862387"/>
              <a:gd name="connsiteX3" fmla="*/ 1388468 w 4401489"/>
              <a:gd name="connsiteY3" fmla="*/ 3862387 h 3862387"/>
              <a:gd name="connsiteX4" fmla="*/ 17 w 4401489"/>
              <a:gd name="connsiteY4" fmla="*/ 2473936 h 3862387"/>
              <a:gd name="connsiteX5" fmla="*/ 17 w 4401489"/>
              <a:gd name="connsiteY5" fmla="*/ 40418 h 3862387"/>
              <a:gd name="connsiteX0" fmla="*/ 5025 w 4401472"/>
              <a:gd name="connsiteY0" fmla="*/ 14622 h 3871760"/>
              <a:gd name="connsiteX1" fmla="*/ 4185212 w 4401472"/>
              <a:gd name="connsiteY1" fmla="*/ 9373 h 3871760"/>
              <a:gd name="connsiteX2" fmla="*/ 4204066 w 4401472"/>
              <a:gd name="connsiteY2" fmla="*/ 3862333 h 3871760"/>
              <a:gd name="connsiteX3" fmla="*/ 1388451 w 4401472"/>
              <a:gd name="connsiteY3" fmla="*/ 3871760 h 3871760"/>
              <a:gd name="connsiteX4" fmla="*/ 0 w 4401472"/>
              <a:gd name="connsiteY4" fmla="*/ 2483309 h 3871760"/>
              <a:gd name="connsiteX5" fmla="*/ 5025 w 4401472"/>
              <a:gd name="connsiteY5" fmla="*/ 14622 h 3871760"/>
              <a:gd name="connsiteX0" fmla="*/ 5025 w 4401472"/>
              <a:gd name="connsiteY0" fmla="*/ 5249 h 3862387"/>
              <a:gd name="connsiteX1" fmla="*/ 4185212 w 4401472"/>
              <a:gd name="connsiteY1" fmla="*/ 0 h 3862387"/>
              <a:gd name="connsiteX2" fmla="*/ 4204066 w 4401472"/>
              <a:gd name="connsiteY2" fmla="*/ 3852960 h 3862387"/>
              <a:gd name="connsiteX3" fmla="*/ 1388451 w 4401472"/>
              <a:gd name="connsiteY3" fmla="*/ 3862387 h 3862387"/>
              <a:gd name="connsiteX4" fmla="*/ 0 w 4401472"/>
              <a:gd name="connsiteY4" fmla="*/ 2473936 h 3862387"/>
              <a:gd name="connsiteX5" fmla="*/ 5025 w 4401472"/>
              <a:gd name="connsiteY5" fmla="*/ 5249 h 3862387"/>
              <a:gd name="connsiteX0" fmla="*/ 5025 w 4207060"/>
              <a:gd name="connsiteY0" fmla="*/ 5249 h 3862387"/>
              <a:gd name="connsiteX1" fmla="*/ 4185212 w 4207060"/>
              <a:gd name="connsiteY1" fmla="*/ 0 h 3862387"/>
              <a:gd name="connsiteX2" fmla="*/ 4204066 w 4207060"/>
              <a:gd name="connsiteY2" fmla="*/ 3852960 h 3862387"/>
              <a:gd name="connsiteX3" fmla="*/ 1388451 w 4207060"/>
              <a:gd name="connsiteY3" fmla="*/ 3862387 h 3862387"/>
              <a:gd name="connsiteX4" fmla="*/ 0 w 4207060"/>
              <a:gd name="connsiteY4" fmla="*/ 2473936 h 3862387"/>
              <a:gd name="connsiteX5" fmla="*/ 5025 w 4207060"/>
              <a:gd name="connsiteY5" fmla="*/ 5249 h 3862387"/>
              <a:gd name="connsiteX0" fmla="*/ 301495 w 4501313"/>
              <a:gd name="connsiteY0" fmla="*/ 129361 h 3986499"/>
              <a:gd name="connsiteX1" fmla="*/ 4349004 w 4501313"/>
              <a:gd name="connsiteY1" fmla="*/ 317750 h 3986499"/>
              <a:gd name="connsiteX2" fmla="*/ 4500536 w 4501313"/>
              <a:gd name="connsiteY2" fmla="*/ 3977072 h 3986499"/>
              <a:gd name="connsiteX3" fmla="*/ 1684921 w 4501313"/>
              <a:gd name="connsiteY3" fmla="*/ 3986499 h 3986499"/>
              <a:gd name="connsiteX4" fmla="*/ 296470 w 4501313"/>
              <a:gd name="connsiteY4" fmla="*/ 2598048 h 3986499"/>
              <a:gd name="connsiteX5" fmla="*/ 301495 w 4501313"/>
              <a:gd name="connsiteY5" fmla="*/ 129361 h 3986499"/>
              <a:gd name="connsiteX0" fmla="*/ 312386 w 4515767"/>
              <a:gd name="connsiteY0" fmla="*/ 182174 h 4039312"/>
              <a:gd name="connsiteX1" fmla="*/ 4506916 w 4515767"/>
              <a:gd name="connsiteY1" fmla="*/ 176925 h 4039312"/>
              <a:gd name="connsiteX2" fmla="*/ 4511427 w 4515767"/>
              <a:gd name="connsiteY2" fmla="*/ 4029885 h 4039312"/>
              <a:gd name="connsiteX3" fmla="*/ 1695812 w 4515767"/>
              <a:gd name="connsiteY3" fmla="*/ 4039312 h 4039312"/>
              <a:gd name="connsiteX4" fmla="*/ 307361 w 4515767"/>
              <a:gd name="connsiteY4" fmla="*/ 2650861 h 4039312"/>
              <a:gd name="connsiteX5" fmla="*/ 312386 w 4515767"/>
              <a:gd name="connsiteY5" fmla="*/ 182174 h 4039312"/>
              <a:gd name="connsiteX0" fmla="*/ 5520 w 4208901"/>
              <a:gd name="connsiteY0" fmla="*/ 5249 h 3862387"/>
              <a:gd name="connsiteX1" fmla="*/ 4200050 w 4208901"/>
              <a:gd name="connsiteY1" fmla="*/ 0 h 3862387"/>
              <a:gd name="connsiteX2" fmla="*/ 4204561 w 4208901"/>
              <a:gd name="connsiteY2" fmla="*/ 3852960 h 3862387"/>
              <a:gd name="connsiteX3" fmla="*/ 1388946 w 4208901"/>
              <a:gd name="connsiteY3" fmla="*/ 3862387 h 3862387"/>
              <a:gd name="connsiteX4" fmla="*/ 495 w 4208901"/>
              <a:gd name="connsiteY4" fmla="*/ 2473936 h 3862387"/>
              <a:gd name="connsiteX5" fmla="*/ 5520 w 4208901"/>
              <a:gd name="connsiteY5" fmla="*/ 5249 h 3862387"/>
              <a:gd name="connsiteX0" fmla="*/ 5520 w 4206209"/>
              <a:gd name="connsiteY0" fmla="*/ 5249 h 3862485"/>
              <a:gd name="connsiteX1" fmla="*/ 4200050 w 4206209"/>
              <a:gd name="connsiteY1" fmla="*/ 0 h 3862485"/>
              <a:gd name="connsiteX2" fmla="*/ 4201386 w 4206209"/>
              <a:gd name="connsiteY2" fmla="*/ 3862485 h 3862485"/>
              <a:gd name="connsiteX3" fmla="*/ 1388946 w 4206209"/>
              <a:gd name="connsiteY3" fmla="*/ 3862387 h 3862485"/>
              <a:gd name="connsiteX4" fmla="*/ 495 w 4206209"/>
              <a:gd name="connsiteY4" fmla="*/ 2473936 h 3862485"/>
              <a:gd name="connsiteX5" fmla="*/ 5520 w 4206209"/>
              <a:gd name="connsiteY5" fmla="*/ 5249 h 3862485"/>
              <a:gd name="connsiteX0" fmla="*/ 5520 w 4201386"/>
              <a:gd name="connsiteY0" fmla="*/ 5249 h 3862487"/>
              <a:gd name="connsiteX1" fmla="*/ 4200050 w 4201386"/>
              <a:gd name="connsiteY1" fmla="*/ 0 h 3862487"/>
              <a:gd name="connsiteX2" fmla="*/ 4201386 w 4201386"/>
              <a:gd name="connsiteY2" fmla="*/ 3862485 h 3862487"/>
              <a:gd name="connsiteX3" fmla="*/ 1388946 w 4201386"/>
              <a:gd name="connsiteY3" fmla="*/ 3862387 h 3862487"/>
              <a:gd name="connsiteX4" fmla="*/ 495 w 4201386"/>
              <a:gd name="connsiteY4" fmla="*/ 2473936 h 3862487"/>
              <a:gd name="connsiteX5" fmla="*/ 5520 w 4201386"/>
              <a:gd name="connsiteY5" fmla="*/ 5249 h 3862487"/>
              <a:gd name="connsiteX0" fmla="*/ 4042 w 4203083"/>
              <a:gd name="connsiteY0" fmla="*/ 0 h 3863588"/>
              <a:gd name="connsiteX1" fmla="*/ 4201747 w 4203083"/>
              <a:gd name="connsiteY1" fmla="*/ 1101 h 3863588"/>
              <a:gd name="connsiteX2" fmla="*/ 4203083 w 4203083"/>
              <a:gd name="connsiteY2" fmla="*/ 3863586 h 3863588"/>
              <a:gd name="connsiteX3" fmla="*/ 1390643 w 4203083"/>
              <a:gd name="connsiteY3" fmla="*/ 3863488 h 3863588"/>
              <a:gd name="connsiteX4" fmla="*/ 2192 w 4203083"/>
              <a:gd name="connsiteY4" fmla="*/ 2475037 h 3863588"/>
              <a:gd name="connsiteX5" fmla="*/ 4042 w 4203083"/>
              <a:gd name="connsiteY5" fmla="*/ 0 h 386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03083" h="3863588">
                <a:moveTo>
                  <a:pt x="4042" y="0"/>
                </a:moveTo>
                <a:lnTo>
                  <a:pt x="4201747" y="1101"/>
                </a:lnTo>
                <a:cubicBezTo>
                  <a:pt x="4196560" y="6980"/>
                  <a:pt x="4197673" y="3867228"/>
                  <a:pt x="4203083" y="3863586"/>
                </a:cubicBezTo>
                <a:lnTo>
                  <a:pt x="1390643" y="3863488"/>
                </a:lnTo>
                <a:cubicBezTo>
                  <a:pt x="623823" y="3863488"/>
                  <a:pt x="2192" y="3241857"/>
                  <a:pt x="2192" y="2475037"/>
                </a:cubicBezTo>
                <a:cubicBezTo>
                  <a:pt x="2192" y="1663864"/>
                  <a:pt x="-3808" y="-54"/>
                  <a:pt x="4042" y="0"/>
                </a:cubicBezTo>
                <a:close/>
              </a:path>
            </a:pathLst>
          </a:custGeom>
          <a:solidFill>
            <a:srgbClr val="EEEEEE"/>
          </a:solidFill>
        </p:spPr>
        <p:txBody>
          <a:bodyPr anchor="ctr" anchorCtr="0">
            <a:normAutofit/>
          </a:bodyPr>
          <a:lstStyle>
            <a:lvl1pPr marL="0" indent="0" algn="ctr">
              <a:buNone/>
              <a:defRPr sz="1867" b="1" i="0">
                <a:solidFill>
                  <a:srgbClr val="333333"/>
                </a:solidFill>
                <a:latin typeface="Museo Sans 900" panose="02000000000000000000" pitchFamily="2" charset="77"/>
              </a:defRPr>
            </a:lvl1pPr>
          </a:lstStyle>
          <a:p>
            <a:r>
              <a:rPr lang="en-GB"/>
              <a:t>Click icon to add picture</a:t>
            </a:r>
            <a:endParaRPr lang="en-US"/>
          </a:p>
        </p:txBody>
      </p:sp>
      <p:sp>
        <p:nvSpPr>
          <p:cNvPr id="5" name="TextBox 4">
            <a:extLst>
              <a:ext uri="{FF2B5EF4-FFF2-40B4-BE49-F238E27FC236}">
                <a16:creationId xmlns:a16="http://schemas.microsoft.com/office/drawing/2014/main" id="{D5B70171-7F77-52DB-9C89-EA9FED08EF5A}"/>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7" name="TextBox 6">
            <a:extLst>
              <a:ext uri="{FF2B5EF4-FFF2-40B4-BE49-F238E27FC236}">
                <a16:creationId xmlns:a16="http://schemas.microsoft.com/office/drawing/2014/main" id="{E58D05FF-E34B-5C91-19D1-D235613BD578}"/>
              </a:ext>
            </a:extLst>
          </p:cNvPr>
          <p:cNvSpPr txBox="1"/>
          <p:nvPr userDrawn="1"/>
        </p:nvSpPr>
        <p:spPr>
          <a:xfrm>
            <a:off x="1515166" y="410216"/>
            <a:ext cx="1749197" cy="200055"/>
          </a:xfrm>
          <a:prstGeom prst="rect">
            <a:avLst/>
          </a:prstGeom>
          <a:noFill/>
        </p:spPr>
        <p:txBody>
          <a:bodyPr wrap="none" rtlCol="0">
            <a:spAutoFit/>
          </a:bodyPr>
          <a:lstStyle/>
          <a:p>
            <a:r>
              <a:rPr lang="en-US" sz="700"/>
              <a:t>Automation </a:t>
            </a:r>
            <a:r>
              <a:rPr lang="en-US" sz="700" err="1"/>
              <a:t>Anywhere’s</a:t>
            </a:r>
            <a:r>
              <a:rPr lang="en-US" sz="700"/>
              <a:t> APA Platform</a:t>
            </a:r>
          </a:p>
        </p:txBody>
      </p:sp>
    </p:spTree>
    <p:extLst>
      <p:ext uri="{BB962C8B-B14F-4D97-AF65-F5344CB8AC3E}">
        <p14:creationId xmlns:p14="http://schemas.microsoft.com/office/powerpoint/2010/main" val="31484132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xt-Image C">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514111D8-B95C-4576-6CFA-7F8E67B4E08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102338" y="3860813"/>
            <a:ext cx="1993663" cy="2016785"/>
          </a:xfrm>
          <a:prstGeom prst="rect">
            <a:avLst/>
          </a:prstGeom>
        </p:spPr>
      </p:pic>
      <p:sp>
        <p:nvSpPr>
          <p:cNvPr id="10" name="Picture Placeholder 9">
            <a:extLst>
              <a:ext uri="{FF2B5EF4-FFF2-40B4-BE49-F238E27FC236}">
                <a16:creationId xmlns:a16="http://schemas.microsoft.com/office/drawing/2014/main" id="{CB1C3E4E-52BA-10BB-1830-01A3785B9C4B}"/>
              </a:ext>
            </a:extLst>
          </p:cNvPr>
          <p:cNvSpPr>
            <a:spLocks noGrp="1"/>
          </p:cNvSpPr>
          <p:nvPr>
            <p:ph type="pic" sz="quarter" idx="16"/>
          </p:nvPr>
        </p:nvSpPr>
        <p:spPr>
          <a:xfrm>
            <a:off x="408000" y="1121833"/>
            <a:ext cx="5688001" cy="4779433"/>
          </a:xfrm>
          <a:custGeom>
            <a:avLst/>
            <a:gdLst>
              <a:gd name="connsiteX0" fmla="*/ 645861 w 4198937"/>
              <a:gd name="connsiteY0" fmla="*/ 0 h 3875088"/>
              <a:gd name="connsiteX1" fmla="*/ 4198937 w 4198937"/>
              <a:gd name="connsiteY1" fmla="*/ 0 h 3875088"/>
              <a:gd name="connsiteX2" fmla="*/ 4198937 w 4198937"/>
              <a:gd name="connsiteY2" fmla="*/ 0 h 3875088"/>
              <a:gd name="connsiteX3" fmla="*/ 4198937 w 4198937"/>
              <a:gd name="connsiteY3" fmla="*/ 3229227 h 3875088"/>
              <a:gd name="connsiteX4" fmla="*/ 3553076 w 4198937"/>
              <a:gd name="connsiteY4" fmla="*/ 3875088 h 3875088"/>
              <a:gd name="connsiteX5" fmla="*/ 0 w 4198937"/>
              <a:gd name="connsiteY5" fmla="*/ 3875088 h 3875088"/>
              <a:gd name="connsiteX6" fmla="*/ 0 w 4198937"/>
              <a:gd name="connsiteY6" fmla="*/ 3875088 h 3875088"/>
              <a:gd name="connsiteX7" fmla="*/ 0 w 4198937"/>
              <a:gd name="connsiteY7" fmla="*/ 645861 h 3875088"/>
              <a:gd name="connsiteX8" fmla="*/ 645861 w 4198937"/>
              <a:gd name="connsiteY8" fmla="*/ 0 h 3875088"/>
              <a:gd name="connsiteX0" fmla="*/ 163703 w 4343312"/>
              <a:gd name="connsiteY0" fmla="*/ 33867 h 3875088"/>
              <a:gd name="connsiteX1" fmla="*/ 4343312 w 4343312"/>
              <a:gd name="connsiteY1" fmla="*/ 0 h 3875088"/>
              <a:gd name="connsiteX2" fmla="*/ 4343312 w 4343312"/>
              <a:gd name="connsiteY2" fmla="*/ 0 h 3875088"/>
              <a:gd name="connsiteX3" fmla="*/ 4343312 w 4343312"/>
              <a:gd name="connsiteY3" fmla="*/ 3229227 h 3875088"/>
              <a:gd name="connsiteX4" fmla="*/ 3697451 w 4343312"/>
              <a:gd name="connsiteY4" fmla="*/ 3875088 h 3875088"/>
              <a:gd name="connsiteX5" fmla="*/ 144375 w 4343312"/>
              <a:gd name="connsiteY5" fmla="*/ 3875088 h 3875088"/>
              <a:gd name="connsiteX6" fmla="*/ 144375 w 4343312"/>
              <a:gd name="connsiteY6" fmla="*/ 3875088 h 3875088"/>
              <a:gd name="connsiteX7" fmla="*/ 144375 w 4343312"/>
              <a:gd name="connsiteY7" fmla="*/ 645861 h 3875088"/>
              <a:gd name="connsiteX8" fmla="*/ 163703 w 4343312"/>
              <a:gd name="connsiteY8" fmla="*/ 33867 h 3875088"/>
              <a:gd name="connsiteX0" fmla="*/ 19328 w 4198937"/>
              <a:gd name="connsiteY0" fmla="*/ 33867 h 3875088"/>
              <a:gd name="connsiteX1" fmla="*/ 4198937 w 4198937"/>
              <a:gd name="connsiteY1" fmla="*/ 0 h 3875088"/>
              <a:gd name="connsiteX2" fmla="*/ 4198937 w 4198937"/>
              <a:gd name="connsiteY2" fmla="*/ 0 h 3875088"/>
              <a:gd name="connsiteX3" fmla="*/ 4198937 w 4198937"/>
              <a:gd name="connsiteY3" fmla="*/ 3229227 h 3875088"/>
              <a:gd name="connsiteX4" fmla="*/ 3553076 w 4198937"/>
              <a:gd name="connsiteY4" fmla="*/ 3875088 h 3875088"/>
              <a:gd name="connsiteX5" fmla="*/ 0 w 4198937"/>
              <a:gd name="connsiteY5" fmla="*/ 3875088 h 3875088"/>
              <a:gd name="connsiteX6" fmla="*/ 0 w 4198937"/>
              <a:gd name="connsiteY6" fmla="*/ 3875088 h 3875088"/>
              <a:gd name="connsiteX7" fmla="*/ 0 w 4198937"/>
              <a:gd name="connsiteY7" fmla="*/ 645861 h 3875088"/>
              <a:gd name="connsiteX8" fmla="*/ 19328 w 4198937"/>
              <a:gd name="connsiteY8" fmla="*/ 33867 h 3875088"/>
              <a:gd name="connsiteX0" fmla="*/ 39 w 4202226"/>
              <a:gd name="connsiteY0" fmla="*/ 3258 h 3878346"/>
              <a:gd name="connsiteX1" fmla="*/ 4202226 w 4202226"/>
              <a:gd name="connsiteY1" fmla="*/ 3258 h 3878346"/>
              <a:gd name="connsiteX2" fmla="*/ 4202226 w 4202226"/>
              <a:gd name="connsiteY2" fmla="*/ 3258 h 3878346"/>
              <a:gd name="connsiteX3" fmla="*/ 4202226 w 4202226"/>
              <a:gd name="connsiteY3" fmla="*/ 3232485 h 3878346"/>
              <a:gd name="connsiteX4" fmla="*/ 3556365 w 4202226"/>
              <a:gd name="connsiteY4" fmla="*/ 3878346 h 3878346"/>
              <a:gd name="connsiteX5" fmla="*/ 3289 w 4202226"/>
              <a:gd name="connsiteY5" fmla="*/ 3878346 h 3878346"/>
              <a:gd name="connsiteX6" fmla="*/ 3289 w 4202226"/>
              <a:gd name="connsiteY6" fmla="*/ 3878346 h 3878346"/>
              <a:gd name="connsiteX7" fmla="*/ 3289 w 4202226"/>
              <a:gd name="connsiteY7" fmla="*/ 649119 h 3878346"/>
              <a:gd name="connsiteX8" fmla="*/ 39 w 4202226"/>
              <a:gd name="connsiteY8" fmla="*/ 3258 h 3878346"/>
              <a:gd name="connsiteX0" fmla="*/ 308325 w 4510512"/>
              <a:gd name="connsiteY0" fmla="*/ 54195 h 3929283"/>
              <a:gd name="connsiteX1" fmla="*/ 4510512 w 4510512"/>
              <a:gd name="connsiteY1" fmla="*/ 54195 h 3929283"/>
              <a:gd name="connsiteX2" fmla="*/ 4510512 w 4510512"/>
              <a:gd name="connsiteY2" fmla="*/ 54195 h 3929283"/>
              <a:gd name="connsiteX3" fmla="*/ 4510512 w 4510512"/>
              <a:gd name="connsiteY3" fmla="*/ 3283422 h 3929283"/>
              <a:gd name="connsiteX4" fmla="*/ 3864651 w 4510512"/>
              <a:gd name="connsiteY4" fmla="*/ 3929283 h 3929283"/>
              <a:gd name="connsiteX5" fmla="*/ 311575 w 4510512"/>
              <a:gd name="connsiteY5" fmla="*/ 3929283 h 3929283"/>
              <a:gd name="connsiteX6" fmla="*/ 311575 w 4510512"/>
              <a:gd name="connsiteY6" fmla="*/ 3929283 h 3929283"/>
              <a:gd name="connsiteX7" fmla="*/ 317219 w 4510512"/>
              <a:gd name="connsiteY7" fmla="*/ 818590 h 3929283"/>
              <a:gd name="connsiteX8" fmla="*/ 308325 w 4510512"/>
              <a:gd name="connsiteY8" fmla="*/ 54195 h 3929283"/>
              <a:gd name="connsiteX0" fmla="*/ 1 w 4202188"/>
              <a:gd name="connsiteY0" fmla="*/ 479 h 3875567"/>
              <a:gd name="connsiteX1" fmla="*/ 4202188 w 4202188"/>
              <a:gd name="connsiteY1" fmla="*/ 479 h 3875567"/>
              <a:gd name="connsiteX2" fmla="*/ 4202188 w 4202188"/>
              <a:gd name="connsiteY2" fmla="*/ 479 h 3875567"/>
              <a:gd name="connsiteX3" fmla="*/ 4202188 w 4202188"/>
              <a:gd name="connsiteY3" fmla="*/ 3229706 h 3875567"/>
              <a:gd name="connsiteX4" fmla="*/ 3556327 w 4202188"/>
              <a:gd name="connsiteY4" fmla="*/ 3875567 h 3875567"/>
              <a:gd name="connsiteX5" fmla="*/ 3251 w 4202188"/>
              <a:gd name="connsiteY5" fmla="*/ 3875567 h 3875567"/>
              <a:gd name="connsiteX6" fmla="*/ 3251 w 4202188"/>
              <a:gd name="connsiteY6" fmla="*/ 3875567 h 3875567"/>
              <a:gd name="connsiteX7" fmla="*/ 8895 w 4202188"/>
              <a:gd name="connsiteY7" fmla="*/ 764874 h 3875567"/>
              <a:gd name="connsiteX8" fmla="*/ 1 w 4202188"/>
              <a:gd name="connsiteY8" fmla="*/ 479 h 3875567"/>
              <a:gd name="connsiteX0" fmla="*/ 310312 w 4512499"/>
              <a:gd name="connsiteY0" fmla="*/ 479 h 3875567"/>
              <a:gd name="connsiteX1" fmla="*/ 4512499 w 4512499"/>
              <a:gd name="connsiteY1" fmla="*/ 479 h 3875567"/>
              <a:gd name="connsiteX2" fmla="*/ 4512499 w 4512499"/>
              <a:gd name="connsiteY2" fmla="*/ 479 h 3875567"/>
              <a:gd name="connsiteX3" fmla="*/ 4512499 w 4512499"/>
              <a:gd name="connsiteY3" fmla="*/ 3229706 h 3875567"/>
              <a:gd name="connsiteX4" fmla="*/ 3866638 w 4512499"/>
              <a:gd name="connsiteY4" fmla="*/ 3875567 h 3875567"/>
              <a:gd name="connsiteX5" fmla="*/ 313562 w 4512499"/>
              <a:gd name="connsiteY5" fmla="*/ 3875567 h 3875567"/>
              <a:gd name="connsiteX6" fmla="*/ 313562 w 4512499"/>
              <a:gd name="connsiteY6" fmla="*/ 3875567 h 3875567"/>
              <a:gd name="connsiteX7" fmla="*/ 310312 w 4512499"/>
              <a:gd name="connsiteY7" fmla="*/ 479 h 3875567"/>
              <a:gd name="connsiteX0" fmla="*/ 1913 w 4204100"/>
              <a:gd name="connsiteY0" fmla="*/ 285 h 3875373"/>
              <a:gd name="connsiteX1" fmla="*/ 4204100 w 4204100"/>
              <a:gd name="connsiteY1" fmla="*/ 285 h 3875373"/>
              <a:gd name="connsiteX2" fmla="*/ 4204100 w 4204100"/>
              <a:gd name="connsiteY2" fmla="*/ 285 h 3875373"/>
              <a:gd name="connsiteX3" fmla="*/ 4204100 w 4204100"/>
              <a:gd name="connsiteY3" fmla="*/ 3229512 h 3875373"/>
              <a:gd name="connsiteX4" fmla="*/ 3558239 w 4204100"/>
              <a:gd name="connsiteY4" fmla="*/ 3875373 h 3875373"/>
              <a:gd name="connsiteX5" fmla="*/ 5163 w 4204100"/>
              <a:gd name="connsiteY5" fmla="*/ 3875373 h 3875373"/>
              <a:gd name="connsiteX6" fmla="*/ 5163 w 4204100"/>
              <a:gd name="connsiteY6" fmla="*/ 3875373 h 3875373"/>
              <a:gd name="connsiteX7" fmla="*/ 1913 w 4204100"/>
              <a:gd name="connsiteY7" fmla="*/ 285 h 3875373"/>
              <a:gd name="connsiteX0" fmla="*/ 1913 w 4210155"/>
              <a:gd name="connsiteY0" fmla="*/ 285 h 3875373"/>
              <a:gd name="connsiteX1" fmla="*/ 4204100 w 4210155"/>
              <a:gd name="connsiteY1" fmla="*/ 285 h 3875373"/>
              <a:gd name="connsiteX2" fmla="*/ 4204100 w 4210155"/>
              <a:gd name="connsiteY2" fmla="*/ 285 h 3875373"/>
              <a:gd name="connsiteX3" fmla="*/ 4210155 w 4210155"/>
              <a:gd name="connsiteY3" fmla="*/ 2551282 h 3875373"/>
              <a:gd name="connsiteX4" fmla="*/ 3558239 w 4210155"/>
              <a:gd name="connsiteY4" fmla="*/ 3875373 h 3875373"/>
              <a:gd name="connsiteX5" fmla="*/ 5163 w 4210155"/>
              <a:gd name="connsiteY5" fmla="*/ 3875373 h 3875373"/>
              <a:gd name="connsiteX6" fmla="*/ 5163 w 4210155"/>
              <a:gd name="connsiteY6" fmla="*/ 3875373 h 3875373"/>
              <a:gd name="connsiteX7" fmla="*/ 1913 w 4210155"/>
              <a:gd name="connsiteY7" fmla="*/ 285 h 3875373"/>
              <a:gd name="connsiteX0" fmla="*/ 1913 w 4210155"/>
              <a:gd name="connsiteY0" fmla="*/ 285 h 3875373"/>
              <a:gd name="connsiteX1" fmla="*/ 4204100 w 4210155"/>
              <a:gd name="connsiteY1" fmla="*/ 285 h 3875373"/>
              <a:gd name="connsiteX2" fmla="*/ 4204100 w 4210155"/>
              <a:gd name="connsiteY2" fmla="*/ 285 h 3875373"/>
              <a:gd name="connsiteX3" fmla="*/ 4210155 w 4210155"/>
              <a:gd name="connsiteY3" fmla="*/ 2551282 h 3875373"/>
              <a:gd name="connsiteX4" fmla="*/ 2825508 w 4210155"/>
              <a:gd name="connsiteY4" fmla="*/ 3875373 h 3875373"/>
              <a:gd name="connsiteX5" fmla="*/ 5163 w 4210155"/>
              <a:gd name="connsiteY5" fmla="*/ 3875373 h 3875373"/>
              <a:gd name="connsiteX6" fmla="*/ 5163 w 4210155"/>
              <a:gd name="connsiteY6" fmla="*/ 3875373 h 3875373"/>
              <a:gd name="connsiteX7" fmla="*/ 1913 w 4210155"/>
              <a:gd name="connsiteY7" fmla="*/ 285 h 3875373"/>
              <a:gd name="connsiteX0" fmla="*/ 1913 w 4210155"/>
              <a:gd name="connsiteY0" fmla="*/ 285 h 3875373"/>
              <a:gd name="connsiteX1" fmla="*/ 4204100 w 4210155"/>
              <a:gd name="connsiteY1" fmla="*/ 285 h 3875373"/>
              <a:gd name="connsiteX2" fmla="*/ 4204100 w 4210155"/>
              <a:gd name="connsiteY2" fmla="*/ 285 h 3875373"/>
              <a:gd name="connsiteX3" fmla="*/ 4210155 w 4210155"/>
              <a:gd name="connsiteY3" fmla="*/ 2551282 h 3875373"/>
              <a:gd name="connsiteX4" fmla="*/ 2825508 w 4210155"/>
              <a:gd name="connsiteY4" fmla="*/ 3875373 h 3875373"/>
              <a:gd name="connsiteX5" fmla="*/ 5163 w 4210155"/>
              <a:gd name="connsiteY5" fmla="*/ 3875373 h 3875373"/>
              <a:gd name="connsiteX6" fmla="*/ 5163 w 4210155"/>
              <a:gd name="connsiteY6" fmla="*/ 3875373 h 3875373"/>
              <a:gd name="connsiteX7" fmla="*/ 1913 w 4210155"/>
              <a:gd name="connsiteY7" fmla="*/ 285 h 3875373"/>
              <a:gd name="connsiteX0" fmla="*/ 1913 w 4210155"/>
              <a:gd name="connsiteY0" fmla="*/ 285 h 3875373"/>
              <a:gd name="connsiteX1" fmla="*/ 4204100 w 4210155"/>
              <a:gd name="connsiteY1" fmla="*/ 285 h 3875373"/>
              <a:gd name="connsiteX2" fmla="*/ 4204100 w 4210155"/>
              <a:gd name="connsiteY2" fmla="*/ 285 h 3875373"/>
              <a:gd name="connsiteX3" fmla="*/ 4210155 w 4210155"/>
              <a:gd name="connsiteY3" fmla="*/ 2551282 h 3875373"/>
              <a:gd name="connsiteX4" fmla="*/ 2825508 w 4210155"/>
              <a:gd name="connsiteY4" fmla="*/ 3875373 h 3875373"/>
              <a:gd name="connsiteX5" fmla="*/ 5163 w 4210155"/>
              <a:gd name="connsiteY5" fmla="*/ 3875373 h 3875373"/>
              <a:gd name="connsiteX6" fmla="*/ 5163 w 4210155"/>
              <a:gd name="connsiteY6" fmla="*/ 3875373 h 3875373"/>
              <a:gd name="connsiteX7" fmla="*/ 1913 w 4210155"/>
              <a:gd name="connsiteY7" fmla="*/ 285 h 3875373"/>
              <a:gd name="connsiteX0" fmla="*/ 1913 w 4210155"/>
              <a:gd name="connsiteY0" fmla="*/ 1266 h 3876354"/>
              <a:gd name="connsiteX1" fmla="*/ 4204100 w 4210155"/>
              <a:gd name="connsiteY1" fmla="*/ 1266 h 3876354"/>
              <a:gd name="connsiteX2" fmla="*/ 4204100 w 4210155"/>
              <a:gd name="connsiteY2" fmla="*/ 1266 h 3876354"/>
              <a:gd name="connsiteX3" fmla="*/ 4210155 w 4210155"/>
              <a:gd name="connsiteY3" fmla="*/ 2552263 h 3876354"/>
              <a:gd name="connsiteX4" fmla="*/ 2825508 w 4210155"/>
              <a:gd name="connsiteY4" fmla="*/ 3876354 h 3876354"/>
              <a:gd name="connsiteX5" fmla="*/ 5163 w 4210155"/>
              <a:gd name="connsiteY5" fmla="*/ 3876354 h 3876354"/>
              <a:gd name="connsiteX6" fmla="*/ 5163 w 4210155"/>
              <a:gd name="connsiteY6" fmla="*/ 3876354 h 3876354"/>
              <a:gd name="connsiteX7" fmla="*/ 1913 w 4210155"/>
              <a:gd name="connsiteY7" fmla="*/ 1266 h 3876354"/>
              <a:gd name="connsiteX0" fmla="*/ 1913 w 4210155"/>
              <a:gd name="connsiteY0" fmla="*/ 1266 h 3876354"/>
              <a:gd name="connsiteX1" fmla="*/ 4204100 w 4210155"/>
              <a:gd name="connsiteY1" fmla="*/ 1266 h 3876354"/>
              <a:gd name="connsiteX2" fmla="*/ 4204100 w 4210155"/>
              <a:gd name="connsiteY2" fmla="*/ 1266 h 3876354"/>
              <a:gd name="connsiteX3" fmla="*/ 4210155 w 4210155"/>
              <a:gd name="connsiteY3" fmla="*/ 2552263 h 3876354"/>
              <a:gd name="connsiteX4" fmla="*/ 2825508 w 4210155"/>
              <a:gd name="connsiteY4" fmla="*/ 3876354 h 3876354"/>
              <a:gd name="connsiteX5" fmla="*/ 5163 w 4210155"/>
              <a:gd name="connsiteY5" fmla="*/ 3876354 h 3876354"/>
              <a:gd name="connsiteX6" fmla="*/ 5163 w 4210155"/>
              <a:gd name="connsiteY6" fmla="*/ 3876354 h 3876354"/>
              <a:gd name="connsiteX7" fmla="*/ 1913 w 4210155"/>
              <a:gd name="connsiteY7" fmla="*/ 1266 h 3876354"/>
              <a:gd name="connsiteX0" fmla="*/ 1913 w 4210155"/>
              <a:gd name="connsiteY0" fmla="*/ 1266 h 3876354"/>
              <a:gd name="connsiteX1" fmla="*/ 4204100 w 4210155"/>
              <a:gd name="connsiteY1" fmla="*/ 1266 h 3876354"/>
              <a:gd name="connsiteX2" fmla="*/ 4204100 w 4210155"/>
              <a:gd name="connsiteY2" fmla="*/ 255991 h 3876354"/>
              <a:gd name="connsiteX3" fmla="*/ 4210155 w 4210155"/>
              <a:gd name="connsiteY3" fmla="*/ 2552263 h 3876354"/>
              <a:gd name="connsiteX4" fmla="*/ 2825508 w 4210155"/>
              <a:gd name="connsiteY4" fmla="*/ 3876354 h 3876354"/>
              <a:gd name="connsiteX5" fmla="*/ 5163 w 4210155"/>
              <a:gd name="connsiteY5" fmla="*/ 3876354 h 3876354"/>
              <a:gd name="connsiteX6" fmla="*/ 5163 w 4210155"/>
              <a:gd name="connsiteY6" fmla="*/ 3876354 h 3876354"/>
              <a:gd name="connsiteX7" fmla="*/ 1913 w 4210155"/>
              <a:gd name="connsiteY7" fmla="*/ 1266 h 3876354"/>
              <a:gd name="connsiteX0" fmla="*/ 1913 w 4210155"/>
              <a:gd name="connsiteY0" fmla="*/ 1266 h 3876354"/>
              <a:gd name="connsiteX1" fmla="*/ 4204100 w 4210155"/>
              <a:gd name="connsiteY1" fmla="*/ 1266 h 3876354"/>
              <a:gd name="connsiteX2" fmla="*/ 4210155 w 4210155"/>
              <a:gd name="connsiteY2" fmla="*/ 2552263 h 3876354"/>
              <a:gd name="connsiteX3" fmla="*/ 2825508 w 4210155"/>
              <a:gd name="connsiteY3" fmla="*/ 3876354 h 3876354"/>
              <a:gd name="connsiteX4" fmla="*/ 5163 w 4210155"/>
              <a:gd name="connsiteY4" fmla="*/ 3876354 h 3876354"/>
              <a:gd name="connsiteX5" fmla="*/ 5163 w 4210155"/>
              <a:gd name="connsiteY5" fmla="*/ 3876354 h 3876354"/>
              <a:gd name="connsiteX6" fmla="*/ 1913 w 4210155"/>
              <a:gd name="connsiteY6" fmla="*/ 1266 h 3876354"/>
              <a:gd name="connsiteX0" fmla="*/ 1913 w 4210155"/>
              <a:gd name="connsiteY0" fmla="*/ 264587 h 3875090"/>
              <a:gd name="connsiteX1" fmla="*/ 4204100 w 4210155"/>
              <a:gd name="connsiteY1" fmla="*/ 2 h 3875090"/>
              <a:gd name="connsiteX2" fmla="*/ 4210155 w 4210155"/>
              <a:gd name="connsiteY2" fmla="*/ 2550999 h 3875090"/>
              <a:gd name="connsiteX3" fmla="*/ 2825508 w 4210155"/>
              <a:gd name="connsiteY3" fmla="*/ 3875090 h 3875090"/>
              <a:gd name="connsiteX4" fmla="*/ 5163 w 4210155"/>
              <a:gd name="connsiteY4" fmla="*/ 3875090 h 3875090"/>
              <a:gd name="connsiteX5" fmla="*/ 5163 w 4210155"/>
              <a:gd name="connsiteY5" fmla="*/ 3875090 h 3875090"/>
              <a:gd name="connsiteX6" fmla="*/ 1913 w 4210155"/>
              <a:gd name="connsiteY6" fmla="*/ 264587 h 3875090"/>
              <a:gd name="connsiteX0" fmla="*/ 310312 w 4518554"/>
              <a:gd name="connsiteY0" fmla="*/ 265254 h 3875757"/>
              <a:gd name="connsiteX1" fmla="*/ 4512499 w 4518554"/>
              <a:gd name="connsiteY1" fmla="*/ 272404 h 3875757"/>
              <a:gd name="connsiteX2" fmla="*/ 4518554 w 4518554"/>
              <a:gd name="connsiteY2" fmla="*/ 2551666 h 3875757"/>
              <a:gd name="connsiteX3" fmla="*/ 3133907 w 4518554"/>
              <a:gd name="connsiteY3" fmla="*/ 3875757 h 3875757"/>
              <a:gd name="connsiteX4" fmla="*/ 313562 w 4518554"/>
              <a:gd name="connsiteY4" fmla="*/ 3875757 h 3875757"/>
              <a:gd name="connsiteX5" fmla="*/ 313562 w 4518554"/>
              <a:gd name="connsiteY5" fmla="*/ 3875757 h 3875757"/>
              <a:gd name="connsiteX6" fmla="*/ 310312 w 4518554"/>
              <a:gd name="connsiteY6" fmla="*/ 265254 h 3875757"/>
              <a:gd name="connsiteX0" fmla="*/ 0 w 4208242"/>
              <a:gd name="connsiteY0" fmla="*/ 265254 h 3875757"/>
              <a:gd name="connsiteX1" fmla="*/ 4202187 w 4208242"/>
              <a:gd name="connsiteY1" fmla="*/ 272404 h 3875757"/>
              <a:gd name="connsiteX2" fmla="*/ 4208242 w 4208242"/>
              <a:gd name="connsiteY2" fmla="*/ 2551666 h 3875757"/>
              <a:gd name="connsiteX3" fmla="*/ 2823595 w 4208242"/>
              <a:gd name="connsiteY3" fmla="*/ 3875757 h 3875757"/>
              <a:gd name="connsiteX4" fmla="*/ 3250 w 4208242"/>
              <a:gd name="connsiteY4" fmla="*/ 3875757 h 3875757"/>
              <a:gd name="connsiteX5" fmla="*/ 3250 w 4208242"/>
              <a:gd name="connsiteY5" fmla="*/ 3875757 h 3875757"/>
              <a:gd name="connsiteX6" fmla="*/ 0 w 4208242"/>
              <a:gd name="connsiteY6" fmla="*/ 265254 h 3875757"/>
              <a:gd name="connsiteX0" fmla="*/ 0 w 4208242"/>
              <a:gd name="connsiteY0" fmla="*/ 0 h 3610503"/>
              <a:gd name="connsiteX1" fmla="*/ 4202187 w 4208242"/>
              <a:gd name="connsiteY1" fmla="*/ 7150 h 3610503"/>
              <a:gd name="connsiteX2" fmla="*/ 4208242 w 4208242"/>
              <a:gd name="connsiteY2" fmla="*/ 2286412 h 3610503"/>
              <a:gd name="connsiteX3" fmla="*/ 2823595 w 4208242"/>
              <a:gd name="connsiteY3" fmla="*/ 3610503 h 3610503"/>
              <a:gd name="connsiteX4" fmla="*/ 3250 w 4208242"/>
              <a:gd name="connsiteY4" fmla="*/ 3610503 h 3610503"/>
              <a:gd name="connsiteX5" fmla="*/ 3250 w 4208242"/>
              <a:gd name="connsiteY5" fmla="*/ 3610503 h 3610503"/>
              <a:gd name="connsiteX6" fmla="*/ 0 w 4208242"/>
              <a:gd name="connsiteY6" fmla="*/ 0 h 3610503"/>
              <a:gd name="connsiteX0" fmla="*/ 0 w 4208242"/>
              <a:gd name="connsiteY0" fmla="*/ 4026 h 3603353"/>
              <a:gd name="connsiteX1" fmla="*/ 4202187 w 4208242"/>
              <a:gd name="connsiteY1" fmla="*/ 0 h 3603353"/>
              <a:gd name="connsiteX2" fmla="*/ 4208242 w 4208242"/>
              <a:gd name="connsiteY2" fmla="*/ 2279262 h 3603353"/>
              <a:gd name="connsiteX3" fmla="*/ 2823595 w 4208242"/>
              <a:gd name="connsiteY3" fmla="*/ 3603353 h 3603353"/>
              <a:gd name="connsiteX4" fmla="*/ 3250 w 4208242"/>
              <a:gd name="connsiteY4" fmla="*/ 3603353 h 3603353"/>
              <a:gd name="connsiteX5" fmla="*/ 3250 w 4208242"/>
              <a:gd name="connsiteY5" fmla="*/ 3603353 h 3603353"/>
              <a:gd name="connsiteX6" fmla="*/ 0 w 4208242"/>
              <a:gd name="connsiteY6" fmla="*/ 4026 h 3603353"/>
              <a:gd name="connsiteX0" fmla="*/ 0 w 4208242"/>
              <a:gd name="connsiteY0" fmla="*/ 0 h 3599327"/>
              <a:gd name="connsiteX1" fmla="*/ 4202187 w 4208242"/>
              <a:gd name="connsiteY1" fmla="*/ 7150 h 3599327"/>
              <a:gd name="connsiteX2" fmla="*/ 4208242 w 4208242"/>
              <a:gd name="connsiteY2" fmla="*/ 2275236 h 3599327"/>
              <a:gd name="connsiteX3" fmla="*/ 2823595 w 4208242"/>
              <a:gd name="connsiteY3" fmla="*/ 3599327 h 3599327"/>
              <a:gd name="connsiteX4" fmla="*/ 3250 w 4208242"/>
              <a:gd name="connsiteY4" fmla="*/ 3599327 h 3599327"/>
              <a:gd name="connsiteX5" fmla="*/ 3250 w 4208242"/>
              <a:gd name="connsiteY5" fmla="*/ 3599327 h 3599327"/>
              <a:gd name="connsiteX6" fmla="*/ 0 w 4208242"/>
              <a:gd name="connsiteY6" fmla="*/ 0 h 3599327"/>
              <a:gd name="connsiteX0" fmla="*/ 0 w 4208242"/>
              <a:gd name="connsiteY0" fmla="*/ 0 h 3593739"/>
              <a:gd name="connsiteX1" fmla="*/ 4202187 w 4208242"/>
              <a:gd name="connsiteY1" fmla="*/ 1562 h 3593739"/>
              <a:gd name="connsiteX2" fmla="*/ 4208242 w 4208242"/>
              <a:gd name="connsiteY2" fmla="*/ 2269648 h 3593739"/>
              <a:gd name="connsiteX3" fmla="*/ 2823595 w 4208242"/>
              <a:gd name="connsiteY3" fmla="*/ 3593739 h 3593739"/>
              <a:gd name="connsiteX4" fmla="*/ 3250 w 4208242"/>
              <a:gd name="connsiteY4" fmla="*/ 3593739 h 3593739"/>
              <a:gd name="connsiteX5" fmla="*/ 3250 w 4208242"/>
              <a:gd name="connsiteY5" fmla="*/ 3593739 h 3593739"/>
              <a:gd name="connsiteX6" fmla="*/ 0 w 4208242"/>
              <a:gd name="connsiteY6" fmla="*/ 0 h 3593739"/>
              <a:gd name="connsiteX0" fmla="*/ 0 w 4208242"/>
              <a:gd name="connsiteY0" fmla="*/ 0 h 3593740"/>
              <a:gd name="connsiteX1" fmla="*/ 4202187 w 4208242"/>
              <a:gd name="connsiteY1" fmla="*/ 1562 h 3593740"/>
              <a:gd name="connsiteX2" fmla="*/ 4208242 w 4208242"/>
              <a:gd name="connsiteY2" fmla="*/ 2269648 h 3593740"/>
              <a:gd name="connsiteX3" fmla="*/ 2823595 w 4208242"/>
              <a:gd name="connsiteY3" fmla="*/ 3593739 h 3593740"/>
              <a:gd name="connsiteX4" fmla="*/ 3250 w 4208242"/>
              <a:gd name="connsiteY4" fmla="*/ 3593739 h 3593740"/>
              <a:gd name="connsiteX5" fmla="*/ 3250 w 4208242"/>
              <a:gd name="connsiteY5" fmla="*/ 3593739 h 3593740"/>
              <a:gd name="connsiteX6" fmla="*/ 0 w 4208242"/>
              <a:gd name="connsiteY6" fmla="*/ 0 h 359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08242" h="3593740">
                <a:moveTo>
                  <a:pt x="0" y="0"/>
                </a:moveTo>
                <a:lnTo>
                  <a:pt x="4202187" y="1562"/>
                </a:lnTo>
                <a:cubicBezTo>
                  <a:pt x="4204205" y="851894"/>
                  <a:pt x="4206224" y="1419316"/>
                  <a:pt x="4208242" y="2269648"/>
                </a:cubicBezTo>
                <a:cubicBezTo>
                  <a:pt x="4202187" y="2838294"/>
                  <a:pt x="3827905" y="3594834"/>
                  <a:pt x="2823595" y="3593739"/>
                </a:cubicBezTo>
                <a:lnTo>
                  <a:pt x="3250" y="3593739"/>
                </a:lnTo>
                <a:lnTo>
                  <a:pt x="3250" y="3593739"/>
                </a:lnTo>
                <a:cubicBezTo>
                  <a:pt x="2708" y="2947891"/>
                  <a:pt x="1625" y="1805251"/>
                  <a:pt x="0" y="0"/>
                </a:cubicBezTo>
                <a:close/>
              </a:path>
            </a:pathLst>
          </a:custGeom>
          <a:solidFill>
            <a:srgbClr val="EEEEEE"/>
          </a:solidFill>
        </p:spPr>
        <p:txBody>
          <a:bodyPr anchor="ctr" anchorCtr="0">
            <a:normAutofit/>
          </a:bodyPr>
          <a:lstStyle>
            <a:lvl1pPr marL="0" indent="0" algn="ctr">
              <a:buNone/>
              <a:defRPr sz="1867" b="1" i="0">
                <a:latin typeface="Museo Sans 900" panose="02000000000000000000" pitchFamily="2" charset="77"/>
              </a:defRPr>
            </a:lvl1pPr>
          </a:lstStyle>
          <a:p>
            <a:r>
              <a:rPr lang="en-GB"/>
              <a:t>Click icon to add picture</a:t>
            </a:r>
            <a:endParaRPr lang="en-US"/>
          </a:p>
        </p:txBody>
      </p:sp>
      <p:sp>
        <p:nvSpPr>
          <p:cNvPr id="12" name="TextBox 11">
            <a:extLst>
              <a:ext uri="{FF2B5EF4-FFF2-40B4-BE49-F238E27FC236}">
                <a16:creationId xmlns:a16="http://schemas.microsoft.com/office/drawing/2014/main" id="{0BCAA425-67B4-5BDF-FC9B-95100F18ADCC}"/>
              </a:ext>
            </a:extLst>
          </p:cNvPr>
          <p:cNvSpPr txBox="1"/>
          <p:nvPr userDrawn="1"/>
        </p:nvSpPr>
        <p:spPr>
          <a:xfrm>
            <a:off x="12837459" y="-779"/>
            <a:ext cx="2510117" cy="749179"/>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Images can be used in the place holder frame. The orange corner graphic is an additional element and must remain in place.</a:t>
            </a:r>
          </a:p>
        </p:txBody>
      </p:sp>
      <p:grpSp>
        <p:nvGrpSpPr>
          <p:cNvPr id="4" name="Group 3">
            <a:extLst>
              <a:ext uri="{FF2B5EF4-FFF2-40B4-BE49-F238E27FC236}">
                <a16:creationId xmlns:a16="http://schemas.microsoft.com/office/drawing/2014/main" id="{8CBCCF14-35FF-6F10-B4EF-7D7B5ECEDDD1}"/>
              </a:ext>
            </a:extLst>
          </p:cNvPr>
          <p:cNvGrpSpPr/>
          <p:nvPr userDrawn="1"/>
        </p:nvGrpSpPr>
        <p:grpSpPr>
          <a:xfrm>
            <a:off x="10609008" y="6203793"/>
            <a:ext cx="1111864" cy="408104"/>
            <a:chOff x="397414" y="755885"/>
            <a:chExt cx="2901256" cy="1064892"/>
          </a:xfrm>
        </p:grpSpPr>
        <p:grpSp>
          <p:nvGrpSpPr>
            <p:cNvPr id="5" name="Graphic 4">
              <a:extLst>
                <a:ext uri="{FF2B5EF4-FFF2-40B4-BE49-F238E27FC236}">
                  <a16:creationId xmlns:a16="http://schemas.microsoft.com/office/drawing/2014/main" id="{81B2B83D-C8C7-D047-6845-DF4C9F2006D1}"/>
                </a:ext>
              </a:extLst>
            </p:cNvPr>
            <p:cNvGrpSpPr/>
            <p:nvPr/>
          </p:nvGrpSpPr>
          <p:grpSpPr>
            <a:xfrm>
              <a:off x="397414" y="755885"/>
              <a:ext cx="1031033" cy="1064892"/>
              <a:chOff x="397414" y="755885"/>
              <a:chExt cx="1031033" cy="1064892"/>
            </a:xfrm>
          </p:grpSpPr>
          <p:sp>
            <p:nvSpPr>
              <p:cNvPr id="34" name="Freeform 33">
                <a:extLst>
                  <a:ext uri="{FF2B5EF4-FFF2-40B4-BE49-F238E27FC236}">
                    <a16:creationId xmlns:a16="http://schemas.microsoft.com/office/drawing/2014/main" id="{5A3E9C46-04F7-DE70-6883-9D2AD10F8B1E}"/>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D4552B29-BE55-1DAA-16A1-F03398E365EB}"/>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ED5F1605-64EC-CD61-34B3-7A4791237AC2}"/>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8" name="Graphic 4">
              <a:extLst>
                <a:ext uri="{FF2B5EF4-FFF2-40B4-BE49-F238E27FC236}">
                  <a16:creationId xmlns:a16="http://schemas.microsoft.com/office/drawing/2014/main" id="{46BF4429-5EB1-1CF7-78B4-2BB4E6A35671}"/>
                </a:ext>
              </a:extLst>
            </p:cNvPr>
            <p:cNvGrpSpPr/>
            <p:nvPr/>
          </p:nvGrpSpPr>
          <p:grpSpPr>
            <a:xfrm>
              <a:off x="1208140" y="933050"/>
              <a:ext cx="2090530" cy="573060"/>
              <a:chOff x="1208140" y="933050"/>
              <a:chExt cx="2090530" cy="573060"/>
            </a:xfrm>
            <a:solidFill>
              <a:srgbClr val="333333"/>
            </a:solidFill>
          </p:grpSpPr>
          <p:sp>
            <p:nvSpPr>
              <p:cNvPr id="9" name="Freeform 8">
                <a:extLst>
                  <a:ext uri="{FF2B5EF4-FFF2-40B4-BE49-F238E27FC236}">
                    <a16:creationId xmlns:a16="http://schemas.microsoft.com/office/drawing/2014/main" id="{7478D1A8-1330-1A37-5FF3-2264A42DC734}"/>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51DEEE78-78E1-3249-1C19-06202448EB10}"/>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54841845-CADC-6A7C-FD4A-956B8C1A990B}"/>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22007AA5-4F16-24A0-17F0-FFEA295E7FE6}"/>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8D6D52E4-1C43-E293-A8B0-F8217E0F0D20}"/>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CE663B51-BB0C-CD9D-164F-5C8DB1495BB1}"/>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4B4CF2A6-EDD2-956F-43CA-48B959C94CD0}"/>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46EA19BB-2E5B-E1FB-5D08-018B2525EE04}"/>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F58D9B40-559F-55FB-BDD4-F98FF9CE8CED}"/>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1B2B43FF-1B00-9A1D-BF49-B665D52379F3}"/>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5" name="Freeform 24">
                <a:extLst>
                  <a:ext uri="{FF2B5EF4-FFF2-40B4-BE49-F238E27FC236}">
                    <a16:creationId xmlns:a16="http://schemas.microsoft.com/office/drawing/2014/main" id="{7F9E7D86-BCE8-347C-7137-3BDE3A3925CB}"/>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C52419FB-71FA-ED51-BB51-2124B61CB1C5}"/>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27345EEB-FDB0-31F1-75EA-F31BA8543437}"/>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3CAD6E66-539D-6AAA-0A72-21A20787B6A8}"/>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9B764C8B-22B1-50C8-5A58-8859817E79D0}"/>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5202B015-91C3-FF17-DCCC-98F3F344C638}"/>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549AEA1F-8E17-6FC7-CF0E-DA29A63BDB0E}"/>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F9122648-1253-1E6C-7219-F9327901A409}"/>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pic>
        <p:nvPicPr>
          <p:cNvPr id="37" name="Graphic 36">
            <a:extLst>
              <a:ext uri="{FF2B5EF4-FFF2-40B4-BE49-F238E27FC236}">
                <a16:creationId xmlns:a16="http://schemas.microsoft.com/office/drawing/2014/main" id="{D6FDC151-89F5-88CC-FFC6-FD5C282F87F3}"/>
              </a:ext>
            </a:extLst>
          </p:cNvPr>
          <p:cNvPicPr>
            <a:picLocks/>
          </p:cNvPicPr>
          <p:nvPr userDrawn="1"/>
        </p:nvPicPr>
        <p:blipFill>
          <a:blip>
            <a:extLst>
              <a:ext uri="{96DAC541-7B7A-43D3-8B79-37D633B846F1}">
                <asvg:svgBlip xmlns:asvg="http://schemas.microsoft.com/office/drawing/2016/SVG/main" r:embed="rId3"/>
              </a:ext>
            </a:extLst>
          </a:blip>
          <a:stretch>
            <a:fillRect/>
          </a:stretch>
        </p:blipFill>
        <p:spPr>
          <a:xfrm>
            <a:off x="408000" y="408000"/>
            <a:ext cx="11400000" cy="192000"/>
          </a:xfrm>
          <a:prstGeom prst="rect">
            <a:avLst/>
          </a:prstGeom>
        </p:spPr>
      </p:pic>
      <p:sp>
        <p:nvSpPr>
          <p:cNvPr id="38" name="Slide Number Placeholder 5">
            <a:extLst>
              <a:ext uri="{FF2B5EF4-FFF2-40B4-BE49-F238E27FC236}">
                <a16:creationId xmlns:a16="http://schemas.microsoft.com/office/drawing/2014/main" id="{808F7912-E71F-B523-7156-E7CC215C7C07}"/>
              </a:ext>
            </a:extLst>
          </p:cNvPr>
          <p:cNvSpPr>
            <a:spLocks noGrp="1"/>
          </p:cNvSpPr>
          <p:nvPr>
            <p:ph type="sldNum" sz="quarter" idx="12"/>
          </p:nvPr>
        </p:nvSpPr>
        <p:spPr>
          <a:xfrm>
            <a:off x="11273400" y="402113"/>
            <a:ext cx="480000" cy="203143"/>
          </a:xfrm>
        </p:spPr>
        <p:txBody>
          <a:bodyPr/>
          <a:lstStyle>
            <a:lvl1pPr>
              <a:defRPr sz="800" b="0" i="0">
                <a:solidFill>
                  <a:schemeClr val="tx1"/>
                </a:solidFill>
                <a:latin typeface="Museo Sans 500" panose="02000000000000000000" pitchFamily="2" charset="77"/>
              </a:defRPr>
            </a:lvl1pPr>
          </a:lstStyle>
          <a:p>
            <a:fld id="{837EA21B-C1CD-FF4F-B5B3-C7F194F4D1C4}" type="slidenum">
              <a:rPr lang="en-US" smtClean="0"/>
              <a:pPr/>
              <a:t>‹#›</a:t>
            </a:fld>
            <a:endParaRPr lang="en-US"/>
          </a:p>
        </p:txBody>
      </p:sp>
      <p:sp>
        <p:nvSpPr>
          <p:cNvPr id="14" name="Text Placeholder 18">
            <a:extLst>
              <a:ext uri="{FF2B5EF4-FFF2-40B4-BE49-F238E27FC236}">
                <a16:creationId xmlns:a16="http://schemas.microsoft.com/office/drawing/2014/main" id="{4EFA1F18-094E-746F-C191-787DB843A292}"/>
              </a:ext>
            </a:extLst>
          </p:cNvPr>
          <p:cNvSpPr>
            <a:spLocks noGrp="1"/>
          </p:cNvSpPr>
          <p:nvPr>
            <p:ph type="body" sz="quarter" idx="38" hasCustomPrompt="1"/>
          </p:nvPr>
        </p:nvSpPr>
        <p:spPr>
          <a:xfrm>
            <a:off x="6478472" y="936000"/>
            <a:ext cx="5280000" cy="525927"/>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a:t>
            </a:r>
          </a:p>
        </p:txBody>
      </p:sp>
      <p:sp>
        <p:nvSpPr>
          <p:cNvPr id="16" name="Text Placeholder 24">
            <a:extLst>
              <a:ext uri="{FF2B5EF4-FFF2-40B4-BE49-F238E27FC236}">
                <a16:creationId xmlns:a16="http://schemas.microsoft.com/office/drawing/2014/main" id="{EE068F4C-9820-9591-0FBC-12587C2449D0}"/>
              </a:ext>
            </a:extLst>
          </p:cNvPr>
          <p:cNvSpPr>
            <a:spLocks noGrp="1"/>
          </p:cNvSpPr>
          <p:nvPr>
            <p:ph type="body" sz="quarter" idx="37" hasCustomPrompt="1"/>
          </p:nvPr>
        </p:nvSpPr>
        <p:spPr>
          <a:xfrm>
            <a:off x="6478472" y="1554480"/>
            <a:ext cx="5280000" cy="480000"/>
          </a:xfrm>
        </p:spPr>
        <p:txBody>
          <a:bodyPr lIns="0" tIns="0" rIns="0" bIns="0">
            <a:noAutofit/>
          </a:bodyPr>
          <a:lstStyle>
            <a:lvl1pPr marL="0" indent="0">
              <a:lnSpc>
                <a:spcPts val="1867"/>
              </a:lnSpc>
              <a:buFontTx/>
              <a:buNone/>
              <a:defRPr sz="1600" b="0" i="0">
                <a:solidFill>
                  <a:srgbClr val="FF5A10"/>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17" name="Text Placeholder 24">
            <a:extLst>
              <a:ext uri="{FF2B5EF4-FFF2-40B4-BE49-F238E27FC236}">
                <a16:creationId xmlns:a16="http://schemas.microsoft.com/office/drawing/2014/main" id="{1D4B709A-FB8C-F31E-731F-C79B7B61B3D7}"/>
              </a:ext>
            </a:extLst>
          </p:cNvPr>
          <p:cNvSpPr>
            <a:spLocks noGrp="1"/>
          </p:cNvSpPr>
          <p:nvPr>
            <p:ph type="body" sz="quarter" idx="14"/>
          </p:nvPr>
        </p:nvSpPr>
        <p:spPr>
          <a:xfrm>
            <a:off x="6478472" y="2124661"/>
            <a:ext cx="5280000" cy="3600404"/>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2" name="TextBox 1">
            <a:extLst>
              <a:ext uri="{FF2B5EF4-FFF2-40B4-BE49-F238E27FC236}">
                <a16:creationId xmlns:a16="http://schemas.microsoft.com/office/drawing/2014/main" id="{8EC982F5-AD6F-9C70-BBD1-0B482ECDC8ED}"/>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3" name="TextBox 2">
            <a:extLst>
              <a:ext uri="{FF2B5EF4-FFF2-40B4-BE49-F238E27FC236}">
                <a16:creationId xmlns:a16="http://schemas.microsoft.com/office/drawing/2014/main" id="{D4C9B904-A010-BA9D-71FC-2C7269CB9819}"/>
              </a:ext>
            </a:extLst>
          </p:cNvPr>
          <p:cNvSpPr txBox="1"/>
          <p:nvPr userDrawn="1"/>
        </p:nvSpPr>
        <p:spPr>
          <a:xfrm>
            <a:off x="1515166" y="410216"/>
            <a:ext cx="1749197" cy="200055"/>
          </a:xfrm>
          <a:prstGeom prst="rect">
            <a:avLst/>
          </a:prstGeom>
          <a:noFill/>
        </p:spPr>
        <p:txBody>
          <a:bodyPr wrap="none" rtlCol="0">
            <a:spAutoFit/>
          </a:bodyPr>
          <a:lstStyle/>
          <a:p>
            <a:r>
              <a:rPr lang="en-US" sz="700"/>
              <a:t>Automation </a:t>
            </a:r>
            <a:r>
              <a:rPr lang="en-US" sz="700" err="1"/>
              <a:t>Anywhere’s</a:t>
            </a:r>
            <a:r>
              <a:rPr lang="en-US" sz="700"/>
              <a:t> APA Platform</a:t>
            </a:r>
          </a:p>
        </p:txBody>
      </p:sp>
    </p:spTree>
    <p:extLst>
      <p:ext uri="{BB962C8B-B14F-4D97-AF65-F5344CB8AC3E}">
        <p14:creationId xmlns:p14="http://schemas.microsoft.com/office/powerpoint/2010/main" val="388945465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Image 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0BCAA425-67B4-5BDF-FC9B-95100F18ADCC}"/>
              </a:ext>
            </a:extLst>
          </p:cNvPr>
          <p:cNvSpPr txBox="1"/>
          <p:nvPr userDrawn="1"/>
        </p:nvSpPr>
        <p:spPr>
          <a:xfrm>
            <a:off x="12837459" y="-779"/>
            <a:ext cx="2510117" cy="749179"/>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Images can be used in the place holder frame. The orange corner graphic is an additional element and must remain in place.</a:t>
            </a:r>
          </a:p>
        </p:txBody>
      </p:sp>
      <p:grpSp>
        <p:nvGrpSpPr>
          <p:cNvPr id="4" name="Group 3">
            <a:extLst>
              <a:ext uri="{FF2B5EF4-FFF2-40B4-BE49-F238E27FC236}">
                <a16:creationId xmlns:a16="http://schemas.microsoft.com/office/drawing/2014/main" id="{8CBCCF14-35FF-6F10-B4EF-7D7B5ECEDDD1}"/>
              </a:ext>
            </a:extLst>
          </p:cNvPr>
          <p:cNvGrpSpPr/>
          <p:nvPr userDrawn="1"/>
        </p:nvGrpSpPr>
        <p:grpSpPr>
          <a:xfrm>
            <a:off x="10609008" y="6203793"/>
            <a:ext cx="1111864" cy="408104"/>
            <a:chOff x="397414" y="755885"/>
            <a:chExt cx="2901256" cy="1064892"/>
          </a:xfrm>
        </p:grpSpPr>
        <p:grpSp>
          <p:nvGrpSpPr>
            <p:cNvPr id="5" name="Graphic 4">
              <a:extLst>
                <a:ext uri="{FF2B5EF4-FFF2-40B4-BE49-F238E27FC236}">
                  <a16:creationId xmlns:a16="http://schemas.microsoft.com/office/drawing/2014/main" id="{81B2B83D-C8C7-D047-6845-DF4C9F2006D1}"/>
                </a:ext>
              </a:extLst>
            </p:cNvPr>
            <p:cNvGrpSpPr/>
            <p:nvPr/>
          </p:nvGrpSpPr>
          <p:grpSpPr>
            <a:xfrm>
              <a:off x="397414" y="755885"/>
              <a:ext cx="1031033" cy="1064892"/>
              <a:chOff x="397414" y="755885"/>
              <a:chExt cx="1031033" cy="1064892"/>
            </a:xfrm>
          </p:grpSpPr>
          <p:sp>
            <p:nvSpPr>
              <p:cNvPr id="34" name="Freeform 33">
                <a:extLst>
                  <a:ext uri="{FF2B5EF4-FFF2-40B4-BE49-F238E27FC236}">
                    <a16:creationId xmlns:a16="http://schemas.microsoft.com/office/drawing/2014/main" id="{5A3E9C46-04F7-DE70-6883-9D2AD10F8B1E}"/>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D4552B29-BE55-1DAA-16A1-F03398E365EB}"/>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ED5F1605-64EC-CD61-34B3-7A4791237AC2}"/>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8" name="Graphic 4">
              <a:extLst>
                <a:ext uri="{FF2B5EF4-FFF2-40B4-BE49-F238E27FC236}">
                  <a16:creationId xmlns:a16="http://schemas.microsoft.com/office/drawing/2014/main" id="{46BF4429-5EB1-1CF7-78B4-2BB4E6A35671}"/>
                </a:ext>
              </a:extLst>
            </p:cNvPr>
            <p:cNvGrpSpPr/>
            <p:nvPr/>
          </p:nvGrpSpPr>
          <p:grpSpPr>
            <a:xfrm>
              <a:off x="1208140" y="933050"/>
              <a:ext cx="2090530" cy="573060"/>
              <a:chOff x="1208140" y="933050"/>
              <a:chExt cx="2090530" cy="573060"/>
            </a:xfrm>
            <a:solidFill>
              <a:srgbClr val="333333"/>
            </a:solidFill>
          </p:grpSpPr>
          <p:sp>
            <p:nvSpPr>
              <p:cNvPr id="9" name="Freeform 8">
                <a:extLst>
                  <a:ext uri="{FF2B5EF4-FFF2-40B4-BE49-F238E27FC236}">
                    <a16:creationId xmlns:a16="http://schemas.microsoft.com/office/drawing/2014/main" id="{7478D1A8-1330-1A37-5FF3-2264A42DC734}"/>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51DEEE78-78E1-3249-1C19-06202448EB10}"/>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54841845-CADC-6A7C-FD4A-956B8C1A990B}"/>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22007AA5-4F16-24A0-17F0-FFEA295E7FE6}"/>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8D6D52E4-1C43-E293-A8B0-F8217E0F0D20}"/>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CE663B51-BB0C-CD9D-164F-5C8DB1495BB1}"/>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4B4CF2A6-EDD2-956F-43CA-48B959C94CD0}"/>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46EA19BB-2E5B-E1FB-5D08-018B2525EE04}"/>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F58D9B40-559F-55FB-BDD4-F98FF9CE8CED}"/>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1B2B43FF-1B00-9A1D-BF49-B665D52379F3}"/>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5" name="Freeform 24">
                <a:extLst>
                  <a:ext uri="{FF2B5EF4-FFF2-40B4-BE49-F238E27FC236}">
                    <a16:creationId xmlns:a16="http://schemas.microsoft.com/office/drawing/2014/main" id="{7F9E7D86-BCE8-347C-7137-3BDE3A3925CB}"/>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C52419FB-71FA-ED51-BB51-2124B61CB1C5}"/>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27345EEB-FDB0-31F1-75EA-F31BA8543437}"/>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3CAD6E66-539D-6AAA-0A72-21A20787B6A8}"/>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9B764C8B-22B1-50C8-5A58-8859817E79D0}"/>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5202B015-91C3-FF17-DCCC-98F3F344C638}"/>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549AEA1F-8E17-6FC7-CF0E-DA29A63BDB0E}"/>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F9122648-1253-1E6C-7219-F9327901A409}"/>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pic>
        <p:nvPicPr>
          <p:cNvPr id="37" name="Graphic 36">
            <a:extLst>
              <a:ext uri="{FF2B5EF4-FFF2-40B4-BE49-F238E27FC236}">
                <a16:creationId xmlns:a16="http://schemas.microsoft.com/office/drawing/2014/main" id="{D6FDC151-89F5-88CC-FFC6-FD5C282F87F3}"/>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408000" y="408000"/>
            <a:ext cx="11400000" cy="192000"/>
          </a:xfrm>
          <a:prstGeom prst="rect">
            <a:avLst/>
          </a:prstGeom>
        </p:spPr>
      </p:pic>
      <p:sp>
        <p:nvSpPr>
          <p:cNvPr id="38" name="Slide Number Placeholder 5">
            <a:extLst>
              <a:ext uri="{FF2B5EF4-FFF2-40B4-BE49-F238E27FC236}">
                <a16:creationId xmlns:a16="http://schemas.microsoft.com/office/drawing/2014/main" id="{808F7912-E71F-B523-7156-E7CC215C7C07}"/>
              </a:ext>
            </a:extLst>
          </p:cNvPr>
          <p:cNvSpPr>
            <a:spLocks noGrp="1"/>
          </p:cNvSpPr>
          <p:nvPr>
            <p:ph type="sldNum" sz="quarter" idx="12"/>
          </p:nvPr>
        </p:nvSpPr>
        <p:spPr>
          <a:xfrm>
            <a:off x="11273400" y="402113"/>
            <a:ext cx="480000" cy="203143"/>
          </a:xfrm>
        </p:spPr>
        <p:txBody>
          <a:bodyPr/>
          <a:lstStyle>
            <a:lvl1pPr>
              <a:defRPr sz="800" b="0" i="0">
                <a:solidFill>
                  <a:schemeClr val="tx1"/>
                </a:solidFill>
                <a:latin typeface="Museo Sans 500" panose="02000000000000000000" pitchFamily="2" charset="77"/>
              </a:defRPr>
            </a:lvl1pPr>
          </a:lstStyle>
          <a:p>
            <a:fld id="{837EA21B-C1CD-FF4F-B5B3-C7F194F4D1C4}" type="slidenum">
              <a:rPr lang="en-US" smtClean="0"/>
              <a:pPr/>
              <a:t>‹#›</a:t>
            </a:fld>
            <a:endParaRPr lang="en-US"/>
          </a:p>
        </p:txBody>
      </p:sp>
      <p:sp>
        <p:nvSpPr>
          <p:cNvPr id="51" name="Text Placeholder 18">
            <a:extLst>
              <a:ext uri="{FF2B5EF4-FFF2-40B4-BE49-F238E27FC236}">
                <a16:creationId xmlns:a16="http://schemas.microsoft.com/office/drawing/2014/main" id="{B5D3EDC4-70C3-4FD9-89AC-29EAF2E6D70C}"/>
              </a:ext>
            </a:extLst>
          </p:cNvPr>
          <p:cNvSpPr>
            <a:spLocks noGrp="1"/>
          </p:cNvSpPr>
          <p:nvPr>
            <p:ph type="body" sz="quarter" idx="38" hasCustomPrompt="1"/>
          </p:nvPr>
        </p:nvSpPr>
        <p:spPr>
          <a:xfrm>
            <a:off x="6478472" y="936001"/>
            <a:ext cx="5280000" cy="1024536"/>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 </a:t>
            </a:r>
            <a:br>
              <a:rPr lang="en-GB"/>
            </a:br>
            <a:r>
              <a:rPr lang="en-GB"/>
              <a:t>on Two Lines</a:t>
            </a:r>
          </a:p>
        </p:txBody>
      </p:sp>
      <p:sp>
        <p:nvSpPr>
          <p:cNvPr id="52" name="Text Placeholder 24">
            <a:extLst>
              <a:ext uri="{FF2B5EF4-FFF2-40B4-BE49-F238E27FC236}">
                <a16:creationId xmlns:a16="http://schemas.microsoft.com/office/drawing/2014/main" id="{6BE4F945-9CDD-AC58-2CDE-9CD900630D27}"/>
              </a:ext>
            </a:extLst>
          </p:cNvPr>
          <p:cNvSpPr>
            <a:spLocks noGrp="1"/>
          </p:cNvSpPr>
          <p:nvPr>
            <p:ph type="body" sz="quarter" idx="37" hasCustomPrompt="1"/>
          </p:nvPr>
        </p:nvSpPr>
        <p:spPr>
          <a:xfrm>
            <a:off x="6478472" y="2029342"/>
            <a:ext cx="5280000" cy="480000"/>
          </a:xfrm>
        </p:spPr>
        <p:txBody>
          <a:bodyPr lIns="0" tIns="0" rIns="0" bIns="0">
            <a:noAutofit/>
          </a:bodyPr>
          <a:lstStyle>
            <a:lvl1pPr marL="0" indent="0">
              <a:lnSpc>
                <a:spcPts val="1867"/>
              </a:lnSpc>
              <a:buFontTx/>
              <a:buNone/>
              <a:defRPr sz="1600" b="0" i="0">
                <a:solidFill>
                  <a:srgbClr val="FF5A10"/>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53" name="Text Placeholder 24">
            <a:extLst>
              <a:ext uri="{FF2B5EF4-FFF2-40B4-BE49-F238E27FC236}">
                <a16:creationId xmlns:a16="http://schemas.microsoft.com/office/drawing/2014/main" id="{9169A1C1-1CE6-88C5-3CD1-C841B101407F}"/>
              </a:ext>
            </a:extLst>
          </p:cNvPr>
          <p:cNvSpPr>
            <a:spLocks noGrp="1"/>
          </p:cNvSpPr>
          <p:nvPr>
            <p:ph type="body" sz="quarter" idx="14"/>
          </p:nvPr>
        </p:nvSpPr>
        <p:spPr>
          <a:xfrm>
            <a:off x="6478472" y="2578147"/>
            <a:ext cx="5280000" cy="2782795"/>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pic>
        <p:nvPicPr>
          <p:cNvPr id="2" name="Graphic 1">
            <a:extLst>
              <a:ext uri="{FF2B5EF4-FFF2-40B4-BE49-F238E27FC236}">
                <a16:creationId xmlns:a16="http://schemas.microsoft.com/office/drawing/2014/main" id="{80E65F49-F9F4-B492-3664-6F959BA9078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102338" y="3860813"/>
            <a:ext cx="1993663" cy="2016785"/>
          </a:xfrm>
          <a:prstGeom prst="rect">
            <a:avLst/>
          </a:prstGeom>
        </p:spPr>
      </p:pic>
      <p:sp>
        <p:nvSpPr>
          <p:cNvPr id="3" name="Picture Placeholder 9">
            <a:extLst>
              <a:ext uri="{FF2B5EF4-FFF2-40B4-BE49-F238E27FC236}">
                <a16:creationId xmlns:a16="http://schemas.microsoft.com/office/drawing/2014/main" id="{ED7A6CD2-B522-5191-F5DD-C4C9144585D4}"/>
              </a:ext>
            </a:extLst>
          </p:cNvPr>
          <p:cNvSpPr>
            <a:spLocks noGrp="1"/>
          </p:cNvSpPr>
          <p:nvPr>
            <p:ph type="pic" sz="quarter" idx="16"/>
          </p:nvPr>
        </p:nvSpPr>
        <p:spPr>
          <a:xfrm>
            <a:off x="408000" y="1121833"/>
            <a:ext cx="5688001" cy="4779433"/>
          </a:xfrm>
          <a:custGeom>
            <a:avLst/>
            <a:gdLst>
              <a:gd name="connsiteX0" fmla="*/ 645861 w 4198937"/>
              <a:gd name="connsiteY0" fmla="*/ 0 h 3875088"/>
              <a:gd name="connsiteX1" fmla="*/ 4198937 w 4198937"/>
              <a:gd name="connsiteY1" fmla="*/ 0 h 3875088"/>
              <a:gd name="connsiteX2" fmla="*/ 4198937 w 4198937"/>
              <a:gd name="connsiteY2" fmla="*/ 0 h 3875088"/>
              <a:gd name="connsiteX3" fmla="*/ 4198937 w 4198937"/>
              <a:gd name="connsiteY3" fmla="*/ 3229227 h 3875088"/>
              <a:gd name="connsiteX4" fmla="*/ 3553076 w 4198937"/>
              <a:gd name="connsiteY4" fmla="*/ 3875088 h 3875088"/>
              <a:gd name="connsiteX5" fmla="*/ 0 w 4198937"/>
              <a:gd name="connsiteY5" fmla="*/ 3875088 h 3875088"/>
              <a:gd name="connsiteX6" fmla="*/ 0 w 4198937"/>
              <a:gd name="connsiteY6" fmla="*/ 3875088 h 3875088"/>
              <a:gd name="connsiteX7" fmla="*/ 0 w 4198937"/>
              <a:gd name="connsiteY7" fmla="*/ 645861 h 3875088"/>
              <a:gd name="connsiteX8" fmla="*/ 645861 w 4198937"/>
              <a:gd name="connsiteY8" fmla="*/ 0 h 3875088"/>
              <a:gd name="connsiteX0" fmla="*/ 163703 w 4343312"/>
              <a:gd name="connsiteY0" fmla="*/ 33867 h 3875088"/>
              <a:gd name="connsiteX1" fmla="*/ 4343312 w 4343312"/>
              <a:gd name="connsiteY1" fmla="*/ 0 h 3875088"/>
              <a:gd name="connsiteX2" fmla="*/ 4343312 w 4343312"/>
              <a:gd name="connsiteY2" fmla="*/ 0 h 3875088"/>
              <a:gd name="connsiteX3" fmla="*/ 4343312 w 4343312"/>
              <a:gd name="connsiteY3" fmla="*/ 3229227 h 3875088"/>
              <a:gd name="connsiteX4" fmla="*/ 3697451 w 4343312"/>
              <a:gd name="connsiteY4" fmla="*/ 3875088 h 3875088"/>
              <a:gd name="connsiteX5" fmla="*/ 144375 w 4343312"/>
              <a:gd name="connsiteY5" fmla="*/ 3875088 h 3875088"/>
              <a:gd name="connsiteX6" fmla="*/ 144375 w 4343312"/>
              <a:gd name="connsiteY6" fmla="*/ 3875088 h 3875088"/>
              <a:gd name="connsiteX7" fmla="*/ 144375 w 4343312"/>
              <a:gd name="connsiteY7" fmla="*/ 645861 h 3875088"/>
              <a:gd name="connsiteX8" fmla="*/ 163703 w 4343312"/>
              <a:gd name="connsiteY8" fmla="*/ 33867 h 3875088"/>
              <a:gd name="connsiteX0" fmla="*/ 19328 w 4198937"/>
              <a:gd name="connsiteY0" fmla="*/ 33867 h 3875088"/>
              <a:gd name="connsiteX1" fmla="*/ 4198937 w 4198937"/>
              <a:gd name="connsiteY1" fmla="*/ 0 h 3875088"/>
              <a:gd name="connsiteX2" fmla="*/ 4198937 w 4198937"/>
              <a:gd name="connsiteY2" fmla="*/ 0 h 3875088"/>
              <a:gd name="connsiteX3" fmla="*/ 4198937 w 4198937"/>
              <a:gd name="connsiteY3" fmla="*/ 3229227 h 3875088"/>
              <a:gd name="connsiteX4" fmla="*/ 3553076 w 4198937"/>
              <a:gd name="connsiteY4" fmla="*/ 3875088 h 3875088"/>
              <a:gd name="connsiteX5" fmla="*/ 0 w 4198937"/>
              <a:gd name="connsiteY5" fmla="*/ 3875088 h 3875088"/>
              <a:gd name="connsiteX6" fmla="*/ 0 w 4198937"/>
              <a:gd name="connsiteY6" fmla="*/ 3875088 h 3875088"/>
              <a:gd name="connsiteX7" fmla="*/ 0 w 4198937"/>
              <a:gd name="connsiteY7" fmla="*/ 645861 h 3875088"/>
              <a:gd name="connsiteX8" fmla="*/ 19328 w 4198937"/>
              <a:gd name="connsiteY8" fmla="*/ 33867 h 3875088"/>
              <a:gd name="connsiteX0" fmla="*/ 39 w 4202226"/>
              <a:gd name="connsiteY0" fmla="*/ 3258 h 3878346"/>
              <a:gd name="connsiteX1" fmla="*/ 4202226 w 4202226"/>
              <a:gd name="connsiteY1" fmla="*/ 3258 h 3878346"/>
              <a:gd name="connsiteX2" fmla="*/ 4202226 w 4202226"/>
              <a:gd name="connsiteY2" fmla="*/ 3258 h 3878346"/>
              <a:gd name="connsiteX3" fmla="*/ 4202226 w 4202226"/>
              <a:gd name="connsiteY3" fmla="*/ 3232485 h 3878346"/>
              <a:gd name="connsiteX4" fmla="*/ 3556365 w 4202226"/>
              <a:gd name="connsiteY4" fmla="*/ 3878346 h 3878346"/>
              <a:gd name="connsiteX5" fmla="*/ 3289 w 4202226"/>
              <a:gd name="connsiteY5" fmla="*/ 3878346 h 3878346"/>
              <a:gd name="connsiteX6" fmla="*/ 3289 w 4202226"/>
              <a:gd name="connsiteY6" fmla="*/ 3878346 h 3878346"/>
              <a:gd name="connsiteX7" fmla="*/ 3289 w 4202226"/>
              <a:gd name="connsiteY7" fmla="*/ 649119 h 3878346"/>
              <a:gd name="connsiteX8" fmla="*/ 39 w 4202226"/>
              <a:gd name="connsiteY8" fmla="*/ 3258 h 3878346"/>
              <a:gd name="connsiteX0" fmla="*/ 308325 w 4510512"/>
              <a:gd name="connsiteY0" fmla="*/ 54195 h 3929283"/>
              <a:gd name="connsiteX1" fmla="*/ 4510512 w 4510512"/>
              <a:gd name="connsiteY1" fmla="*/ 54195 h 3929283"/>
              <a:gd name="connsiteX2" fmla="*/ 4510512 w 4510512"/>
              <a:gd name="connsiteY2" fmla="*/ 54195 h 3929283"/>
              <a:gd name="connsiteX3" fmla="*/ 4510512 w 4510512"/>
              <a:gd name="connsiteY3" fmla="*/ 3283422 h 3929283"/>
              <a:gd name="connsiteX4" fmla="*/ 3864651 w 4510512"/>
              <a:gd name="connsiteY4" fmla="*/ 3929283 h 3929283"/>
              <a:gd name="connsiteX5" fmla="*/ 311575 w 4510512"/>
              <a:gd name="connsiteY5" fmla="*/ 3929283 h 3929283"/>
              <a:gd name="connsiteX6" fmla="*/ 311575 w 4510512"/>
              <a:gd name="connsiteY6" fmla="*/ 3929283 h 3929283"/>
              <a:gd name="connsiteX7" fmla="*/ 317219 w 4510512"/>
              <a:gd name="connsiteY7" fmla="*/ 818590 h 3929283"/>
              <a:gd name="connsiteX8" fmla="*/ 308325 w 4510512"/>
              <a:gd name="connsiteY8" fmla="*/ 54195 h 3929283"/>
              <a:gd name="connsiteX0" fmla="*/ 1 w 4202188"/>
              <a:gd name="connsiteY0" fmla="*/ 479 h 3875567"/>
              <a:gd name="connsiteX1" fmla="*/ 4202188 w 4202188"/>
              <a:gd name="connsiteY1" fmla="*/ 479 h 3875567"/>
              <a:gd name="connsiteX2" fmla="*/ 4202188 w 4202188"/>
              <a:gd name="connsiteY2" fmla="*/ 479 h 3875567"/>
              <a:gd name="connsiteX3" fmla="*/ 4202188 w 4202188"/>
              <a:gd name="connsiteY3" fmla="*/ 3229706 h 3875567"/>
              <a:gd name="connsiteX4" fmla="*/ 3556327 w 4202188"/>
              <a:gd name="connsiteY4" fmla="*/ 3875567 h 3875567"/>
              <a:gd name="connsiteX5" fmla="*/ 3251 w 4202188"/>
              <a:gd name="connsiteY5" fmla="*/ 3875567 h 3875567"/>
              <a:gd name="connsiteX6" fmla="*/ 3251 w 4202188"/>
              <a:gd name="connsiteY6" fmla="*/ 3875567 h 3875567"/>
              <a:gd name="connsiteX7" fmla="*/ 8895 w 4202188"/>
              <a:gd name="connsiteY7" fmla="*/ 764874 h 3875567"/>
              <a:gd name="connsiteX8" fmla="*/ 1 w 4202188"/>
              <a:gd name="connsiteY8" fmla="*/ 479 h 3875567"/>
              <a:gd name="connsiteX0" fmla="*/ 310312 w 4512499"/>
              <a:gd name="connsiteY0" fmla="*/ 479 h 3875567"/>
              <a:gd name="connsiteX1" fmla="*/ 4512499 w 4512499"/>
              <a:gd name="connsiteY1" fmla="*/ 479 h 3875567"/>
              <a:gd name="connsiteX2" fmla="*/ 4512499 w 4512499"/>
              <a:gd name="connsiteY2" fmla="*/ 479 h 3875567"/>
              <a:gd name="connsiteX3" fmla="*/ 4512499 w 4512499"/>
              <a:gd name="connsiteY3" fmla="*/ 3229706 h 3875567"/>
              <a:gd name="connsiteX4" fmla="*/ 3866638 w 4512499"/>
              <a:gd name="connsiteY4" fmla="*/ 3875567 h 3875567"/>
              <a:gd name="connsiteX5" fmla="*/ 313562 w 4512499"/>
              <a:gd name="connsiteY5" fmla="*/ 3875567 h 3875567"/>
              <a:gd name="connsiteX6" fmla="*/ 313562 w 4512499"/>
              <a:gd name="connsiteY6" fmla="*/ 3875567 h 3875567"/>
              <a:gd name="connsiteX7" fmla="*/ 310312 w 4512499"/>
              <a:gd name="connsiteY7" fmla="*/ 479 h 3875567"/>
              <a:gd name="connsiteX0" fmla="*/ 1913 w 4204100"/>
              <a:gd name="connsiteY0" fmla="*/ 285 h 3875373"/>
              <a:gd name="connsiteX1" fmla="*/ 4204100 w 4204100"/>
              <a:gd name="connsiteY1" fmla="*/ 285 h 3875373"/>
              <a:gd name="connsiteX2" fmla="*/ 4204100 w 4204100"/>
              <a:gd name="connsiteY2" fmla="*/ 285 h 3875373"/>
              <a:gd name="connsiteX3" fmla="*/ 4204100 w 4204100"/>
              <a:gd name="connsiteY3" fmla="*/ 3229512 h 3875373"/>
              <a:gd name="connsiteX4" fmla="*/ 3558239 w 4204100"/>
              <a:gd name="connsiteY4" fmla="*/ 3875373 h 3875373"/>
              <a:gd name="connsiteX5" fmla="*/ 5163 w 4204100"/>
              <a:gd name="connsiteY5" fmla="*/ 3875373 h 3875373"/>
              <a:gd name="connsiteX6" fmla="*/ 5163 w 4204100"/>
              <a:gd name="connsiteY6" fmla="*/ 3875373 h 3875373"/>
              <a:gd name="connsiteX7" fmla="*/ 1913 w 4204100"/>
              <a:gd name="connsiteY7" fmla="*/ 285 h 3875373"/>
              <a:gd name="connsiteX0" fmla="*/ 1913 w 4210155"/>
              <a:gd name="connsiteY0" fmla="*/ 285 h 3875373"/>
              <a:gd name="connsiteX1" fmla="*/ 4204100 w 4210155"/>
              <a:gd name="connsiteY1" fmla="*/ 285 h 3875373"/>
              <a:gd name="connsiteX2" fmla="*/ 4204100 w 4210155"/>
              <a:gd name="connsiteY2" fmla="*/ 285 h 3875373"/>
              <a:gd name="connsiteX3" fmla="*/ 4210155 w 4210155"/>
              <a:gd name="connsiteY3" fmla="*/ 2551282 h 3875373"/>
              <a:gd name="connsiteX4" fmla="*/ 3558239 w 4210155"/>
              <a:gd name="connsiteY4" fmla="*/ 3875373 h 3875373"/>
              <a:gd name="connsiteX5" fmla="*/ 5163 w 4210155"/>
              <a:gd name="connsiteY5" fmla="*/ 3875373 h 3875373"/>
              <a:gd name="connsiteX6" fmla="*/ 5163 w 4210155"/>
              <a:gd name="connsiteY6" fmla="*/ 3875373 h 3875373"/>
              <a:gd name="connsiteX7" fmla="*/ 1913 w 4210155"/>
              <a:gd name="connsiteY7" fmla="*/ 285 h 3875373"/>
              <a:gd name="connsiteX0" fmla="*/ 1913 w 4210155"/>
              <a:gd name="connsiteY0" fmla="*/ 285 h 3875373"/>
              <a:gd name="connsiteX1" fmla="*/ 4204100 w 4210155"/>
              <a:gd name="connsiteY1" fmla="*/ 285 h 3875373"/>
              <a:gd name="connsiteX2" fmla="*/ 4204100 w 4210155"/>
              <a:gd name="connsiteY2" fmla="*/ 285 h 3875373"/>
              <a:gd name="connsiteX3" fmla="*/ 4210155 w 4210155"/>
              <a:gd name="connsiteY3" fmla="*/ 2551282 h 3875373"/>
              <a:gd name="connsiteX4" fmla="*/ 2825508 w 4210155"/>
              <a:gd name="connsiteY4" fmla="*/ 3875373 h 3875373"/>
              <a:gd name="connsiteX5" fmla="*/ 5163 w 4210155"/>
              <a:gd name="connsiteY5" fmla="*/ 3875373 h 3875373"/>
              <a:gd name="connsiteX6" fmla="*/ 5163 w 4210155"/>
              <a:gd name="connsiteY6" fmla="*/ 3875373 h 3875373"/>
              <a:gd name="connsiteX7" fmla="*/ 1913 w 4210155"/>
              <a:gd name="connsiteY7" fmla="*/ 285 h 3875373"/>
              <a:gd name="connsiteX0" fmla="*/ 1913 w 4210155"/>
              <a:gd name="connsiteY0" fmla="*/ 285 h 3875373"/>
              <a:gd name="connsiteX1" fmla="*/ 4204100 w 4210155"/>
              <a:gd name="connsiteY1" fmla="*/ 285 h 3875373"/>
              <a:gd name="connsiteX2" fmla="*/ 4204100 w 4210155"/>
              <a:gd name="connsiteY2" fmla="*/ 285 h 3875373"/>
              <a:gd name="connsiteX3" fmla="*/ 4210155 w 4210155"/>
              <a:gd name="connsiteY3" fmla="*/ 2551282 h 3875373"/>
              <a:gd name="connsiteX4" fmla="*/ 2825508 w 4210155"/>
              <a:gd name="connsiteY4" fmla="*/ 3875373 h 3875373"/>
              <a:gd name="connsiteX5" fmla="*/ 5163 w 4210155"/>
              <a:gd name="connsiteY5" fmla="*/ 3875373 h 3875373"/>
              <a:gd name="connsiteX6" fmla="*/ 5163 w 4210155"/>
              <a:gd name="connsiteY6" fmla="*/ 3875373 h 3875373"/>
              <a:gd name="connsiteX7" fmla="*/ 1913 w 4210155"/>
              <a:gd name="connsiteY7" fmla="*/ 285 h 3875373"/>
              <a:gd name="connsiteX0" fmla="*/ 1913 w 4210155"/>
              <a:gd name="connsiteY0" fmla="*/ 285 h 3875373"/>
              <a:gd name="connsiteX1" fmla="*/ 4204100 w 4210155"/>
              <a:gd name="connsiteY1" fmla="*/ 285 h 3875373"/>
              <a:gd name="connsiteX2" fmla="*/ 4204100 w 4210155"/>
              <a:gd name="connsiteY2" fmla="*/ 285 h 3875373"/>
              <a:gd name="connsiteX3" fmla="*/ 4210155 w 4210155"/>
              <a:gd name="connsiteY3" fmla="*/ 2551282 h 3875373"/>
              <a:gd name="connsiteX4" fmla="*/ 2825508 w 4210155"/>
              <a:gd name="connsiteY4" fmla="*/ 3875373 h 3875373"/>
              <a:gd name="connsiteX5" fmla="*/ 5163 w 4210155"/>
              <a:gd name="connsiteY5" fmla="*/ 3875373 h 3875373"/>
              <a:gd name="connsiteX6" fmla="*/ 5163 w 4210155"/>
              <a:gd name="connsiteY6" fmla="*/ 3875373 h 3875373"/>
              <a:gd name="connsiteX7" fmla="*/ 1913 w 4210155"/>
              <a:gd name="connsiteY7" fmla="*/ 285 h 3875373"/>
              <a:gd name="connsiteX0" fmla="*/ 1913 w 4210155"/>
              <a:gd name="connsiteY0" fmla="*/ 1266 h 3876354"/>
              <a:gd name="connsiteX1" fmla="*/ 4204100 w 4210155"/>
              <a:gd name="connsiteY1" fmla="*/ 1266 h 3876354"/>
              <a:gd name="connsiteX2" fmla="*/ 4204100 w 4210155"/>
              <a:gd name="connsiteY2" fmla="*/ 1266 h 3876354"/>
              <a:gd name="connsiteX3" fmla="*/ 4210155 w 4210155"/>
              <a:gd name="connsiteY3" fmla="*/ 2552263 h 3876354"/>
              <a:gd name="connsiteX4" fmla="*/ 2825508 w 4210155"/>
              <a:gd name="connsiteY4" fmla="*/ 3876354 h 3876354"/>
              <a:gd name="connsiteX5" fmla="*/ 5163 w 4210155"/>
              <a:gd name="connsiteY5" fmla="*/ 3876354 h 3876354"/>
              <a:gd name="connsiteX6" fmla="*/ 5163 w 4210155"/>
              <a:gd name="connsiteY6" fmla="*/ 3876354 h 3876354"/>
              <a:gd name="connsiteX7" fmla="*/ 1913 w 4210155"/>
              <a:gd name="connsiteY7" fmla="*/ 1266 h 3876354"/>
              <a:gd name="connsiteX0" fmla="*/ 1913 w 4210155"/>
              <a:gd name="connsiteY0" fmla="*/ 1266 h 3876354"/>
              <a:gd name="connsiteX1" fmla="*/ 4204100 w 4210155"/>
              <a:gd name="connsiteY1" fmla="*/ 1266 h 3876354"/>
              <a:gd name="connsiteX2" fmla="*/ 4204100 w 4210155"/>
              <a:gd name="connsiteY2" fmla="*/ 1266 h 3876354"/>
              <a:gd name="connsiteX3" fmla="*/ 4210155 w 4210155"/>
              <a:gd name="connsiteY3" fmla="*/ 2552263 h 3876354"/>
              <a:gd name="connsiteX4" fmla="*/ 2825508 w 4210155"/>
              <a:gd name="connsiteY4" fmla="*/ 3876354 h 3876354"/>
              <a:gd name="connsiteX5" fmla="*/ 5163 w 4210155"/>
              <a:gd name="connsiteY5" fmla="*/ 3876354 h 3876354"/>
              <a:gd name="connsiteX6" fmla="*/ 5163 w 4210155"/>
              <a:gd name="connsiteY6" fmla="*/ 3876354 h 3876354"/>
              <a:gd name="connsiteX7" fmla="*/ 1913 w 4210155"/>
              <a:gd name="connsiteY7" fmla="*/ 1266 h 3876354"/>
              <a:gd name="connsiteX0" fmla="*/ 1913 w 4210155"/>
              <a:gd name="connsiteY0" fmla="*/ 1266 h 3876354"/>
              <a:gd name="connsiteX1" fmla="*/ 4204100 w 4210155"/>
              <a:gd name="connsiteY1" fmla="*/ 1266 h 3876354"/>
              <a:gd name="connsiteX2" fmla="*/ 4204100 w 4210155"/>
              <a:gd name="connsiteY2" fmla="*/ 255991 h 3876354"/>
              <a:gd name="connsiteX3" fmla="*/ 4210155 w 4210155"/>
              <a:gd name="connsiteY3" fmla="*/ 2552263 h 3876354"/>
              <a:gd name="connsiteX4" fmla="*/ 2825508 w 4210155"/>
              <a:gd name="connsiteY4" fmla="*/ 3876354 h 3876354"/>
              <a:gd name="connsiteX5" fmla="*/ 5163 w 4210155"/>
              <a:gd name="connsiteY5" fmla="*/ 3876354 h 3876354"/>
              <a:gd name="connsiteX6" fmla="*/ 5163 w 4210155"/>
              <a:gd name="connsiteY6" fmla="*/ 3876354 h 3876354"/>
              <a:gd name="connsiteX7" fmla="*/ 1913 w 4210155"/>
              <a:gd name="connsiteY7" fmla="*/ 1266 h 3876354"/>
              <a:gd name="connsiteX0" fmla="*/ 1913 w 4210155"/>
              <a:gd name="connsiteY0" fmla="*/ 1266 h 3876354"/>
              <a:gd name="connsiteX1" fmla="*/ 4204100 w 4210155"/>
              <a:gd name="connsiteY1" fmla="*/ 1266 h 3876354"/>
              <a:gd name="connsiteX2" fmla="*/ 4210155 w 4210155"/>
              <a:gd name="connsiteY2" fmla="*/ 2552263 h 3876354"/>
              <a:gd name="connsiteX3" fmla="*/ 2825508 w 4210155"/>
              <a:gd name="connsiteY3" fmla="*/ 3876354 h 3876354"/>
              <a:gd name="connsiteX4" fmla="*/ 5163 w 4210155"/>
              <a:gd name="connsiteY4" fmla="*/ 3876354 h 3876354"/>
              <a:gd name="connsiteX5" fmla="*/ 5163 w 4210155"/>
              <a:gd name="connsiteY5" fmla="*/ 3876354 h 3876354"/>
              <a:gd name="connsiteX6" fmla="*/ 1913 w 4210155"/>
              <a:gd name="connsiteY6" fmla="*/ 1266 h 3876354"/>
              <a:gd name="connsiteX0" fmla="*/ 1913 w 4210155"/>
              <a:gd name="connsiteY0" fmla="*/ 264587 h 3875090"/>
              <a:gd name="connsiteX1" fmla="*/ 4204100 w 4210155"/>
              <a:gd name="connsiteY1" fmla="*/ 2 h 3875090"/>
              <a:gd name="connsiteX2" fmla="*/ 4210155 w 4210155"/>
              <a:gd name="connsiteY2" fmla="*/ 2550999 h 3875090"/>
              <a:gd name="connsiteX3" fmla="*/ 2825508 w 4210155"/>
              <a:gd name="connsiteY3" fmla="*/ 3875090 h 3875090"/>
              <a:gd name="connsiteX4" fmla="*/ 5163 w 4210155"/>
              <a:gd name="connsiteY4" fmla="*/ 3875090 h 3875090"/>
              <a:gd name="connsiteX5" fmla="*/ 5163 w 4210155"/>
              <a:gd name="connsiteY5" fmla="*/ 3875090 h 3875090"/>
              <a:gd name="connsiteX6" fmla="*/ 1913 w 4210155"/>
              <a:gd name="connsiteY6" fmla="*/ 264587 h 3875090"/>
              <a:gd name="connsiteX0" fmla="*/ 310312 w 4518554"/>
              <a:gd name="connsiteY0" fmla="*/ 265254 h 3875757"/>
              <a:gd name="connsiteX1" fmla="*/ 4512499 w 4518554"/>
              <a:gd name="connsiteY1" fmla="*/ 272404 h 3875757"/>
              <a:gd name="connsiteX2" fmla="*/ 4518554 w 4518554"/>
              <a:gd name="connsiteY2" fmla="*/ 2551666 h 3875757"/>
              <a:gd name="connsiteX3" fmla="*/ 3133907 w 4518554"/>
              <a:gd name="connsiteY3" fmla="*/ 3875757 h 3875757"/>
              <a:gd name="connsiteX4" fmla="*/ 313562 w 4518554"/>
              <a:gd name="connsiteY4" fmla="*/ 3875757 h 3875757"/>
              <a:gd name="connsiteX5" fmla="*/ 313562 w 4518554"/>
              <a:gd name="connsiteY5" fmla="*/ 3875757 h 3875757"/>
              <a:gd name="connsiteX6" fmla="*/ 310312 w 4518554"/>
              <a:gd name="connsiteY6" fmla="*/ 265254 h 3875757"/>
              <a:gd name="connsiteX0" fmla="*/ 0 w 4208242"/>
              <a:gd name="connsiteY0" fmla="*/ 265254 h 3875757"/>
              <a:gd name="connsiteX1" fmla="*/ 4202187 w 4208242"/>
              <a:gd name="connsiteY1" fmla="*/ 272404 h 3875757"/>
              <a:gd name="connsiteX2" fmla="*/ 4208242 w 4208242"/>
              <a:gd name="connsiteY2" fmla="*/ 2551666 h 3875757"/>
              <a:gd name="connsiteX3" fmla="*/ 2823595 w 4208242"/>
              <a:gd name="connsiteY3" fmla="*/ 3875757 h 3875757"/>
              <a:gd name="connsiteX4" fmla="*/ 3250 w 4208242"/>
              <a:gd name="connsiteY4" fmla="*/ 3875757 h 3875757"/>
              <a:gd name="connsiteX5" fmla="*/ 3250 w 4208242"/>
              <a:gd name="connsiteY5" fmla="*/ 3875757 h 3875757"/>
              <a:gd name="connsiteX6" fmla="*/ 0 w 4208242"/>
              <a:gd name="connsiteY6" fmla="*/ 265254 h 3875757"/>
              <a:gd name="connsiteX0" fmla="*/ 0 w 4208242"/>
              <a:gd name="connsiteY0" fmla="*/ 0 h 3610503"/>
              <a:gd name="connsiteX1" fmla="*/ 4202187 w 4208242"/>
              <a:gd name="connsiteY1" fmla="*/ 7150 h 3610503"/>
              <a:gd name="connsiteX2" fmla="*/ 4208242 w 4208242"/>
              <a:gd name="connsiteY2" fmla="*/ 2286412 h 3610503"/>
              <a:gd name="connsiteX3" fmla="*/ 2823595 w 4208242"/>
              <a:gd name="connsiteY3" fmla="*/ 3610503 h 3610503"/>
              <a:gd name="connsiteX4" fmla="*/ 3250 w 4208242"/>
              <a:gd name="connsiteY4" fmla="*/ 3610503 h 3610503"/>
              <a:gd name="connsiteX5" fmla="*/ 3250 w 4208242"/>
              <a:gd name="connsiteY5" fmla="*/ 3610503 h 3610503"/>
              <a:gd name="connsiteX6" fmla="*/ 0 w 4208242"/>
              <a:gd name="connsiteY6" fmla="*/ 0 h 3610503"/>
              <a:gd name="connsiteX0" fmla="*/ 0 w 4208242"/>
              <a:gd name="connsiteY0" fmla="*/ 4026 h 3603353"/>
              <a:gd name="connsiteX1" fmla="*/ 4202187 w 4208242"/>
              <a:gd name="connsiteY1" fmla="*/ 0 h 3603353"/>
              <a:gd name="connsiteX2" fmla="*/ 4208242 w 4208242"/>
              <a:gd name="connsiteY2" fmla="*/ 2279262 h 3603353"/>
              <a:gd name="connsiteX3" fmla="*/ 2823595 w 4208242"/>
              <a:gd name="connsiteY3" fmla="*/ 3603353 h 3603353"/>
              <a:gd name="connsiteX4" fmla="*/ 3250 w 4208242"/>
              <a:gd name="connsiteY4" fmla="*/ 3603353 h 3603353"/>
              <a:gd name="connsiteX5" fmla="*/ 3250 w 4208242"/>
              <a:gd name="connsiteY5" fmla="*/ 3603353 h 3603353"/>
              <a:gd name="connsiteX6" fmla="*/ 0 w 4208242"/>
              <a:gd name="connsiteY6" fmla="*/ 4026 h 3603353"/>
              <a:gd name="connsiteX0" fmla="*/ 0 w 4208242"/>
              <a:gd name="connsiteY0" fmla="*/ 0 h 3599327"/>
              <a:gd name="connsiteX1" fmla="*/ 4202187 w 4208242"/>
              <a:gd name="connsiteY1" fmla="*/ 7150 h 3599327"/>
              <a:gd name="connsiteX2" fmla="*/ 4208242 w 4208242"/>
              <a:gd name="connsiteY2" fmla="*/ 2275236 h 3599327"/>
              <a:gd name="connsiteX3" fmla="*/ 2823595 w 4208242"/>
              <a:gd name="connsiteY3" fmla="*/ 3599327 h 3599327"/>
              <a:gd name="connsiteX4" fmla="*/ 3250 w 4208242"/>
              <a:gd name="connsiteY4" fmla="*/ 3599327 h 3599327"/>
              <a:gd name="connsiteX5" fmla="*/ 3250 w 4208242"/>
              <a:gd name="connsiteY5" fmla="*/ 3599327 h 3599327"/>
              <a:gd name="connsiteX6" fmla="*/ 0 w 4208242"/>
              <a:gd name="connsiteY6" fmla="*/ 0 h 3599327"/>
              <a:gd name="connsiteX0" fmla="*/ 0 w 4208242"/>
              <a:gd name="connsiteY0" fmla="*/ 0 h 3593739"/>
              <a:gd name="connsiteX1" fmla="*/ 4202187 w 4208242"/>
              <a:gd name="connsiteY1" fmla="*/ 1562 h 3593739"/>
              <a:gd name="connsiteX2" fmla="*/ 4208242 w 4208242"/>
              <a:gd name="connsiteY2" fmla="*/ 2269648 h 3593739"/>
              <a:gd name="connsiteX3" fmla="*/ 2823595 w 4208242"/>
              <a:gd name="connsiteY3" fmla="*/ 3593739 h 3593739"/>
              <a:gd name="connsiteX4" fmla="*/ 3250 w 4208242"/>
              <a:gd name="connsiteY4" fmla="*/ 3593739 h 3593739"/>
              <a:gd name="connsiteX5" fmla="*/ 3250 w 4208242"/>
              <a:gd name="connsiteY5" fmla="*/ 3593739 h 3593739"/>
              <a:gd name="connsiteX6" fmla="*/ 0 w 4208242"/>
              <a:gd name="connsiteY6" fmla="*/ 0 h 3593739"/>
              <a:gd name="connsiteX0" fmla="*/ 0 w 4208242"/>
              <a:gd name="connsiteY0" fmla="*/ 0 h 3593740"/>
              <a:gd name="connsiteX1" fmla="*/ 4202187 w 4208242"/>
              <a:gd name="connsiteY1" fmla="*/ 1562 h 3593740"/>
              <a:gd name="connsiteX2" fmla="*/ 4208242 w 4208242"/>
              <a:gd name="connsiteY2" fmla="*/ 2269648 h 3593740"/>
              <a:gd name="connsiteX3" fmla="*/ 2823595 w 4208242"/>
              <a:gd name="connsiteY3" fmla="*/ 3593739 h 3593740"/>
              <a:gd name="connsiteX4" fmla="*/ 3250 w 4208242"/>
              <a:gd name="connsiteY4" fmla="*/ 3593739 h 3593740"/>
              <a:gd name="connsiteX5" fmla="*/ 3250 w 4208242"/>
              <a:gd name="connsiteY5" fmla="*/ 3593739 h 3593740"/>
              <a:gd name="connsiteX6" fmla="*/ 0 w 4208242"/>
              <a:gd name="connsiteY6" fmla="*/ 0 h 359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08242" h="3593740">
                <a:moveTo>
                  <a:pt x="0" y="0"/>
                </a:moveTo>
                <a:lnTo>
                  <a:pt x="4202187" y="1562"/>
                </a:lnTo>
                <a:cubicBezTo>
                  <a:pt x="4204205" y="851894"/>
                  <a:pt x="4206224" y="1419316"/>
                  <a:pt x="4208242" y="2269648"/>
                </a:cubicBezTo>
                <a:cubicBezTo>
                  <a:pt x="4202187" y="2838294"/>
                  <a:pt x="3827905" y="3594834"/>
                  <a:pt x="2823595" y="3593739"/>
                </a:cubicBezTo>
                <a:lnTo>
                  <a:pt x="3250" y="3593739"/>
                </a:lnTo>
                <a:lnTo>
                  <a:pt x="3250" y="3593739"/>
                </a:lnTo>
                <a:cubicBezTo>
                  <a:pt x="2708" y="2947891"/>
                  <a:pt x="1625" y="1805251"/>
                  <a:pt x="0" y="0"/>
                </a:cubicBezTo>
                <a:close/>
              </a:path>
            </a:pathLst>
          </a:custGeom>
          <a:solidFill>
            <a:srgbClr val="EEEEEE"/>
          </a:solidFill>
        </p:spPr>
        <p:txBody>
          <a:bodyPr anchor="ctr" anchorCtr="0">
            <a:normAutofit/>
          </a:bodyPr>
          <a:lstStyle>
            <a:lvl1pPr marL="0" indent="0" algn="ctr">
              <a:buNone/>
              <a:defRPr sz="1867" b="1" i="0">
                <a:latin typeface="Museo Sans 900" panose="02000000000000000000" pitchFamily="2" charset="77"/>
              </a:defRPr>
            </a:lvl1pPr>
          </a:lstStyle>
          <a:p>
            <a:r>
              <a:rPr lang="en-GB"/>
              <a:t>Click icon to add picture</a:t>
            </a:r>
            <a:endParaRPr lang="en-US"/>
          </a:p>
        </p:txBody>
      </p:sp>
      <p:sp>
        <p:nvSpPr>
          <p:cNvPr id="6" name="TextBox 5">
            <a:extLst>
              <a:ext uri="{FF2B5EF4-FFF2-40B4-BE49-F238E27FC236}">
                <a16:creationId xmlns:a16="http://schemas.microsoft.com/office/drawing/2014/main" id="{1CEC0493-F3C5-28A1-CD48-2790EDDD3946}"/>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7" name="TextBox 6">
            <a:extLst>
              <a:ext uri="{FF2B5EF4-FFF2-40B4-BE49-F238E27FC236}">
                <a16:creationId xmlns:a16="http://schemas.microsoft.com/office/drawing/2014/main" id="{64594B04-0C55-3988-9A58-BC81C4DAE022}"/>
              </a:ext>
            </a:extLst>
          </p:cNvPr>
          <p:cNvSpPr txBox="1"/>
          <p:nvPr userDrawn="1"/>
        </p:nvSpPr>
        <p:spPr>
          <a:xfrm>
            <a:off x="1515166" y="410216"/>
            <a:ext cx="1749197" cy="200055"/>
          </a:xfrm>
          <a:prstGeom prst="rect">
            <a:avLst/>
          </a:prstGeom>
          <a:noFill/>
        </p:spPr>
        <p:txBody>
          <a:bodyPr wrap="none" rtlCol="0">
            <a:spAutoFit/>
          </a:bodyPr>
          <a:lstStyle/>
          <a:p>
            <a:r>
              <a:rPr lang="en-US" sz="700"/>
              <a:t>Automation </a:t>
            </a:r>
            <a:r>
              <a:rPr lang="en-US" sz="700" err="1"/>
              <a:t>Anywhere’s</a:t>
            </a:r>
            <a:r>
              <a:rPr lang="en-US" sz="700"/>
              <a:t> APA Platform</a:t>
            </a:r>
          </a:p>
        </p:txBody>
      </p:sp>
    </p:spTree>
    <p:extLst>
      <p:ext uri="{BB962C8B-B14F-4D97-AF65-F5344CB8AC3E}">
        <p14:creationId xmlns:p14="http://schemas.microsoft.com/office/powerpoint/2010/main" val="10317538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Image 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26C58B75-5550-7C4B-7FD9-2274E4FEF0DD}"/>
              </a:ext>
            </a:extLst>
          </p:cNvPr>
          <p:cNvSpPr>
            <a:spLocks noGrp="1"/>
          </p:cNvSpPr>
          <p:nvPr>
            <p:ph type="pic" sz="quarter" idx="15"/>
          </p:nvPr>
        </p:nvSpPr>
        <p:spPr>
          <a:xfrm>
            <a:off x="407999" y="2572553"/>
            <a:ext cx="11375484" cy="3319304"/>
          </a:xfrm>
          <a:prstGeom prst="roundRect">
            <a:avLst>
              <a:gd name="adj" fmla="val 2914"/>
            </a:avLst>
          </a:prstGeom>
          <a:solidFill>
            <a:srgbClr val="EEEEEE"/>
          </a:solidFill>
        </p:spPr>
        <p:txBody>
          <a:bodyPr anchor="ctr" anchorCtr="0">
            <a:normAutofit/>
          </a:bodyPr>
          <a:lstStyle>
            <a:lvl1pPr marL="0" indent="0" algn="ctr">
              <a:buNone/>
              <a:defRPr sz="1867" b="1" i="0">
                <a:latin typeface="Museo Sans 900" panose="02000000000000000000" pitchFamily="2" charset="77"/>
              </a:defRPr>
            </a:lvl1pPr>
          </a:lstStyle>
          <a:p>
            <a:r>
              <a:rPr lang="en-GB"/>
              <a:t>Click icon to add picture</a:t>
            </a:r>
            <a:endParaRPr lang="en-US"/>
          </a:p>
        </p:txBody>
      </p:sp>
      <p:sp>
        <p:nvSpPr>
          <p:cNvPr id="25" name="Text Placeholder 24">
            <a:extLst>
              <a:ext uri="{FF2B5EF4-FFF2-40B4-BE49-F238E27FC236}">
                <a16:creationId xmlns:a16="http://schemas.microsoft.com/office/drawing/2014/main" id="{E757EA63-E167-38AF-0199-96BB61E6F3F5}"/>
              </a:ext>
            </a:extLst>
          </p:cNvPr>
          <p:cNvSpPr>
            <a:spLocks noGrp="1"/>
          </p:cNvSpPr>
          <p:nvPr>
            <p:ph type="body" sz="quarter" idx="14"/>
          </p:nvPr>
        </p:nvSpPr>
        <p:spPr>
          <a:xfrm>
            <a:off x="7180997" y="966143"/>
            <a:ext cx="4579203" cy="1131759"/>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4" name="TextBox 3">
            <a:extLst>
              <a:ext uri="{FF2B5EF4-FFF2-40B4-BE49-F238E27FC236}">
                <a16:creationId xmlns:a16="http://schemas.microsoft.com/office/drawing/2014/main" id="{72EA4006-955A-22C6-DAC5-A781D037FDE6}"/>
              </a:ext>
            </a:extLst>
          </p:cNvPr>
          <p:cNvSpPr txBox="1"/>
          <p:nvPr userDrawn="1"/>
        </p:nvSpPr>
        <p:spPr>
          <a:xfrm>
            <a:off x="12837459" y="-778"/>
            <a:ext cx="2510117" cy="1077603"/>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Images can be used in the</a:t>
            </a: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placeholder frame. Please don’t extend of alter the frame, or use images that are clearly too small.</a:t>
            </a:r>
          </a:p>
          <a:p>
            <a:pPr algn="l">
              <a:buFont typeface="Arial" panose="020B0604020202020204" pitchFamily="34" charset="0"/>
              <a:buNone/>
            </a:pPr>
            <a:r>
              <a:rPr lang="en-GB" sz="1067" b="0" i="0">
                <a:solidFill>
                  <a:srgbClr val="333333"/>
                </a:solidFill>
                <a:latin typeface="Museo Sans 500" panose="02000000000000000000" pitchFamily="2" charset="77"/>
              </a:rPr>
              <a:t>There are other slides with frames for smaller images.</a:t>
            </a:r>
          </a:p>
        </p:txBody>
      </p:sp>
      <p:grpSp>
        <p:nvGrpSpPr>
          <p:cNvPr id="5" name="Group 4">
            <a:extLst>
              <a:ext uri="{FF2B5EF4-FFF2-40B4-BE49-F238E27FC236}">
                <a16:creationId xmlns:a16="http://schemas.microsoft.com/office/drawing/2014/main" id="{B2E3BB4C-4BC2-CB60-39EB-D2F2D8CC2E38}"/>
              </a:ext>
            </a:extLst>
          </p:cNvPr>
          <p:cNvGrpSpPr/>
          <p:nvPr userDrawn="1"/>
        </p:nvGrpSpPr>
        <p:grpSpPr>
          <a:xfrm>
            <a:off x="10609008" y="6203793"/>
            <a:ext cx="1111864" cy="408104"/>
            <a:chOff x="397414" y="755885"/>
            <a:chExt cx="2901256" cy="1064892"/>
          </a:xfrm>
        </p:grpSpPr>
        <p:grpSp>
          <p:nvGrpSpPr>
            <p:cNvPr id="8" name="Graphic 4">
              <a:extLst>
                <a:ext uri="{FF2B5EF4-FFF2-40B4-BE49-F238E27FC236}">
                  <a16:creationId xmlns:a16="http://schemas.microsoft.com/office/drawing/2014/main" id="{84401569-044D-F939-1EA7-1DFE64ABAFDB}"/>
                </a:ext>
              </a:extLst>
            </p:cNvPr>
            <p:cNvGrpSpPr/>
            <p:nvPr/>
          </p:nvGrpSpPr>
          <p:grpSpPr>
            <a:xfrm>
              <a:off x="397414" y="755885"/>
              <a:ext cx="1031033" cy="1064892"/>
              <a:chOff x="397414" y="755885"/>
              <a:chExt cx="1031033" cy="1064892"/>
            </a:xfrm>
          </p:grpSpPr>
          <p:sp>
            <p:nvSpPr>
              <p:cNvPr id="33" name="Freeform 32">
                <a:extLst>
                  <a:ext uri="{FF2B5EF4-FFF2-40B4-BE49-F238E27FC236}">
                    <a16:creationId xmlns:a16="http://schemas.microsoft.com/office/drawing/2014/main" id="{A3213264-0DBF-30C9-CC09-39D6FB6B83BF}"/>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4" name="Freeform 33">
                <a:extLst>
                  <a:ext uri="{FF2B5EF4-FFF2-40B4-BE49-F238E27FC236}">
                    <a16:creationId xmlns:a16="http://schemas.microsoft.com/office/drawing/2014/main" id="{94013726-CC87-84EB-2CA7-6AC6577FDEEE}"/>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D89CC377-607B-BB45-1C6F-94D39C89D2AB}"/>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9" name="Graphic 4">
              <a:extLst>
                <a:ext uri="{FF2B5EF4-FFF2-40B4-BE49-F238E27FC236}">
                  <a16:creationId xmlns:a16="http://schemas.microsoft.com/office/drawing/2014/main" id="{F563DC01-80F2-A6D4-8A9C-F6214B98CFDE}"/>
                </a:ext>
              </a:extLst>
            </p:cNvPr>
            <p:cNvGrpSpPr/>
            <p:nvPr/>
          </p:nvGrpSpPr>
          <p:grpSpPr>
            <a:xfrm>
              <a:off x="1208140" y="933050"/>
              <a:ext cx="2090530" cy="573060"/>
              <a:chOff x="1208140" y="933050"/>
              <a:chExt cx="2090530" cy="573060"/>
            </a:xfrm>
            <a:solidFill>
              <a:srgbClr val="333333"/>
            </a:solidFill>
          </p:grpSpPr>
          <p:sp>
            <p:nvSpPr>
              <p:cNvPr id="10" name="Freeform 9">
                <a:extLst>
                  <a:ext uri="{FF2B5EF4-FFF2-40B4-BE49-F238E27FC236}">
                    <a16:creationId xmlns:a16="http://schemas.microsoft.com/office/drawing/2014/main" id="{7FA94AAA-7452-620D-5AA7-E11181251D4B}"/>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1" name="Freeform 10">
                <a:extLst>
                  <a:ext uri="{FF2B5EF4-FFF2-40B4-BE49-F238E27FC236}">
                    <a16:creationId xmlns:a16="http://schemas.microsoft.com/office/drawing/2014/main" id="{58518E09-9B11-50F0-5BBC-254034E21EF6}"/>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2D70725D-AE4F-BF74-4FBD-F4982919A936}"/>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22C2752C-7348-F9AE-B2DE-A49D6B19EE88}"/>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6" name="Freeform 15">
                <a:extLst>
                  <a:ext uri="{FF2B5EF4-FFF2-40B4-BE49-F238E27FC236}">
                    <a16:creationId xmlns:a16="http://schemas.microsoft.com/office/drawing/2014/main" id="{332E18AE-F32B-25DA-90CF-C6C20B25594E}"/>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E8355B09-A2F8-3947-D095-5CCBB6E01236}"/>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8BEF6F31-9E98-21F0-87A4-24C7844300C0}"/>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300376E1-300C-D932-14DA-0E4B68CF2B88}"/>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96BE0330-7ABD-2DA6-4E9C-4C7701B9C5B7}"/>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A61C5A45-3CA4-AC4E-3871-F831D22C2B8A}"/>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AC6FB1F4-8679-C481-9C66-AB5D346027BB}"/>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869BA3E0-AE70-9788-BE5A-33CCB94F9942}"/>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42F34904-AF52-4748-1BB0-09DC41F931FB}"/>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2AD4BE00-4A49-3F86-F795-6EC4B15F0ADE}"/>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F7949414-438E-D5CD-DC3D-4343818E298D}"/>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E86EBC25-ADA9-6AC1-421D-5C191A091432}"/>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437B7D57-36F1-D9E8-CA1E-8DB439F4E94B}"/>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177E37C7-C93E-4E31-B44C-45AAB975325B}"/>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pic>
        <p:nvPicPr>
          <p:cNvPr id="14" name="Graphic 13">
            <a:extLst>
              <a:ext uri="{FF2B5EF4-FFF2-40B4-BE49-F238E27FC236}">
                <a16:creationId xmlns:a16="http://schemas.microsoft.com/office/drawing/2014/main" id="{3DAC49B7-3F17-4D64-43B3-C3813A80AF46}"/>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408000" y="408000"/>
            <a:ext cx="11400000" cy="192000"/>
          </a:xfrm>
          <a:prstGeom prst="rect">
            <a:avLst/>
          </a:prstGeom>
        </p:spPr>
      </p:pic>
      <p:sp>
        <p:nvSpPr>
          <p:cNvPr id="36" name="Slide Number Placeholder 5">
            <a:extLst>
              <a:ext uri="{FF2B5EF4-FFF2-40B4-BE49-F238E27FC236}">
                <a16:creationId xmlns:a16="http://schemas.microsoft.com/office/drawing/2014/main" id="{4DCBC916-6302-987A-72EA-84230627DC00}"/>
              </a:ext>
            </a:extLst>
          </p:cNvPr>
          <p:cNvSpPr>
            <a:spLocks noGrp="1"/>
          </p:cNvSpPr>
          <p:nvPr>
            <p:ph type="sldNum" sz="quarter" idx="12"/>
          </p:nvPr>
        </p:nvSpPr>
        <p:spPr>
          <a:xfrm>
            <a:off x="11273400" y="402113"/>
            <a:ext cx="480000" cy="203143"/>
          </a:xfrm>
        </p:spPr>
        <p:txBody>
          <a:bodyPr/>
          <a:lstStyle>
            <a:lvl1pPr>
              <a:defRPr sz="800" b="0" i="0">
                <a:solidFill>
                  <a:schemeClr val="tx1"/>
                </a:solidFill>
                <a:latin typeface="Museo Sans 500" panose="02000000000000000000" pitchFamily="2" charset="77"/>
              </a:defRPr>
            </a:lvl1pPr>
          </a:lstStyle>
          <a:p>
            <a:fld id="{837EA21B-C1CD-FF4F-B5B3-C7F194F4D1C4}" type="slidenum">
              <a:rPr lang="en-US" smtClean="0"/>
              <a:pPr/>
              <a:t>‹#›</a:t>
            </a:fld>
            <a:endParaRPr lang="en-US"/>
          </a:p>
        </p:txBody>
      </p:sp>
      <p:sp>
        <p:nvSpPr>
          <p:cNvPr id="41" name="Text Placeholder 18">
            <a:extLst>
              <a:ext uri="{FF2B5EF4-FFF2-40B4-BE49-F238E27FC236}">
                <a16:creationId xmlns:a16="http://schemas.microsoft.com/office/drawing/2014/main" id="{5EB9D75F-8A53-B249-53E1-BA44B5A30CBC}"/>
              </a:ext>
            </a:extLst>
          </p:cNvPr>
          <p:cNvSpPr>
            <a:spLocks noGrp="1"/>
          </p:cNvSpPr>
          <p:nvPr>
            <p:ph type="body" sz="quarter" idx="13" hasCustomPrompt="1"/>
          </p:nvPr>
        </p:nvSpPr>
        <p:spPr>
          <a:xfrm>
            <a:off x="408000" y="936001"/>
            <a:ext cx="5688000" cy="962247"/>
          </a:xfrm>
        </p:spPr>
        <p:txBody>
          <a:bodyPr lIns="0" tIns="0" rIns="0" bIns="0">
            <a:noAutofit/>
          </a:bodyPr>
          <a:lstStyle>
            <a:lvl1pPr marL="0" indent="0">
              <a:lnSpc>
                <a:spcPct val="100000"/>
              </a:lnSpc>
              <a:buFontTx/>
              <a:buNone/>
              <a:defRPr sz="5333"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a:t>
            </a:r>
          </a:p>
        </p:txBody>
      </p:sp>
      <p:sp>
        <p:nvSpPr>
          <p:cNvPr id="43" name="Text Placeholder 24">
            <a:extLst>
              <a:ext uri="{FF2B5EF4-FFF2-40B4-BE49-F238E27FC236}">
                <a16:creationId xmlns:a16="http://schemas.microsoft.com/office/drawing/2014/main" id="{3AB36E84-CA8A-D304-276F-00CDCFA5B7E6}"/>
              </a:ext>
            </a:extLst>
          </p:cNvPr>
          <p:cNvSpPr>
            <a:spLocks noGrp="1"/>
          </p:cNvSpPr>
          <p:nvPr>
            <p:ph type="body" sz="quarter" idx="26"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2" name="TextBox 1">
            <a:extLst>
              <a:ext uri="{FF2B5EF4-FFF2-40B4-BE49-F238E27FC236}">
                <a16:creationId xmlns:a16="http://schemas.microsoft.com/office/drawing/2014/main" id="{9D251FBB-1C37-E656-A355-2E8B72A41FCC}"/>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3" name="TextBox 2">
            <a:extLst>
              <a:ext uri="{FF2B5EF4-FFF2-40B4-BE49-F238E27FC236}">
                <a16:creationId xmlns:a16="http://schemas.microsoft.com/office/drawing/2014/main" id="{49B12345-4037-576D-8638-4879B30A16AF}"/>
              </a:ext>
            </a:extLst>
          </p:cNvPr>
          <p:cNvSpPr txBox="1"/>
          <p:nvPr userDrawn="1"/>
        </p:nvSpPr>
        <p:spPr>
          <a:xfrm>
            <a:off x="1515166" y="410216"/>
            <a:ext cx="1749197" cy="200055"/>
          </a:xfrm>
          <a:prstGeom prst="rect">
            <a:avLst/>
          </a:prstGeom>
          <a:noFill/>
        </p:spPr>
        <p:txBody>
          <a:bodyPr wrap="none" rtlCol="0">
            <a:spAutoFit/>
          </a:bodyPr>
          <a:lstStyle/>
          <a:p>
            <a:r>
              <a:rPr lang="en-US" sz="700"/>
              <a:t>Automation </a:t>
            </a:r>
            <a:r>
              <a:rPr lang="en-US" sz="700" err="1"/>
              <a:t>Anywhere’s</a:t>
            </a:r>
            <a:r>
              <a:rPr lang="en-US" sz="700"/>
              <a:t> APA Platform</a:t>
            </a:r>
          </a:p>
        </p:txBody>
      </p:sp>
    </p:spTree>
    <p:extLst>
      <p:ext uri="{BB962C8B-B14F-4D97-AF65-F5344CB8AC3E}">
        <p14:creationId xmlns:p14="http://schemas.microsoft.com/office/powerpoint/2010/main" val="26095297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A - One Line">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ADC33EA-3585-4331-B68F-AF1D3E0E7CC8}"/>
              </a:ext>
            </a:extLst>
          </p:cNvPr>
          <p:cNvSpPr txBox="1"/>
          <p:nvPr userDrawn="1"/>
        </p:nvSpPr>
        <p:spPr>
          <a:xfrm>
            <a:off x="12837459" y="-778"/>
            <a:ext cx="2510117" cy="1241815"/>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For text-only slides. Please do not edit the sizes of the text boxes just to squeeze more information in.</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You can duplicate the slides if you absolutely need more words, but remember: simple is better.</a:t>
            </a:r>
          </a:p>
        </p:txBody>
      </p:sp>
      <p:grpSp>
        <p:nvGrpSpPr>
          <p:cNvPr id="5" name="Group 4">
            <a:extLst>
              <a:ext uri="{FF2B5EF4-FFF2-40B4-BE49-F238E27FC236}">
                <a16:creationId xmlns:a16="http://schemas.microsoft.com/office/drawing/2014/main" id="{EC492D6E-ED6F-0090-2846-DC8C00040931}"/>
              </a:ext>
            </a:extLst>
          </p:cNvPr>
          <p:cNvGrpSpPr/>
          <p:nvPr userDrawn="1"/>
        </p:nvGrpSpPr>
        <p:grpSpPr>
          <a:xfrm>
            <a:off x="10609008" y="6203793"/>
            <a:ext cx="1111864" cy="408104"/>
            <a:chOff x="397414" y="755885"/>
            <a:chExt cx="2901256" cy="1064892"/>
          </a:xfrm>
        </p:grpSpPr>
        <p:grpSp>
          <p:nvGrpSpPr>
            <p:cNvPr id="8" name="Graphic 4">
              <a:extLst>
                <a:ext uri="{FF2B5EF4-FFF2-40B4-BE49-F238E27FC236}">
                  <a16:creationId xmlns:a16="http://schemas.microsoft.com/office/drawing/2014/main" id="{1014F4A1-5F1B-F11B-3A47-11840AF40191}"/>
                </a:ext>
              </a:extLst>
            </p:cNvPr>
            <p:cNvGrpSpPr/>
            <p:nvPr/>
          </p:nvGrpSpPr>
          <p:grpSpPr>
            <a:xfrm>
              <a:off x="397414" y="755885"/>
              <a:ext cx="1031033" cy="1064892"/>
              <a:chOff x="397414" y="755885"/>
              <a:chExt cx="1031033" cy="1064892"/>
            </a:xfrm>
          </p:grpSpPr>
          <p:sp>
            <p:nvSpPr>
              <p:cNvPr id="34" name="Freeform 33">
                <a:extLst>
                  <a:ext uri="{FF2B5EF4-FFF2-40B4-BE49-F238E27FC236}">
                    <a16:creationId xmlns:a16="http://schemas.microsoft.com/office/drawing/2014/main" id="{AFFB774A-2322-697D-7E56-1EC45B70F2D2}"/>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3BA0088D-3CD7-682D-E14A-FF59440FA2E8}"/>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F6E5F12B-86BD-F993-A6ED-879BB8D90CAD}"/>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9" name="Graphic 4">
              <a:extLst>
                <a:ext uri="{FF2B5EF4-FFF2-40B4-BE49-F238E27FC236}">
                  <a16:creationId xmlns:a16="http://schemas.microsoft.com/office/drawing/2014/main" id="{2A0DDC72-66B5-B72B-6DC5-EEAFFFF5C892}"/>
                </a:ext>
              </a:extLst>
            </p:cNvPr>
            <p:cNvGrpSpPr/>
            <p:nvPr/>
          </p:nvGrpSpPr>
          <p:grpSpPr>
            <a:xfrm>
              <a:off x="1208140" y="933050"/>
              <a:ext cx="2090530" cy="573060"/>
              <a:chOff x="1208140" y="933050"/>
              <a:chExt cx="2090530" cy="573060"/>
            </a:xfrm>
            <a:solidFill>
              <a:srgbClr val="333333"/>
            </a:solidFill>
          </p:grpSpPr>
          <p:sp>
            <p:nvSpPr>
              <p:cNvPr id="10" name="Freeform 9">
                <a:extLst>
                  <a:ext uri="{FF2B5EF4-FFF2-40B4-BE49-F238E27FC236}">
                    <a16:creationId xmlns:a16="http://schemas.microsoft.com/office/drawing/2014/main" id="{5BBE9566-6495-8991-627B-07A9B79ECA48}"/>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1" name="Freeform 10">
                <a:extLst>
                  <a:ext uri="{FF2B5EF4-FFF2-40B4-BE49-F238E27FC236}">
                    <a16:creationId xmlns:a16="http://schemas.microsoft.com/office/drawing/2014/main" id="{06FC5D45-B46B-12A4-8B37-E5074CA23CDE}"/>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2" name="Freeform 11">
                <a:extLst>
                  <a:ext uri="{FF2B5EF4-FFF2-40B4-BE49-F238E27FC236}">
                    <a16:creationId xmlns:a16="http://schemas.microsoft.com/office/drawing/2014/main" id="{44B5D08C-58B2-B150-BE76-28B14A9BAD8D}"/>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55C55F62-AE8D-2F81-AFCA-5743E3D92ED3}"/>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E16A78BF-C052-7711-D1CE-2E7A63CC12B2}"/>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6" name="Freeform 15">
                <a:extLst>
                  <a:ext uri="{FF2B5EF4-FFF2-40B4-BE49-F238E27FC236}">
                    <a16:creationId xmlns:a16="http://schemas.microsoft.com/office/drawing/2014/main" id="{F8D65756-B030-1D4B-15B6-517F6D73F6E2}"/>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EBB2DC45-D64C-6F65-39A3-0443FB62A64F}"/>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3A2304B1-410D-F38B-2428-1B771AE7AC60}"/>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2FD2F930-B0FD-E224-8072-3729B08B874C}"/>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330A4E00-0FFF-B275-8B98-ACB7C25D0907}"/>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4086B057-31FE-EC62-C975-5B301CB45BDE}"/>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71944823-E610-FB1E-8533-5BF54F696CCE}"/>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5034B719-E5DF-A9EA-B054-BF78A92E0D70}"/>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3E169D02-8CBF-178C-ABA4-0945A71607FB}"/>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1B9C45F0-8515-6214-A5F6-AD40C3259C76}"/>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63E01AB6-754C-FEF2-E499-8078E58908E0}"/>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B1C6F105-38A1-CD1C-22EC-81620C72AD1F}"/>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83EB7101-62A2-C406-7BE3-2E7F5B7F37AF}"/>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pic>
        <p:nvPicPr>
          <p:cNvPr id="14" name="Graphic 13">
            <a:extLst>
              <a:ext uri="{FF2B5EF4-FFF2-40B4-BE49-F238E27FC236}">
                <a16:creationId xmlns:a16="http://schemas.microsoft.com/office/drawing/2014/main" id="{393F9193-60A4-2001-2B91-113707E2A261}"/>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408000" y="408000"/>
            <a:ext cx="11400000" cy="192000"/>
          </a:xfrm>
          <a:prstGeom prst="rect">
            <a:avLst/>
          </a:prstGeom>
        </p:spPr>
      </p:pic>
      <p:sp>
        <p:nvSpPr>
          <p:cNvPr id="37" name="Slide Number Placeholder 5">
            <a:extLst>
              <a:ext uri="{FF2B5EF4-FFF2-40B4-BE49-F238E27FC236}">
                <a16:creationId xmlns:a16="http://schemas.microsoft.com/office/drawing/2014/main" id="{FBF6E9E5-B7EC-0B59-20D1-80D89D15ECF1}"/>
              </a:ext>
            </a:extLst>
          </p:cNvPr>
          <p:cNvSpPr>
            <a:spLocks noGrp="1"/>
          </p:cNvSpPr>
          <p:nvPr>
            <p:ph type="sldNum" sz="quarter" idx="12"/>
          </p:nvPr>
        </p:nvSpPr>
        <p:spPr>
          <a:xfrm>
            <a:off x="11273400" y="402113"/>
            <a:ext cx="480000" cy="203143"/>
          </a:xfrm>
        </p:spPr>
        <p:txBody>
          <a:bodyPr/>
          <a:lstStyle>
            <a:lvl1pPr>
              <a:defRPr sz="800" b="0" i="0">
                <a:solidFill>
                  <a:schemeClr val="tx1"/>
                </a:solidFill>
                <a:latin typeface="Museo Sans 500" panose="02000000000000000000" pitchFamily="2" charset="77"/>
              </a:defRPr>
            </a:lvl1pPr>
          </a:lstStyle>
          <a:p>
            <a:fld id="{837EA21B-C1CD-FF4F-B5B3-C7F194F4D1C4}" type="slidenum">
              <a:rPr lang="en-US" smtClean="0"/>
              <a:pPr/>
              <a:t>‹#›</a:t>
            </a:fld>
            <a:endParaRPr lang="en-US"/>
          </a:p>
        </p:txBody>
      </p:sp>
      <p:sp>
        <p:nvSpPr>
          <p:cNvPr id="41" name="Text Placeholder 18">
            <a:extLst>
              <a:ext uri="{FF2B5EF4-FFF2-40B4-BE49-F238E27FC236}">
                <a16:creationId xmlns:a16="http://schemas.microsoft.com/office/drawing/2014/main" id="{B64A94CD-D7E6-6A8C-E7D6-CDB5751BF1C3}"/>
              </a:ext>
            </a:extLst>
          </p:cNvPr>
          <p:cNvSpPr>
            <a:spLocks noGrp="1"/>
          </p:cNvSpPr>
          <p:nvPr>
            <p:ph type="body" sz="quarter" idx="13" hasCustomPrompt="1"/>
          </p:nvPr>
        </p:nvSpPr>
        <p:spPr>
          <a:xfrm>
            <a:off x="408000" y="936001"/>
            <a:ext cx="11345400" cy="598331"/>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Simple Text Slide One Line</a:t>
            </a:r>
          </a:p>
        </p:txBody>
      </p:sp>
      <p:sp>
        <p:nvSpPr>
          <p:cNvPr id="2" name="TextBox 1">
            <a:extLst>
              <a:ext uri="{FF2B5EF4-FFF2-40B4-BE49-F238E27FC236}">
                <a16:creationId xmlns:a16="http://schemas.microsoft.com/office/drawing/2014/main" id="{AF720C5D-9F9D-D746-7FE2-353CE45DAA31}"/>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3" name="TextBox 2">
            <a:extLst>
              <a:ext uri="{FF2B5EF4-FFF2-40B4-BE49-F238E27FC236}">
                <a16:creationId xmlns:a16="http://schemas.microsoft.com/office/drawing/2014/main" id="{39EC715A-1A01-0FA0-668C-1237A2CCDDC0}"/>
              </a:ext>
            </a:extLst>
          </p:cNvPr>
          <p:cNvSpPr txBox="1"/>
          <p:nvPr userDrawn="1"/>
        </p:nvSpPr>
        <p:spPr>
          <a:xfrm>
            <a:off x="1515166" y="410216"/>
            <a:ext cx="1749197" cy="200055"/>
          </a:xfrm>
          <a:prstGeom prst="rect">
            <a:avLst/>
          </a:prstGeom>
          <a:noFill/>
        </p:spPr>
        <p:txBody>
          <a:bodyPr wrap="none" rtlCol="0">
            <a:spAutoFit/>
          </a:bodyPr>
          <a:lstStyle/>
          <a:p>
            <a:r>
              <a:rPr lang="en-US" sz="700"/>
              <a:t>Automation </a:t>
            </a:r>
            <a:r>
              <a:rPr lang="en-US" sz="700" err="1"/>
              <a:t>Anywhere’s</a:t>
            </a:r>
            <a:r>
              <a:rPr lang="en-US" sz="700"/>
              <a:t> APA Platform</a:t>
            </a:r>
          </a:p>
        </p:txBody>
      </p:sp>
    </p:spTree>
    <p:extLst>
      <p:ext uri="{BB962C8B-B14F-4D97-AF65-F5344CB8AC3E}">
        <p14:creationId xmlns:p14="http://schemas.microsoft.com/office/powerpoint/2010/main" val="418816720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B - 2 Lines">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ADC33EA-3585-4331-B68F-AF1D3E0E7CC8}"/>
              </a:ext>
            </a:extLst>
          </p:cNvPr>
          <p:cNvSpPr txBox="1"/>
          <p:nvPr userDrawn="1"/>
        </p:nvSpPr>
        <p:spPr>
          <a:xfrm>
            <a:off x="12837459" y="-778"/>
            <a:ext cx="2510117" cy="1241815"/>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For text-only slides. Please do not edit the sizes of the text boxes just to squeeze more information in.</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You can duplicate the slides if you absolutely need more words, but remember: simple is better.</a:t>
            </a:r>
          </a:p>
        </p:txBody>
      </p:sp>
      <p:grpSp>
        <p:nvGrpSpPr>
          <p:cNvPr id="5" name="Group 4">
            <a:extLst>
              <a:ext uri="{FF2B5EF4-FFF2-40B4-BE49-F238E27FC236}">
                <a16:creationId xmlns:a16="http://schemas.microsoft.com/office/drawing/2014/main" id="{EC492D6E-ED6F-0090-2846-DC8C00040931}"/>
              </a:ext>
            </a:extLst>
          </p:cNvPr>
          <p:cNvGrpSpPr/>
          <p:nvPr userDrawn="1"/>
        </p:nvGrpSpPr>
        <p:grpSpPr>
          <a:xfrm>
            <a:off x="10609008" y="6203793"/>
            <a:ext cx="1111864" cy="408104"/>
            <a:chOff x="397414" y="755885"/>
            <a:chExt cx="2901256" cy="1064892"/>
          </a:xfrm>
        </p:grpSpPr>
        <p:grpSp>
          <p:nvGrpSpPr>
            <p:cNvPr id="8" name="Graphic 4">
              <a:extLst>
                <a:ext uri="{FF2B5EF4-FFF2-40B4-BE49-F238E27FC236}">
                  <a16:creationId xmlns:a16="http://schemas.microsoft.com/office/drawing/2014/main" id="{1014F4A1-5F1B-F11B-3A47-11840AF40191}"/>
                </a:ext>
              </a:extLst>
            </p:cNvPr>
            <p:cNvGrpSpPr/>
            <p:nvPr/>
          </p:nvGrpSpPr>
          <p:grpSpPr>
            <a:xfrm>
              <a:off x="397414" y="755885"/>
              <a:ext cx="1031033" cy="1064892"/>
              <a:chOff x="397414" y="755885"/>
              <a:chExt cx="1031033" cy="1064892"/>
            </a:xfrm>
          </p:grpSpPr>
          <p:sp>
            <p:nvSpPr>
              <p:cNvPr id="34" name="Freeform 33">
                <a:extLst>
                  <a:ext uri="{FF2B5EF4-FFF2-40B4-BE49-F238E27FC236}">
                    <a16:creationId xmlns:a16="http://schemas.microsoft.com/office/drawing/2014/main" id="{AFFB774A-2322-697D-7E56-1EC45B70F2D2}"/>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3BA0088D-3CD7-682D-E14A-FF59440FA2E8}"/>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F6E5F12B-86BD-F993-A6ED-879BB8D90CAD}"/>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9" name="Graphic 4">
              <a:extLst>
                <a:ext uri="{FF2B5EF4-FFF2-40B4-BE49-F238E27FC236}">
                  <a16:creationId xmlns:a16="http://schemas.microsoft.com/office/drawing/2014/main" id="{2A0DDC72-66B5-B72B-6DC5-EEAFFFF5C892}"/>
                </a:ext>
              </a:extLst>
            </p:cNvPr>
            <p:cNvGrpSpPr/>
            <p:nvPr/>
          </p:nvGrpSpPr>
          <p:grpSpPr>
            <a:xfrm>
              <a:off x="1208140" y="933050"/>
              <a:ext cx="2090530" cy="573060"/>
              <a:chOff x="1208140" y="933050"/>
              <a:chExt cx="2090530" cy="573060"/>
            </a:xfrm>
            <a:solidFill>
              <a:srgbClr val="333333"/>
            </a:solidFill>
          </p:grpSpPr>
          <p:sp>
            <p:nvSpPr>
              <p:cNvPr id="10" name="Freeform 9">
                <a:extLst>
                  <a:ext uri="{FF2B5EF4-FFF2-40B4-BE49-F238E27FC236}">
                    <a16:creationId xmlns:a16="http://schemas.microsoft.com/office/drawing/2014/main" id="{5BBE9566-6495-8991-627B-07A9B79ECA48}"/>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1" name="Freeform 10">
                <a:extLst>
                  <a:ext uri="{FF2B5EF4-FFF2-40B4-BE49-F238E27FC236}">
                    <a16:creationId xmlns:a16="http://schemas.microsoft.com/office/drawing/2014/main" id="{06FC5D45-B46B-12A4-8B37-E5074CA23CDE}"/>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2" name="Freeform 11">
                <a:extLst>
                  <a:ext uri="{FF2B5EF4-FFF2-40B4-BE49-F238E27FC236}">
                    <a16:creationId xmlns:a16="http://schemas.microsoft.com/office/drawing/2014/main" id="{44B5D08C-58B2-B150-BE76-28B14A9BAD8D}"/>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55C55F62-AE8D-2F81-AFCA-5743E3D92ED3}"/>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E16A78BF-C052-7711-D1CE-2E7A63CC12B2}"/>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6" name="Freeform 15">
                <a:extLst>
                  <a:ext uri="{FF2B5EF4-FFF2-40B4-BE49-F238E27FC236}">
                    <a16:creationId xmlns:a16="http://schemas.microsoft.com/office/drawing/2014/main" id="{F8D65756-B030-1D4B-15B6-517F6D73F6E2}"/>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EBB2DC45-D64C-6F65-39A3-0443FB62A64F}"/>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3A2304B1-410D-F38B-2428-1B771AE7AC60}"/>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2FD2F930-B0FD-E224-8072-3729B08B874C}"/>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330A4E00-0FFF-B275-8B98-ACB7C25D0907}"/>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4086B057-31FE-EC62-C975-5B301CB45BDE}"/>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71944823-E610-FB1E-8533-5BF54F696CCE}"/>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5034B719-E5DF-A9EA-B054-BF78A92E0D70}"/>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3E169D02-8CBF-178C-ABA4-0945A71607FB}"/>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1B9C45F0-8515-6214-A5F6-AD40C3259C76}"/>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63E01AB6-754C-FEF2-E499-8078E58908E0}"/>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B1C6F105-38A1-CD1C-22EC-81620C72AD1F}"/>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83EB7101-62A2-C406-7BE3-2E7F5B7F37AF}"/>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pic>
        <p:nvPicPr>
          <p:cNvPr id="14" name="Graphic 13">
            <a:extLst>
              <a:ext uri="{FF2B5EF4-FFF2-40B4-BE49-F238E27FC236}">
                <a16:creationId xmlns:a16="http://schemas.microsoft.com/office/drawing/2014/main" id="{393F9193-60A4-2001-2B91-113707E2A261}"/>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408000" y="408000"/>
            <a:ext cx="11400000" cy="192000"/>
          </a:xfrm>
          <a:prstGeom prst="rect">
            <a:avLst/>
          </a:prstGeom>
        </p:spPr>
      </p:pic>
      <p:sp>
        <p:nvSpPr>
          <p:cNvPr id="37" name="Slide Number Placeholder 5">
            <a:extLst>
              <a:ext uri="{FF2B5EF4-FFF2-40B4-BE49-F238E27FC236}">
                <a16:creationId xmlns:a16="http://schemas.microsoft.com/office/drawing/2014/main" id="{FBF6E9E5-B7EC-0B59-20D1-80D89D15ECF1}"/>
              </a:ext>
            </a:extLst>
          </p:cNvPr>
          <p:cNvSpPr>
            <a:spLocks noGrp="1"/>
          </p:cNvSpPr>
          <p:nvPr>
            <p:ph type="sldNum" sz="quarter" idx="12"/>
          </p:nvPr>
        </p:nvSpPr>
        <p:spPr>
          <a:xfrm>
            <a:off x="11273400" y="402113"/>
            <a:ext cx="480000" cy="203143"/>
          </a:xfrm>
        </p:spPr>
        <p:txBody>
          <a:bodyPr/>
          <a:lstStyle>
            <a:lvl1pPr>
              <a:defRPr sz="800" b="0" i="0">
                <a:solidFill>
                  <a:schemeClr val="tx1"/>
                </a:solidFill>
                <a:latin typeface="Museo Sans 500" panose="02000000000000000000" pitchFamily="2" charset="77"/>
              </a:defRPr>
            </a:lvl1pPr>
          </a:lstStyle>
          <a:p>
            <a:fld id="{837EA21B-C1CD-FF4F-B5B3-C7F194F4D1C4}" type="slidenum">
              <a:rPr lang="en-US" smtClean="0"/>
              <a:pPr/>
              <a:t>‹#›</a:t>
            </a:fld>
            <a:endParaRPr lang="en-US"/>
          </a:p>
        </p:txBody>
      </p:sp>
      <p:sp>
        <p:nvSpPr>
          <p:cNvPr id="41" name="Text Placeholder 18">
            <a:extLst>
              <a:ext uri="{FF2B5EF4-FFF2-40B4-BE49-F238E27FC236}">
                <a16:creationId xmlns:a16="http://schemas.microsoft.com/office/drawing/2014/main" id="{B64A94CD-D7E6-6A8C-E7D6-CDB5751BF1C3}"/>
              </a:ext>
            </a:extLst>
          </p:cNvPr>
          <p:cNvSpPr>
            <a:spLocks noGrp="1"/>
          </p:cNvSpPr>
          <p:nvPr>
            <p:ph type="body" sz="quarter" idx="13" hasCustomPrompt="1"/>
          </p:nvPr>
        </p:nvSpPr>
        <p:spPr>
          <a:xfrm>
            <a:off x="408000" y="936002"/>
            <a:ext cx="11358584" cy="1032284"/>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Simple Text Slide</a:t>
            </a:r>
            <a:br>
              <a:rPr lang="en-GB"/>
            </a:br>
            <a:r>
              <a:rPr lang="en-GB"/>
              <a:t>Over Two Lines</a:t>
            </a:r>
          </a:p>
        </p:txBody>
      </p:sp>
      <p:sp>
        <p:nvSpPr>
          <p:cNvPr id="2" name="TextBox 1">
            <a:extLst>
              <a:ext uri="{FF2B5EF4-FFF2-40B4-BE49-F238E27FC236}">
                <a16:creationId xmlns:a16="http://schemas.microsoft.com/office/drawing/2014/main" id="{4FFD1BB1-AF9B-C6D7-C8D8-1A7F7CC5BF1F}"/>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3" name="TextBox 2">
            <a:extLst>
              <a:ext uri="{FF2B5EF4-FFF2-40B4-BE49-F238E27FC236}">
                <a16:creationId xmlns:a16="http://schemas.microsoft.com/office/drawing/2014/main" id="{920764DE-3772-1CE3-B017-9B93EECC8E61}"/>
              </a:ext>
            </a:extLst>
          </p:cNvPr>
          <p:cNvSpPr txBox="1"/>
          <p:nvPr userDrawn="1"/>
        </p:nvSpPr>
        <p:spPr>
          <a:xfrm>
            <a:off x="1515166" y="410216"/>
            <a:ext cx="1749197" cy="200055"/>
          </a:xfrm>
          <a:prstGeom prst="rect">
            <a:avLst/>
          </a:prstGeom>
          <a:noFill/>
        </p:spPr>
        <p:txBody>
          <a:bodyPr wrap="none" rtlCol="0">
            <a:spAutoFit/>
          </a:bodyPr>
          <a:lstStyle/>
          <a:p>
            <a:r>
              <a:rPr lang="en-US" sz="700"/>
              <a:t>Automation </a:t>
            </a:r>
            <a:r>
              <a:rPr lang="en-US" sz="700" err="1"/>
              <a:t>Anywhere’s</a:t>
            </a:r>
            <a:r>
              <a:rPr lang="en-US" sz="700"/>
              <a:t> APA Platform</a:t>
            </a:r>
          </a:p>
        </p:txBody>
      </p:sp>
    </p:spTree>
    <p:extLst>
      <p:ext uri="{BB962C8B-B14F-4D97-AF65-F5344CB8AC3E}">
        <p14:creationId xmlns:p14="http://schemas.microsoft.com/office/powerpoint/2010/main" val="96041223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D - One Line and Subhea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ADC33EA-3585-4331-B68F-AF1D3E0E7CC8}"/>
              </a:ext>
            </a:extLst>
          </p:cNvPr>
          <p:cNvSpPr txBox="1"/>
          <p:nvPr userDrawn="1"/>
        </p:nvSpPr>
        <p:spPr>
          <a:xfrm>
            <a:off x="12837459" y="-778"/>
            <a:ext cx="2510117" cy="1241815"/>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For text-only slides. Please do not edit the sizes of the text boxes just to squeeze more information in.</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You can duplicate the slides if you absolutely need more words, but remember: simple is better.</a:t>
            </a:r>
          </a:p>
        </p:txBody>
      </p:sp>
      <p:grpSp>
        <p:nvGrpSpPr>
          <p:cNvPr id="5" name="Group 4">
            <a:extLst>
              <a:ext uri="{FF2B5EF4-FFF2-40B4-BE49-F238E27FC236}">
                <a16:creationId xmlns:a16="http://schemas.microsoft.com/office/drawing/2014/main" id="{EC492D6E-ED6F-0090-2846-DC8C00040931}"/>
              </a:ext>
            </a:extLst>
          </p:cNvPr>
          <p:cNvGrpSpPr/>
          <p:nvPr userDrawn="1"/>
        </p:nvGrpSpPr>
        <p:grpSpPr>
          <a:xfrm>
            <a:off x="10609008" y="6203793"/>
            <a:ext cx="1111864" cy="408104"/>
            <a:chOff x="397414" y="755885"/>
            <a:chExt cx="2901256" cy="1064892"/>
          </a:xfrm>
        </p:grpSpPr>
        <p:grpSp>
          <p:nvGrpSpPr>
            <p:cNvPr id="8" name="Graphic 4">
              <a:extLst>
                <a:ext uri="{FF2B5EF4-FFF2-40B4-BE49-F238E27FC236}">
                  <a16:creationId xmlns:a16="http://schemas.microsoft.com/office/drawing/2014/main" id="{1014F4A1-5F1B-F11B-3A47-11840AF40191}"/>
                </a:ext>
              </a:extLst>
            </p:cNvPr>
            <p:cNvGrpSpPr/>
            <p:nvPr/>
          </p:nvGrpSpPr>
          <p:grpSpPr>
            <a:xfrm>
              <a:off x="397414" y="755885"/>
              <a:ext cx="1031033" cy="1064892"/>
              <a:chOff x="397414" y="755885"/>
              <a:chExt cx="1031033" cy="1064892"/>
            </a:xfrm>
          </p:grpSpPr>
          <p:sp>
            <p:nvSpPr>
              <p:cNvPr id="34" name="Freeform 33">
                <a:extLst>
                  <a:ext uri="{FF2B5EF4-FFF2-40B4-BE49-F238E27FC236}">
                    <a16:creationId xmlns:a16="http://schemas.microsoft.com/office/drawing/2014/main" id="{AFFB774A-2322-697D-7E56-1EC45B70F2D2}"/>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3BA0088D-3CD7-682D-E14A-FF59440FA2E8}"/>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F6E5F12B-86BD-F993-A6ED-879BB8D90CAD}"/>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9" name="Graphic 4">
              <a:extLst>
                <a:ext uri="{FF2B5EF4-FFF2-40B4-BE49-F238E27FC236}">
                  <a16:creationId xmlns:a16="http://schemas.microsoft.com/office/drawing/2014/main" id="{2A0DDC72-66B5-B72B-6DC5-EEAFFFF5C892}"/>
                </a:ext>
              </a:extLst>
            </p:cNvPr>
            <p:cNvGrpSpPr/>
            <p:nvPr/>
          </p:nvGrpSpPr>
          <p:grpSpPr>
            <a:xfrm>
              <a:off x="1208140" y="933050"/>
              <a:ext cx="2090530" cy="573060"/>
              <a:chOff x="1208140" y="933050"/>
              <a:chExt cx="2090530" cy="573060"/>
            </a:xfrm>
            <a:solidFill>
              <a:srgbClr val="333333"/>
            </a:solidFill>
          </p:grpSpPr>
          <p:sp>
            <p:nvSpPr>
              <p:cNvPr id="10" name="Freeform 9">
                <a:extLst>
                  <a:ext uri="{FF2B5EF4-FFF2-40B4-BE49-F238E27FC236}">
                    <a16:creationId xmlns:a16="http://schemas.microsoft.com/office/drawing/2014/main" id="{5BBE9566-6495-8991-627B-07A9B79ECA48}"/>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1" name="Freeform 10">
                <a:extLst>
                  <a:ext uri="{FF2B5EF4-FFF2-40B4-BE49-F238E27FC236}">
                    <a16:creationId xmlns:a16="http://schemas.microsoft.com/office/drawing/2014/main" id="{06FC5D45-B46B-12A4-8B37-E5074CA23CDE}"/>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2" name="Freeform 11">
                <a:extLst>
                  <a:ext uri="{FF2B5EF4-FFF2-40B4-BE49-F238E27FC236}">
                    <a16:creationId xmlns:a16="http://schemas.microsoft.com/office/drawing/2014/main" id="{44B5D08C-58B2-B150-BE76-28B14A9BAD8D}"/>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55C55F62-AE8D-2F81-AFCA-5743E3D92ED3}"/>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E16A78BF-C052-7711-D1CE-2E7A63CC12B2}"/>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6" name="Freeform 15">
                <a:extLst>
                  <a:ext uri="{FF2B5EF4-FFF2-40B4-BE49-F238E27FC236}">
                    <a16:creationId xmlns:a16="http://schemas.microsoft.com/office/drawing/2014/main" id="{F8D65756-B030-1D4B-15B6-517F6D73F6E2}"/>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EBB2DC45-D64C-6F65-39A3-0443FB62A64F}"/>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3A2304B1-410D-F38B-2428-1B771AE7AC60}"/>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2FD2F930-B0FD-E224-8072-3729B08B874C}"/>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330A4E00-0FFF-B275-8B98-ACB7C25D0907}"/>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4086B057-31FE-EC62-C975-5B301CB45BDE}"/>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71944823-E610-FB1E-8533-5BF54F696CCE}"/>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5034B719-E5DF-A9EA-B054-BF78A92E0D70}"/>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3E169D02-8CBF-178C-ABA4-0945A71607FB}"/>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1B9C45F0-8515-6214-A5F6-AD40C3259C76}"/>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63E01AB6-754C-FEF2-E499-8078E58908E0}"/>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B1C6F105-38A1-CD1C-22EC-81620C72AD1F}"/>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83EB7101-62A2-C406-7BE3-2E7F5B7F37AF}"/>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pic>
        <p:nvPicPr>
          <p:cNvPr id="14" name="Graphic 13">
            <a:extLst>
              <a:ext uri="{FF2B5EF4-FFF2-40B4-BE49-F238E27FC236}">
                <a16:creationId xmlns:a16="http://schemas.microsoft.com/office/drawing/2014/main" id="{393F9193-60A4-2001-2B91-113707E2A261}"/>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408000" y="408000"/>
            <a:ext cx="11400000" cy="192000"/>
          </a:xfrm>
          <a:prstGeom prst="rect">
            <a:avLst/>
          </a:prstGeom>
        </p:spPr>
      </p:pic>
      <p:sp>
        <p:nvSpPr>
          <p:cNvPr id="37" name="Slide Number Placeholder 5">
            <a:extLst>
              <a:ext uri="{FF2B5EF4-FFF2-40B4-BE49-F238E27FC236}">
                <a16:creationId xmlns:a16="http://schemas.microsoft.com/office/drawing/2014/main" id="{FBF6E9E5-B7EC-0B59-20D1-80D89D15ECF1}"/>
              </a:ext>
            </a:extLst>
          </p:cNvPr>
          <p:cNvSpPr>
            <a:spLocks noGrp="1"/>
          </p:cNvSpPr>
          <p:nvPr>
            <p:ph type="sldNum" sz="quarter" idx="12"/>
          </p:nvPr>
        </p:nvSpPr>
        <p:spPr>
          <a:xfrm>
            <a:off x="11273400" y="402113"/>
            <a:ext cx="480000" cy="203143"/>
          </a:xfrm>
        </p:spPr>
        <p:txBody>
          <a:bodyPr/>
          <a:lstStyle>
            <a:lvl1pPr>
              <a:defRPr sz="800" b="0" i="0">
                <a:solidFill>
                  <a:schemeClr val="tx1"/>
                </a:solidFill>
                <a:latin typeface="Museo Sans 500" panose="02000000000000000000" pitchFamily="2" charset="77"/>
              </a:defRPr>
            </a:lvl1pPr>
          </a:lstStyle>
          <a:p>
            <a:fld id="{837EA21B-C1CD-FF4F-B5B3-C7F194F4D1C4}" type="slidenum">
              <a:rPr lang="en-US" smtClean="0"/>
              <a:pPr/>
              <a:t>‹#›</a:t>
            </a:fld>
            <a:endParaRPr lang="en-US"/>
          </a:p>
        </p:txBody>
      </p:sp>
      <p:sp>
        <p:nvSpPr>
          <p:cNvPr id="2" name="Text Placeholder 18">
            <a:extLst>
              <a:ext uri="{FF2B5EF4-FFF2-40B4-BE49-F238E27FC236}">
                <a16:creationId xmlns:a16="http://schemas.microsoft.com/office/drawing/2014/main" id="{016C9410-7300-0568-8084-4292FEBD4D51}"/>
              </a:ext>
            </a:extLst>
          </p:cNvPr>
          <p:cNvSpPr>
            <a:spLocks noGrp="1"/>
          </p:cNvSpPr>
          <p:nvPr>
            <p:ph type="body" sz="quarter" idx="13" hasCustomPrompt="1"/>
          </p:nvPr>
        </p:nvSpPr>
        <p:spPr>
          <a:xfrm>
            <a:off x="408000" y="936001"/>
            <a:ext cx="11345400" cy="574111"/>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Simple Text Slide One Line</a:t>
            </a:r>
          </a:p>
        </p:txBody>
      </p:sp>
      <p:sp>
        <p:nvSpPr>
          <p:cNvPr id="3" name="Text Placeholder 24">
            <a:extLst>
              <a:ext uri="{FF2B5EF4-FFF2-40B4-BE49-F238E27FC236}">
                <a16:creationId xmlns:a16="http://schemas.microsoft.com/office/drawing/2014/main" id="{E2A3FC0A-7D65-1D57-CB9D-26806DB13C84}"/>
              </a:ext>
            </a:extLst>
          </p:cNvPr>
          <p:cNvSpPr>
            <a:spLocks noGrp="1"/>
          </p:cNvSpPr>
          <p:nvPr>
            <p:ph type="body" sz="quarter" idx="26" hasCustomPrompt="1"/>
          </p:nvPr>
        </p:nvSpPr>
        <p:spPr>
          <a:xfrm>
            <a:off x="408000" y="1554480"/>
            <a:ext cx="11358584"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6" name="TextBox 5">
            <a:extLst>
              <a:ext uri="{FF2B5EF4-FFF2-40B4-BE49-F238E27FC236}">
                <a16:creationId xmlns:a16="http://schemas.microsoft.com/office/drawing/2014/main" id="{A2F1ED72-3F9B-E1DD-94F1-0BA6B4CDEC8E}"/>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7" name="TextBox 6">
            <a:extLst>
              <a:ext uri="{FF2B5EF4-FFF2-40B4-BE49-F238E27FC236}">
                <a16:creationId xmlns:a16="http://schemas.microsoft.com/office/drawing/2014/main" id="{242DB717-FF7A-2814-9449-782C821EF17D}"/>
              </a:ext>
            </a:extLst>
          </p:cNvPr>
          <p:cNvSpPr txBox="1"/>
          <p:nvPr userDrawn="1"/>
        </p:nvSpPr>
        <p:spPr>
          <a:xfrm>
            <a:off x="1515166" y="410216"/>
            <a:ext cx="1749197" cy="200055"/>
          </a:xfrm>
          <a:prstGeom prst="rect">
            <a:avLst/>
          </a:prstGeom>
          <a:noFill/>
        </p:spPr>
        <p:txBody>
          <a:bodyPr wrap="none" rtlCol="0">
            <a:spAutoFit/>
          </a:bodyPr>
          <a:lstStyle/>
          <a:p>
            <a:r>
              <a:rPr lang="en-US" sz="700"/>
              <a:t>Automation </a:t>
            </a:r>
            <a:r>
              <a:rPr lang="en-US" sz="700" err="1"/>
              <a:t>Anywhere’s</a:t>
            </a:r>
            <a:r>
              <a:rPr lang="en-US" sz="700"/>
              <a:t> APA Platform</a:t>
            </a:r>
          </a:p>
        </p:txBody>
      </p:sp>
    </p:spTree>
    <p:extLst>
      <p:ext uri="{BB962C8B-B14F-4D97-AF65-F5344CB8AC3E}">
        <p14:creationId xmlns:p14="http://schemas.microsoft.com/office/powerpoint/2010/main" val="9351254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xt D -One Line and Subhead - no Logo">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ADC33EA-3585-4331-B68F-AF1D3E0E7CC8}"/>
              </a:ext>
            </a:extLst>
          </p:cNvPr>
          <p:cNvSpPr txBox="1"/>
          <p:nvPr userDrawn="1"/>
        </p:nvSpPr>
        <p:spPr>
          <a:xfrm>
            <a:off x="12837459" y="-778"/>
            <a:ext cx="2510117" cy="1241815"/>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For text-only slides. Please do not edit the sizes of the text boxes just to squeeze more information in.</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You can duplicate the slides if you absolutely need more words, but remember: simple is better.</a:t>
            </a:r>
          </a:p>
        </p:txBody>
      </p:sp>
      <p:pic>
        <p:nvPicPr>
          <p:cNvPr id="14" name="Graphic 13">
            <a:extLst>
              <a:ext uri="{FF2B5EF4-FFF2-40B4-BE49-F238E27FC236}">
                <a16:creationId xmlns:a16="http://schemas.microsoft.com/office/drawing/2014/main" id="{393F9193-60A4-2001-2B91-113707E2A261}"/>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408000" y="408000"/>
            <a:ext cx="11400000" cy="192000"/>
          </a:xfrm>
          <a:prstGeom prst="rect">
            <a:avLst/>
          </a:prstGeom>
        </p:spPr>
      </p:pic>
      <p:sp>
        <p:nvSpPr>
          <p:cNvPr id="37" name="Slide Number Placeholder 5">
            <a:extLst>
              <a:ext uri="{FF2B5EF4-FFF2-40B4-BE49-F238E27FC236}">
                <a16:creationId xmlns:a16="http://schemas.microsoft.com/office/drawing/2014/main" id="{FBF6E9E5-B7EC-0B59-20D1-80D89D15ECF1}"/>
              </a:ext>
            </a:extLst>
          </p:cNvPr>
          <p:cNvSpPr>
            <a:spLocks noGrp="1"/>
          </p:cNvSpPr>
          <p:nvPr>
            <p:ph type="sldNum" sz="quarter" idx="12"/>
          </p:nvPr>
        </p:nvSpPr>
        <p:spPr>
          <a:xfrm>
            <a:off x="11273400" y="402113"/>
            <a:ext cx="480000" cy="203143"/>
          </a:xfrm>
        </p:spPr>
        <p:txBody>
          <a:bodyPr/>
          <a:lstStyle>
            <a:lvl1pPr>
              <a:defRPr sz="800" b="0" i="0">
                <a:solidFill>
                  <a:schemeClr val="tx1"/>
                </a:solidFill>
                <a:latin typeface="Museo Sans 500" panose="02000000000000000000" pitchFamily="2" charset="77"/>
              </a:defRPr>
            </a:lvl1pPr>
          </a:lstStyle>
          <a:p>
            <a:fld id="{837EA21B-C1CD-FF4F-B5B3-C7F194F4D1C4}" type="slidenum">
              <a:rPr lang="en-US" smtClean="0"/>
              <a:pPr/>
              <a:t>‹#›</a:t>
            </a:fld>
            <a:endParaRPr lang="en-US"/>
          </a:p>
        </p:txBody>
      </p:sp>
      <p:sp>
        <p:nvSpPr>
          <p:cNvPr id="2" name="Text Placeholder 18">
            <a:extLst>
              <a:ext uri="{FF2B5EF4-FFF2-40B4-BE49-F238E27FC236}">
                <a16:creationId xmlns:a16="http://schemas.microsoft.com/office/drawing/2014/main" id="{016C9410-7300-0568-8084-4292FEBD4D51}"/>
              </a:ext>
            </a:extLst>
          </p:cNvPr>
          <p:cNvSpPr>
            <a:spLocks noGrp="1"/>
          </p:cNvSpPr>
          <p:nvPr>
            <p:ph type="body" sz="quarter" idx="13" hasCustomPrompt="1"/>
          </p:nvPr>
        </p:nvSpPr>
        <p:spPr>
          <a:xfrm>
            <a:off x="408000" y="936001"/>
            <a:ext cx="11345400" cy="574111"/>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Simple Text Slide One Line</a:t>
            </a:r>
          </a:p>
        </p:txBody>
      </p:sp>
      <p:sp>
        <p:nvSpPr>
          <p:cNvPr id="3" name="Text Placeholder 24">
            <a:extLst>
              <a:ext uri="{FF2B5EF4-FFF2-40B4-BE49-F238E27FC236}">
                <a16:creationId xmlns:a16="http://schemas.microsoft.com/office/drawing/2014/main" id="{E2A3FC0A-7D65-1D57-CB9D-26806DB13C84}"/>
              </a:ext>
            </a:extLst>
          </p:cNvPr>
          <p:cNvSpPr>
            <a:spLocks noGrp="1"/>
          </p:cNvSpPr>
          <p:nvPr>
            <p:ph type="body" sz="quarter" idx="26" hasCustomPrompt="1"/>
          </p:nvPr>
        </p:nvSpPr>
        <p:spPr>
          <a:xfrm>
            <a:off x="408000" y="1554480"/>
            <a:ext cx="11358584"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6" name="TextBox 5">
            <a:extLst>
              <a:ext uri="{FF2B5EF4-FFF2-40B4-BE49-F238E27FC236}">
                <a16:creationId xmlns:a16="http://schemas.microsoft.com/office/drawing/2014/main" id="{A2F1ED72-3F9B-E1DD-94F1-0BA6B4CDEC8E}"/>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7" name="TextBox 6">
            <a:extLst>
              <a:ext uri="{FF2B5EF4-FFF2-40B4-BE49-F238E27FC236}">
                <a16:creationId xmlns:a16="http://schemas.microsoft.com/office/drawing/2014/main" id="{242DB717-FF7A-2814-9449-782C821EF17D}"/>
              </a:ext>
            </a:extLst>
          </p:cNvPr>
          <p:cNvSpPr txBox="1"/>
          <p:nvPr userDrawn="1"/>
        </p:nvSpPr>
        <p:spPr>
          <a:xfrm>
            <a:off x="1515166" y="410216"/>
            <a:ext cx="1749197" cy="200055"/>
          </a:xfrm>
          <a:prstGeom prst="rect">
            <a:avLst/>
          </a:prstGeom>
          <a:noFill/>
        </p:spPr>
        <p:txBody>
          <a:bodyPr wrap="none" rtlCol="0">
            <a:spAutoFit/>
          </a:bodyPr>
          <a:lstStyle/>
          <a:p>
            <a:r>
              <a:rPr lang="en-US" sz="700"/>
              <a:t>Automation </a:t>
            </a:r>
            <a:r>
              <a:rPr lang="en-US" sz="700" err="1"/>
              <a:t>Anywhere’s</a:t>
            </a:r>
            <a:r>
              <a:rPr lang="en-US" sz="700"/>
              <a:t> APA Platform</a:t>
            </a:r>
          </a:p>
        </p:txBody>
      </p:sp>
    </p:spTree>
    <p:extLst>
      <p:ext uri="{BB962C8B-B14F-4D97-AF65-F5344CB8AC3E}">
        <p14:creationId xmlns:p14="http://schemas.microsoft.com/office/powerpoint/2010/main" val="214703465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xt C - One Line and Content">
    <p:spTree>
      <p:nvGrpSpPr>
        <p:cNvPr id="1" name=""/>
        <p:cNvGrpSpPr/>
        <p:nvPr/>
      </p:nvGrpSpPr>
      <p:grpSpPr>
        <a:xfrm>
          <a:off x="0" y="0"/>
          <a:ext cx="0" cy="0"/>
          <a:chOff x="0" y="0"/>
          <a:chExt cx="0" cy="0"/>
        </a:xfrm>
      </p:grpSpPr>
      <p:sp>
        <p:nvSpPr>
          <p:cNvPr id="25" name="Text Placeholder 24">
            <a:extLst>
              <a:ext uri="{FF2B5EF4-FFF2-40B4-BE49-F238E27FC236}">
                <a16:creationId xmlns:a16="http://schemas.microsoft.com/office/drawing/2014/main" id="{E757EA63-E167-38AF-0199-96BB61E6F3F5}"/>
              </a:ext>
            </a:extLst>
          </p:cNvPr>
          <p:cNvSpPr>
            <a:spLocks noGrp="1"/>
          </p:cNvSpPr>
          <p:nvPr>
            <p:ph type="body" sz="quarter" idx="14"/>
          </p:nvPr>
        </p:nvSpPr>
        <p:spPr>
          <a:xfrm>
            <a:off x="401616" y="1554480"/>
            <a:ext cx="11358584" cy="4003020"/>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4" name="TextBox 3">
            <a:extLst>
              <a:ext uri="{FF2B5EF4-FFF2-40B4-BE49-F238E27FC236}">
                <a16:creationId xmlns:a16="http://schemas.microsoft.com/office/drawing/2014/main" id="{9ADC33EA-3585-4331-B68F-AF1D3E0E7CC8}"/>
              </a:ext>
            </a:extLst>
          </p:cNvPr>
          <p:cNvSpPr txBox="1"/>
          <p:nvPr userDrawn="1"/>
        </p:nvSpPr>
        <p:spPr>
          <a:xfrm>
            <a:off x="12837459" y="-778"/>
            <a:ext cx="2510117" cy="1241815"/>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For text-only slides. Please do not edit the sizes of the text boxes just to squeeze more information in.</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You can duplicate the slides if you absolutely need more words, but remember: simple is better.</a:t>
            </a:r>
          </a:p>
        </p:txBody>
      </p:sp>
      <p:grpSp>
        <p:nvGrpSpPr>
          <p:cNvPr id="5" name="Group 4">
            <a:extLst>
              <a:ext uri="{FF2B5EF4-FFF2-40B4-BE49-F238E27FC236}">
                <a16:creationId xmlns:a16="http://schemas.microsoft.com/office/drawing/2014/main" id="{EC492D6E-ED6F-0090-2846-DC8C00040931}"/>
              </a:ext>
            </a:extLst>
          </p:cNvPr>
          <p:cNvGrpSpPr/>
          <p:nvPr userDrawn="1"/>
        </p:nvGrpSpPr>
        <p:grpSpPr>
          <a:xfrm>
            <a:off x="10609008" y="6203793"/>
            <a:ext cx="1111864" cy="408104"/>
            <a:chOff x="397414" y="755885"/>
            <a:chExt cx="2901256" cy="1064892"/>
          </a:xfrm>
        </p:grpSpPr>
        <p:grpSp>
          <p:nvGrpSpPr>
            <p:cNvPr id="8" name="Graphic 4">
              <a:extLst>
                <a:ext uri="{FF2B5EF4-FFF2-40B4-BE49-F238E27FC236}">
                  <a16:creationId xmlns:a16="http://schemas.microsoft.com/office/drawing/2014/main" id="{1014F4A1-5F1B-F11B-3A47-11840AF40191}"/>
                </a:ext>
              </a:extLst>
            </p:cNvPr>
            <p:cNvGrpSpPr/>
            <p:nvPr/>
          </p:nvGrpSpPr>
          <p:grpSpPr>
            <a:xfrm>
              <a:off x="397414" y="755885"/>
              <a:ext cx="1031033" cy="1064892"/>
              <a:chOff x="397414" y="755885"/>
              <a:chExt cx="1031033" cy="1064892"/>
            </a:xfrm>
          </p:grpSpPr>
          <p:sp>
            <p:nvSpPr>
              <p:cNvPr id="34" name="Freeform 33">
                <a:extLst>
                  <a:ext uri="{FF2B5EF4-FFF2-40B4-BE49-F238E27FC236}">
                    <a16:creationId xmlns:a16="http://schemas.microsoft.com/office/drawing/2014/main" id="{AFFB774A-2322-697D-7E56-1EC45B70F2D2}"/>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3BA0088D-3CD7-682D-E14A-FF59440FA2E8}"/>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F6E5F12B-86BD-F993-A6ED-879BB8D90CAD}"/>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9" name="Graphic 4">
              <a:extLst>
                <a:ext uri="{FF2B5EF4-FFF2-40B4-BE49-F238E27FC236}">
                  <a16:creationId xmlns:a16="http://schemas.microsoft.com/office/drawing/2014/main" id="{2A0DDC72-66B5-B72B-6DC5-EEAFFFF5C892}"/>
                </a:ext>
              </a:extLst>
            </p:cNvPr>
            <p:cNvGrpSpPr/>
            <p:nvPr/>
          </p:nvGrpSpPr>
          <p:grpSpPr>
            <a:xfrm>
              <a:off x="1208140" y="933050"/>
              <a:ext cx="2090530" cy="573060"/>
              <a:chOff x="1208140" y="933050"/>
              <a:chExt cx="2090530" cy="573060"/>
            </a:xfrm>
            <a:solidFill>
              <a:srgbClr val="333333"/>
            </a:solidFill>
          </p:grpSpPr>
          <p:sp>
            <p:nvSpPr>
              <p:cNvPr id="10" name="Freeform 9">
                <a:extLst>
                  <a:ext uri="{FF2B5EF4-FFF2-40B4-BE49-F238E27FC236}">
                    <a16:creationId xmlns:a16="http://schemas.microsoft.com/office/drawing/2014/main" id="{5BBE9566-6495-8991-627B-07A9B79ECA48}"/>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1" name="Freeform 10">
                <a:extLst>
                  <a:ext uri="{FF2B5EF4-FFF2-40B4-BE49-F238E27FC236}">
                    <a16:creationId xmlns:a16="http://schemas.microsoft.com/office/drawing/2014/main" id="{06FC5D45-B46B-12A4-8B37-E5074CA23CDE}"/>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2" name="Freeform 11">
                <a:extLst>
                  <a:ext uri="{FF2B5EF4-FFF2-40B4-BE49-F238E27FC236}">
                    <a16:creationId xmlns:a16="http://schemas.microsoft.com/office/drawing/2014/main" id="{44B5D08C-58B2-B150-BE76-28B14A9BAD8D}"/>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55C55F62-AE8D-2F81-AFCA-5743E3D92ED3}"/>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E16A78BF-C052-7711-D1CE-2E7A63CC12B2}"/>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6" name="Freeform 15">
                <a:extLst>
                  <a:ext uri="{FF2B5EF4-FFF2-40B4-BE49-F238E27FC236}">
                    <a16:creationId xmlns:a16="http://schemas.microsoft.com/office/drawing/2014/main" id="{F8D65756-B030-1D4B-15B6-517F6D73F6E2}"/>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EBB2DC45-D64C-6F65-39A3-0443FB62A64F}"/>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3A2304B1-410D-F38B-2428-1B771AE7AC60}"/>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2FD2F930-B0FD-E224-8072-3729B08B874C}"/>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330A4E00-0FFF-B275-8B98-ACB7C25D0907}"/>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4086B057-31FE-EC62-C975-5B301CB45BDE}"/>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71944823-E610-FB1E-8533-5BF54F696CCE}"/>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5034B719-E5DF-A9EA-B054-BF78A92E0D70}"/>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3E169D02-8CBF-178C-ABA4-0945A71607FB}"/>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1B9C45F0-8515-6214-A5F6-AD40C3259C76}"/>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63E01AB6-754C-FEF2-E499-8078E58908E0}"/>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B1C6F105-38A1-CD1C-22EC-81620C72AD1F}"/>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83EB7101-62A2-C406-7BE3-2E7F5B7F37AF}"/>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pic>
        <p:nvPicPr>
          <p:cNvPr id="14" name="Graphic 13">
            <a:extLst>
              <a:ext uri="{FF2B5EF4-FFF2-40B4-BE49-F238E27FC236}">
                <a16:creationId xmlns:a16="http://schemas.microsoft.com/office/drawing/2014/main" id="{393F9193-60A4-2001-2B91-113707E2A261}"/>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408000" y="408000"/>
            <a:ext cx="11400000" cy="192000"/>
          </a:xfrm>
          <a:prstGeom prst="rect">
            <a:avLst/>
          </a:prstGeom>
        </p:spPr>
      </p:pic>
      <p:sp>
        <p:nvSpPr>
          <p:cNvPr id="37" name="Slide Number Placeholder 5">
            <a:extLst>
              <a:ext uri="{FF2B5EF4-FFF2-40B4-BE49-F238E27FC236}">
                <a16:creationId xmlns:a16="http://schemas.microsoft.com/office/drawing/2014/main" id="{FBF6E9E5-B7EC-0B59-20D1-80D89D15ECF1}"/>
              </a:ext>
            </a:extLst>
          </p:cNvPr>
          <p:cNvSpPr>
            <a:spLocks noGrp="1"/>
          </p:cNvSpPr>
          <p:nvPr>
            <p:ph type="sldNum" sz="quarter" idx="12"/>
          </p:nvPr>
        </p:nvSpPr>
        <p:spPr>
          <a:xfrm>
            <a:off x="11273400" y="402113"/>
            <a:ext cx="480000" cy="203143"/>
          </a:xfrm>
        </p:spPr>
        <p:txBody>
          <a:bodyPr/>
          <a:lstStyle>
            <a:lvl1pPr>
              <a:defRPr sz="800" b="0" i="0">
                <a:solidFill>
                  <a:schemeClr val="tx1"/>
                </a:solidFill>
                <a:latin typeface="Museo Sans 500" panose="02000000000000000000" pitchFamily="2" charset="77"/>
              </a:defRPr>
            </a:lvl1pPr>
          </a:lstStyle>
          <a:p>
            <a:fld id="{837EA21B-C1CD-FF4F-B5B3-C7F194F4D1C4}" type="slidenum">
              <a:rPr lang="en-US" smtClean="0"/>
              <a:pPr/>
              <a:t>‹#›</a:t>
            </a:fld>
            <a:endParaRPr lang="en-US"/>
          </a:p>
        </p:txBody>
      </p:sp>
      <p:sp>
        <p:nvSpPr>
          <p:cNvPr id="41" name="Text Placeholder 18">
            <a:extLst>
              <a:ext uri="{FF2B5EF4-FFF2-40B4-BE49-F238E27FC236}">
                <a16:creationId xmlns:a16="http://schemas.microsoft.com/office/drawing/2014/main" id="{B64A94CD-D7E6-6A8C-E7D6-CDB5751BF1C3}"/>
              </a:ext>
            </a:extLst>
          </p:cNvPr>
          <p:cNvSpPr>
            <a:spLocks noGrp="1"/>
          </p:cNvSpPr>
          <p:nvPr>
            <p:ph type="body" sz="quarter" idx="13" hasCustomPrompt="1"/>
          </p:nvPr>
        </p:nvSpPr>
        <p:spPr>
          <a:xfrm>
            <a:off x="408000" y="936002"/>
            <a:ext cx="11345400" cy="590296"/>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Simple Text Slide</a:t>
            </a:r>
          </a:p>
        </p:txBody>
      </p:sp>
      <p:sp>
        <p:nvSpPr>
          <p:cNvPr id="2" name="TextBox 1">
            <a:extLst>
              <a:ext uri="{FF2B5EF4-FFF2-40B4-BE49-F238E27FC236}">
                <a16:creationId xmlns:a16="http://schemas.microsoft.com/office/drawing/2014/main" id="{CA105C93-D2DA-E7FE-4845-0767251CE60F}"/>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3" name="TextBox 2">
            <a:extLst>
              <a:ext uri="{FF2B5EF4-FFF2-40B4-BE49-F238E27FC236}">
                <a16:creationId xmlns:a16="http://schemas.microsoft.com/office/drawing/2014/main" id="{EA9BCA78-E23F-CF33-24FB-3F36F7644B09}"/>
              </a:ext>
            </a:extLst>
          </p:cNvPr>
          <p:cNvSpPr txBox="1"/>
          <p:nvPr userDrawn="1"/>
        </p:nvSpPr>
        <p:spPr>
          <a:xfrm>
            <a:off x="1515166" y="410216"/>
            <a:ext cx="1749197" cy="200055"/>
          </a:xfrm>
          <a:prstGeom prst="rect">
            <a:avLst/>
          </a:prstGeom>
          <a:noFill/>
        </p:spPr>
        <p:txBody>
          <a:bodyPr wrap="none" rtlCol="0">
            <a:spAutoFit/>
          </a:bodyPr>
          <a:lstStyle/>
          <a:p>
            <a:r>
              <a:rPr lang="en-US" sz="700"/>
              <a:t>Automation </a:t>
            </a:r>
            <a:r>
              <a:rPr lang="en-US" sz="700" err="1"/>
              <a:t>Anywhere’s</a:t>
            </a:r>
            <a:r>
              <a:rPr lang="en-US" sz="700"/>
              <a:t> APA Platform</a:t>
            </a:r>
          </a:p>
        </p:txBody>
      </p:sp>
    </p:spTree>
    <p:extLst>
      <p:ext uri="{BB962C8B-B14F-4D97-AF65-F5344CB8AC3E}">
        <p14:creationId xmlns:p14="http://schemas.microsoft.com/office/powerpoint/2010/main" val="119573950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xt E - One Line, Subhead and Content">
    <p:spTree>
      <p:nvGrpSpPr>
        <p:cNvPr id="1" name=""/>
        <p:cNvGrpSpPr/>
        <p:nvPr/>
      </p:nvGrpSpPr>
      <p:grpSpPr>
        <a:xfrm>
          <a:off x="0" y="0"/>
          <a:ext cx="0" cy="0"/>
          <a:chOff x="0" y="0"/>
          <a:chExt cx="0" cy="0"/>
        </a:xfrm>
      </p:grpSpPr>
      <p:sp>
        <p:nvSpPr>
          <p:cNvPr id="25" name="Text Placeholder 24">
            <a:extLst>
              <a:ext uri="{FF2B5EF4-FFF2-40B4-BE49-F238E27FC236}">
                <a16:creationId xmlns:a16="http://schemas.microsoft.com/office/drawing/2014/main" id="{E757EA63-E167-38AF-0199-96BB61E6F3F5}"/>
              </a:ext>
            </a:extLst>
          </p:cNvPr>
          <p:cNvSpPr>
            <a:spLocks noGrp="1"/>
          </p:cNvSpPr>
          <p:nvPr>
            <p:ph type="body" sz="quarter" idx="14"/>
          </p:nvPr>
        </p:nvSpPr>
        <p:spPr>
          <a:xfrm>
            <a:off x="401616" y="2096337"/>
            <a:ext cx="11358584" cy="3528437"/>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4" name="TextBox 3">
            <a:extLst>
              <a:ext uri="{FF2B5EF4-FFF2-40B4-BE49-F238E27FC236}">
                <a16:creationId xmlns:a16="http://schemas.microsoft.com/office/drawing/2014/main" id="{9ADC33EA-3585-4331-B68F-AF1D3E0E7CC8}"/>
              </a:ext>
            </a:extLst>
          </p:cNvPr>
          <p:cNvSpPr txBox="1"/>
          <p:nvPr userDrawn="1"/>
        </p:nvSpPr>
        <p:spPr>
          <a:xfrm>
            <a:off x="12837459" y="-778"/>
            <a:ext cx="2510117" cy="1241815"/>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For text-only slides. Please do not edit the sizes of the text boxes just to squeeze more information in.</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You can duplicate the slides if you absolutely need more words, but remember: simple is better.</a:t>
            </a:r>
          </a:p>
        </p:txBody>
      </p:sp>
      <p:grpSp>
        <p:nvGrpSpPr>
          <p:cNvPr id="5" name="Group 4">
            <a:extLst>
              <a:ext uri="{FF2B5EF4-FFF2-40B4-BE49-F238E27FC236}">
                <a16:creationId xmlns:a16="http://schemas.microsoft.com/office/drawing/2014/main" id="{EC492D6E-ED6F-0090-2846-DC8C00040931}"/>
              </a:ext>
            </a:extLst>
          </p:cNvPr>
          <p:cNvGrpSpPr/>
          <p:nvPr userDrawn="1"/>
        </p:nvGrpSpPr>
        <p:grpSpPr>
          <a:xfrm>
            <a:off x="10609008" y="6203793"/>
            <a:ext cx="1111864" cy="408104"/>
            <a:chOff x="397414" y="755885"/>
            <a:chExt cx="2901256" cy="1064892"/>
          </a:xfrm>
        </p:grpSpPr>
        <p:grpSp>
          <p:nvGrpSpPr>
            <p:cNvPr id="8" name="Graphic 4">
              <a:extLst>
                <a:ext uri="{FF2B5EF4-FFF2-40B4-BE49-F238E27FC236}">
                  <a16:creationId xmlns:a16="http://schemas.microsoft.com/office/drawing/2014/main" id="{1014F4A1-5F1B-F11B-3A47-11840AF40191}"/>
                </a:ext>
              </a:extLst>
            </p:cNvPr>
            <p:cNvGrpSpPr/>
            <p:nvPr/>
          </p:nvGrpSpPr>
          <p:grpSpPr>
            <a:xfrm>
              <a:off x="397414" y="755885"/>
              <a:ext cx="1031033" cy="1064892"/>
              <a:chOff x="397414" y="755885"/>
              <a:chExt cx="1031033" cy="1064892"/>
            </a:xfrm>
          </p:grpSpPr>
          <p:sp>
            <p:nvSpPr>
              <p:cNvPr id="34" name="Freeform 33">
                <a:extLst>
                  <a:ext uri="{FF2B5EF4-FFF2-40B4-BE49-F238E27FC236}">
                    <a16:creationId xmlns:a16="http://schemas.microsoft.com/office/drawing/2014/main" id="{AFFB774A-2322-697D-7E56-1EC45B70F2D2}"/>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3BA0088D-3CD7-682D-E14A-FF59440FA2E8}"/>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F6E5F12B-86BD-F993-A6ED-879BB8D90CAD}"/>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9" name="Graphic 4">
              <a:extLst>
                <a:ext uri="{FF2B5EF4-FFF2-40B4-BE49-F238E27FC236}">
                  <a16:creationId xmlns:a16="http://schemas.microsoft.com/office/drawing/2014/main" id="{2A0DDC72-66B5-B72B-6DC5-EEAFFFF5C892}"/>
                </a:ext>
              </a:extLst>
            </p:cNvPr>
            <p:cNvGrpSpPr/>
            <p:nvPr/>
          </p:nvGrpSpPr>
          <p:grpSpPr>
            <a:xfrm>
              <a:off x="1208140" y="933050"/>
              <a:ext cx="2090530" cy="573060"/>
              <a:chOff x="1208140" y="933050"/>
              <a:chExt cx="2090530" cy="573060"/>
            </a:xfrm>
            <a:solidFill>
              <a:srgbClr val="333333"/>
            </a:solidFill>
          </p:grpSpPr>
          <p:sp>
            <p:nvSpPr>
              <p:cNvPr id="10" name="Freeform 9">
                <a:extLst>
                  <a:ext uri="{FF2B5EF4-FFF2-40B4-BE49-F238E27FC236}">
                    <a16:creationId xmlns:a16="http://schemas.microsoft.com/office/drawing/2014/main" id="{5BBE9566-6495-8991-627B-07A9B79ECA48}"/>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1" name="Freeform 10">
                <a:extLst>
                  <a:ext uri="{FF2B5EF4-FFF2-40B4-BE49-F238E27FC236}">
                    <a16:creationId xmlns:a16="http://schemas.microsoft.com/office/drawing/2014/main" id="{06FC5D45-B46B-12A4-8B37-E5074CA23CDE}"/>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2" name="Freeform 11">
                <a:extLst>
                  <a:ext uri="{FF2B5EF4-FFF2-40B4-BE49-F238E27FC236}">
                    <a16:creationId xmlns:a16="http://schemas.microsoft.com/office/drawing/2014/main" id="{44B5D08C-58B2-B150-BE76-28B14A9BAD8D}"/>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55C55F62-AE8D-2F81-AFCA-5743E3D92ED3}"/>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E16A78BF-C052-7711-D1CE-2E7A63CC12B2}"/>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6" name="Freeform 15">
                <a:extLst>
                  <a:ext uri="{FF2B5EF4-FFF2-40B4-BE49-F238E27FC236}">
                    <a16:creationId xmlns:a16="http://schemas.microsoft.com/office/drawing/2014/main" id="{F8D65756-B030-1D4B-15B6-517F6D73F6E2}"/>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EBB2DC45-D64C-6F65-39A3-0443FB62A64F}"/>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3A2304B1-410D-F38B-2428-1B771AE7AC60}"/>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2FD2F930-B0FD-E224-8072-3729B08B874C}"/>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330A4E00-0FFF-B275-8B98-ACB7C25D0907}"/>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4086B057-31FE-EC62-C975-5B301CB45BDE}"/>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71944823-E610-FB1E-8533-5BF54F696CCE}"/>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5034B719-E5DF-A9EA-B054-BF78A92E0D70}"/>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3E169D02-8CBF-178C-ABA4-0945A71607FB}"/>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1B9C45F0-8515-6214-A5F6-AD40C3259C76}"/>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63E01AB6-754C-FEF2-E499-8078E58908E0}"/>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B1C6F105-38A1-CD1C-22EC-81620C72AD1F}"/>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83EB7101-62A2-C406-7BE3-2E7F5B7F37AF}"/>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pic>
        <p:nvPicPr>
          <p:cNvPr id="14" name="Graphic 13">
            <a:extLst>
              <a:ext uri="{FF2B5EF4-FFF2-40B4-BE49-F238E27FC236}">
                <a16:creationId xmlns:a16="http://schemas.microsoft.com/office/drawing/2014/main" id="{393F9193-60A4-2001-2B91-113707E2A261}"/>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408000" y="408000"/>
            <a:ext cx="11400000" cy="192000"/>
          </a:xfrm>
          <a:prstGeom prst="rect">
            <a:avLst/>
          </a:prstGeom>
        </p:spPr>
      </p:pic>
      <p:sp>
        <p:nvSpPr>
          <p:cNvPr id="37" name="Slide Number Placeholder 5">
            <a:extLst>
              <a:ext uri="{FF2B5EF4-FFF2-40B4-BE49-F238E27FC236}">
                <a16:creationId xmlns:a16="http://schemas.microsoft.com/office/drawing/2014/main" id="{FBF6E9E5-B7EC-0B59-20D1-80D89D15ECF1}"/>
              </a:ext>
            </a:extLst>
          </p:cNvPr>
          <p:cNvSpPr>
            <a:spLocks noGrp="1"/>
          </p:cNvSpPr>
          <p:nvPr>
            <p:ph type="sldNum" sz="quarter" idx="12"/>
          </p:nvPr>
        </p:nvSpPr>
        <p:spPr>
          <a:xfrm>
            <a:off x="11273400" y="402113"/>
            <a:ext cx="480000" cy="203143"/>
          </a:xfrm>
        </p:spPr>
        <p:txBody>
          <a:bodyPr/>
          <a:lstStyle>
            <a:lvl1pPr>
              <a:defRPr sz="800" b="0" i="0">
                <a:solidFill>
                  <a:schemeClr val="tx1"/>
                </a:solidFill>
                <a:latin typeface="Museo Sans 500" panose="02000000000000000000" pitchFamily="2" charset="77"/>
              </a:defRPr>
            </a:lvl1pPr>
          </a:lstStyle>
          <a:p>
            <a:fld id="{837EA21B-C1CD-FF4F-B5B3-C7F194F4D1C4}" type="slidenum">
              <a:rPr lang="en-US" smtClean="0"/>
              <a:pPr/>
              <a:t>‹#›</a:t>
            </a:fld>
            <a:endParaRPr lang="en-US"/>
          </a:p>
        </p:txBody>
      </p:sp>
      <p:sp>
        <p:nvSpPr>
          <p:cNvPr id="41" name="Text Placeholder 18">
            <a:extLst>
              <a:ext uri="{FF2B5EF4-FFF2-40B4-BE49-F238E27FC236}">
                <a16:creationId xmlns:a16="http://schemas.microsoft.com/office/drawing/2014/main" id="{B64A94CD-D7E6-6A8C-E7D6-CDB5751BF1C3}"/>
              </a:ext>
            </a:extLst>
          </p:cNvPr>
          <p:cNvSpPr>
            <a:spLocks noGrp="1"/>
          </p:cNvSpPr>
          <p:nvPr>
            <p:ph type="body" sz="quarter" idx="13" hasCustomPrompt="1"/>
          </p:nvPr>
        </p:nvSpPr>
        <p:spPr>
          <a:xfrm>
            <a:off x="408000" y="936001"/>
            <a:ext cx="11345400" cy="584877"/>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Simple Text Slide</a:t>
            </a:r>
          </a:p>
        </p:txBody>
      </p:sp>
      <p:sp>
        <p:nvSpPr>
          <p:cNvPr id="42" name="Text Placeholder 24">
            <a:extLst>
              <a:ext uri="{FF2B5EF4-FFF2-40B4-BE49-F238E27FC236}">
                <a16:creationId xmlns:a16="http://schemas.microsoft.com/office/drawing/2014/main" id="{25B2C319-86DF-718D-389E-23A936A572C8}"/>
              </a:ext>
            </a:extLst>
          </p:cNvPr>
          <p:cNvSpPr>
            <a:spLocks noGrp="1"/>
          </p:cNvSpPr>
          <p:nvPr>
            <p:ph type="body" sz="quarter" idx="26" hasCustomPrompt="1"/>
          </p:nvPr>
        </p:nvSpPr>
        <p:spPr>
          <a:xfrm>
            <a:off x="408000" y="1554480"/>
            <a:ext cx="11358584"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2" name="TextBox 1">
            <a:extLst>
              <a:ext uri="{FF2B5EF4-FFF2-40B4-BE49-F238E27FC236}">
                <a16:creationId xmlns:a16="http://schemas.microsoft.com/office/drawing/2014/main" id="{941A24FF-C375-5CF6-EF65-7BF06DF98CB8}"/>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3" name="TextBox 2">
            <a:extLst>
              <a:ext uri="{FF2B5EF4-FFF2-40B4-BE49-F238E27FC236}">
                <a16:creationId xmlns:a16="http://schemas.microsoft.com/office/drawing/2014/main" id="{E8427B41-4BD9-52D3-8097-F09E70D83338}"/>
              </a:ext>
            </a:extLst>
          </p:cNvPr>
          <p:cNvSpPr txBox="1"/>
          <p:nvPr userDrawn="1"/>
        </p:nvSpPr>
        <p:spPr>
          <a:xfrm>
            <a:off x="1515166" y="410216"/>
            <a:ext cx="1749197" cy="200055"/>
          </a:xfrm>
          <a:prstGeom prst="rect">
            <a:avLst/>
          </a:prstGeom>
          <a:noFill/>
        </p:spPr>
        <p:txBody>
          <a:bodyPr wrap="none" rtlCol="0">
            <a:spAutoFit/>
          </a:bodyPr>
          <a:lstStyle/>
          <a:p>
            <a:r>
              <a:rPr lang="en-US" sz="700"/>
              <a:t>Automation </a:t>
            </a:r>
            <a:r>
              <a:rPr lang="en-US" sz="700" err="1"/>
              <a:t>Anywhere’s</a:t>
            </a:r>
            <a:r>
              <a:rPr lang="en-US" sz="700"/>
              <a:t> APA Platform</a:t>
            </a:r>
          </a:p>
        </p:txBody>
      </p:sp>
    </p:spTree>
    <p:extLst>
      <p:ext uri="{BB962C8B-B14F-4D97-AF65-F5344CB8AC3E}">
        <p14:creationId xmlns:p14="http://schemas.microsoft.com/office/powerpoint/2010/main" val="129627440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 Columns">
    <p:bg>
      <p:bgPr>
        <a:solidFill>
          <a:schemeClr val="bg1"/>
        </a:solidFill>
        <a:effectLst/>
      </p:bgPr>
    </p:bg>
    <p:spTree>
      <p:nvGrpSpPr>
        <p:cNvPr id="1" name=""/>
        <p:cNvGrpSpPr/>
        <p:nvPr/>
      </p:nvGrpSpPr>
      <p:grpSpPr>
        <a:xfrm>
          <a:off x="0" y="0"/>
          <a:ext cx="0" cy="0"/>
          <a:chOff x="0" y="0"/>
          <a:chExt cx="0" cy="0"/>
        </a:xfrm>
      </p:grpSpPr>
      <p:grpSp>
        <p:nvGrpSpPr>
          <p:cNvPr id="44" name="Group 43">
            <a:extLst>
              <a:ext uri="{FF2B5EF4-FFF2-40B4-BE49-F238E27FC236}">
                <a16:creationId xmlns:a16="http://schemas.microsoft.com/office/drawing/2014/main" id="{A2D1AB85-400B-10E1-35EA-ADFA2BEADF46}"/>
              </a:ext>
            </a:extLst>
          </p:cNvPr>
          <p:cNvGrpSpPr/>
          <p:nvPr userDrawn="1"/>
        </p:nvGrpSpPr>
        <p:grpSpPr>
          <a:xfrm>
            <a:off x="383119" y="2372831"/>
            <a:ext cx="2768077" cy="3528437"/>
            <a:chOff x="287339" y="1360262"/>
            <a:chExt cx="2076058" cy="3119663"/>
          </a:xfrm>
        </p:grpSpPr>
        <p:sp>
          <p:nvSpPr>
            <p:cNvPr id="14" name="Rounded Rectangle 13">
              <a:extLst>
                <a:ext uri="{FF2B5EF4-FFF2-40B4-BE49-F238E27FC236}">
                  <a16:creationId xmlns:a16="http://schemas.microsoft.com/office/drawing/2014/main" id="{BB0C5109-C7CE-1E29-AF37-93DB11B1C22E}"/>
                </a:ext>
              </a:extLst>
            </p:cNvPr>
            <p:cNvSpPr/>
            <p:nvPr userDrawn="1"/>
          </p:nvSpPr>
          <p:spPr>
            <a:xfrm>
              <a:off x="306000" y="1443037"/>
              <a:ext cx="2057397" cy="3036888"/>
            </a:xfrm>
            <a:prstGeom prst="roundRect">
              <a:avLst>
                <a:gd name="adj" fmla="val 8991"/>
              </a:avLst>
            </a:prstGeom>
            <a:gradFill>
              <a:gsLst>
                <a:gs pos="9000">
                  <a:srgbClr val="662D8F"/>
                </a:gs>
                <a:gs pos="61000">
                  <a:srgbClr val="FF5A10"/>
                </a:gs>
                <a:gs pos="100000">
                  <a:srgbClr val="FFBC03"/>
                </a:gs>
              </a:gsLst>
              <a:lin ang="20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sp>
          <p:nvSpPr>
            <p:cNvPr id="43" name="Rounded Rectangle 42">
              <a:extLst>
                <a:ext uri="{FF2B5EF4-FFF2-40B4-BE49-F238E27FC236}">
                  <a16:creationId xmlns:a16="http://schemas.microsoft.com/office/drawing/2014/main" id="{FFEA8293-89B6-8257-C581-8C31F61EA49E}"/>
                </a:ext>
              </a:extLst>
            </p:cNvPr>
            <p:cNvSpPr/>
            <p:nvPr userDrawn="1"/>
          </p:nvSpPr>
          <p:spPr>
            <a:xfrm>
              <a:off x="287339" y="1360262"/>
              <a:ext cx="1984326" cy="3036888"/>
            </a:xfrm>
            <a:prstGeom prst="roundRect">
              <a:avLst>
                <a:gd name="adj" fmla="val 8991"/>
              </a:avLst>
            </a:prstGeom>
            <a:solidFill>
              <a:schemeClr val="bg1"/>
            </a:solidFill>
            <a:ln>
              <a:noFill/>
            </a:ln>
            <a:effectLst>
              <a:outerShdw blurRad="1270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grpSp>
      <p:grpSp>
        <p:nvGrpSpPr>
          <p:cNvPr id="45" name="Group 44">
            <a:extLst>
              <a:ext uri="{FF2B5EF4-FFF2-40B4-BE49-F238E27FC236}">
                <a16:creationId xmlns:a16="http://schemas.microsoft.com/office/drawing/2014/main" id="{70B0FA3D-4CE7-1218-EF53-08F4C27D5E2A}"/>
              </a:ext>
            </a:extLst>
          </p:cNvPr>
          <p:cNvGrpSpPr/>
          <p:nvPr userDrawn="1"/>
        </p:nvGrpSpPr>
        <p:grpSpPr>
          <a:xfrm>
            <a:off x="3266482" y="2372831"/>
            <a:ext cx="2768077" cy="3528437"/>
            <a:chOff x="287339" y="1360262"/>
            <a:chExt cx="2076058" cy="3119663"/>
          </a:xfrm>
        </p:grpSpPr>
        <p:sp>
          <p:nvSpPr>
            <p:cNvPr id="46" name="Rounded Rectangle 45">
              <a:extLst>
                <a:ext uri="{FF2B5EF4-FFF2-40B4-BE49-F238E27FC236}">
                  <a16:creationId xmlns:a16="http://schemas.microsoft.com/office/drawing/2014/main" id="{EF0D27C5-DB1F-D31D-9DC2-BA186668040C}"/>
                </a:ext>
              </a:extLst>
            </p:cNvPr>
            <p:cNvSpPr/>
            <p:nvPr userDrawn="1"/>
          </p:nvSpPr>
          <p:spPr>
            <a:xfrm>
              <a:off x="306000" y="1443037"/>
              <a:ext cx="2057397" cy="3036888"/>
            </a:xfrm>
            <a:prstGeom prst="roundRect">
              <a:avLst>
                <a:gd name="adj" fmla="val 8991"/>
              </a:avLst>
            </a:prstGeom>
            <a:gradFill>
              <a:gsLst>
                <a:gs pos="9000">
                  <a:srgbClr val="662D8F"/>
                </a:gs>
                <a:gs pos="61000">
                  <a:srgbClr val="FF5A10"/>
                </a:gs>
                <a:gs pos="100000">
                  <a:srgbClr val="FFBC03"/>
                </a:gs>
              </a:gsLst>
              <a:lin ang="20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sp>
          <p:nvSpPr>
            <p:cNvPr id="47" name="Rounded Rectangle 46">
              <a:extLst>
                <a:ext uri="{FF2B5EF4-FFF2-40B4-BE49-F238E27FC236}">
                  <a16:creationId xmlns:a16="http://schemas.microsoft.com/office/drawing/2014/main" id="{DFB6DB1D-EA6F-13B2-BFD3-566540B64283}"/>
                </a:ext>
              </a:extLst>
            </p:cNvPr>
            <p:cNvSpPr/>
            <p:nvPr userDrawn="1"/>
          </p:nvSpPr>
          <p:spPr>
            <a:xfrm>
              <a:off x="287339" y="1360262"/>
              <a:ext cx="1984326" cy="3036888"/>
            </a:xfrm>
            <a:prstGeom prst="roundRect">
              <a:avLst>
                <a:gd name="adj" fmla="val 8991"/>
              </a:avLst>
            </a:prstGeom>
            <a:solidFill>
              <a:schemeClr val="bg1"/>
            </a:solidFill>
            <a:ln>
              <a:noFill/>
            </a:ln>
            <a:effectLst>
              <a:outerShdw blurRad="1270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grpSp>
      <p:grpSp>
        <p:nvGrpSpPr>
          <p:cNvPr id="48" name="Group 47">
            <a:extLst>
              <a:ext uri="{FF2B5EF4-FFF2-40B4-BE49-F238E27FC236}">
                <a16:creationId xmlns:a16="http://schemas.microsoft.com/office/drawing/2014/main" id="{5C642C93-7423-2412-F0E1-A894EBD1D2DB}"/>
              </a:ext>
            </a:extLst>
          </p:cNvPr>
          <p:cNvGrpSpPr/>
          <p:nvPr userDrawn="1"/>
        </p:nvGrpSpPr>
        <p:grpSpPr>
          <a:xfrm>
            <a:off x="6140946" y="2372831"/>
            <a:ext cx="2768077" cy="3528437"/>
            <a:chOff x="287339" y="1360262"/>
            <a:chExt cx="2076058" cy="3119663"/>
          </a:xfrm>
        </p:grpSpPr>
        <p:sp>
          <p:nvSpPr>
            <p:cNvPr id="49" name="Rounded Rectangle 48">
              <a:extLst>
                <a:ext uri="{FF2B5EF4-FFF2-40B4-BE49-F238E27FC236}">
                  <a16:creationId xmlns:a16="http://schemas.microsoft.com/office/drawing/2014/main" id="{CBD41BA1-47B9-FCFD-0A5D-296F87660620}"/>
                </a:ext>
              </a:extLst>
            </p:cNvPr>
            <p:cNvSpPr/>
            <p:nvPr userDrawn="1"/>
          </p:nvSpPr>
          <p:spPr>
            <a:xfrm>
              <a:off x="306000" y="1443037"/>
              <a:ext cx="2057397" cy="3036888"/>
            </a:xfrm>
            <a:prstGeom prst="roundRect">
              <a:avLst>
                <a:gd name="adj" fmla="val 8991"/>
              </a:avLst>
            </a:prstGeom>
            <a:gradFill>
              <a:gsLst>
                <a:gs pos="9000">
                  <a:srgbClr val="662D8F"/>
                </a:gs>
                <a:gs pos="61000">
                  <a:srgbClr val="FF5A10"/>
                </a:gs>
                <a:gs pos="100000">
                  <a:srgbClr val="FFBC03"/>
                </a:gs>
              </a:gsLst>
              <a:lin ang="20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sp>
          <p:nvSpPr>
            <p:cNvPr id="50" name="Rounded Rectangle 49">
              <a:extLst>
                <a:ext uri="{FF2B5EF4-FFF2-40B4-BE49-F238E27FC236}">
                  <a16:creationId xmlns:a16="http://schemas.microsoft.com/office/drawing/2014/main" id="{BEB9C9F6-7024-B35D-253A-3E31ACA12D5F}"/>
                </a:ext>
              </a:extLst>
            </p:cNvPr>
            <p:cNvSpPr/>
            <p:nvPr userDrawn="1"/>
          </p:nvSpPr>
          <p:spPr>
            <a:xfrm>
              <a:off x="287339" y="1360262"/>
              <a:ext cx="1984326" cy="3036888"/>
            </a:xfrm>
            <a:prstGeom prst="roundRect">
              <a:avLst>
                <a:gd name="adj" fmla="val 8991"/>
              </a:avLst>
            </a:prstGeom>
            <a:solidFill>
              <a:schemeClr val="bg1"/>
            </a:solidFill>
            <a:ln>
              <a:noFill/>
            </a:ln>
            <a:effectLst>
              <a:outerShdw blurRad="1270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grpSp>
      <p:grpSp>
        <p:nvGrpSpPr>
          <p:cNvPr id="51" name="Group 50">
            <a:extLst>
              <a:ext uri="{FF2B5EF4-FFF2-40B4-BE49-F238E27FC236}">
                <a16:creationId xmlns:a16="http://schemas.microsoft.com/office/drawing/2014/main" id="{2DDE6D60-231C-B1C8-F582-2098856CAB3E}"/>
              </a:ext>
            </a:extLst>
          </p:cNvPr>
          <p:cNvGrpSpPr/>
          <p:nvPr userDrawn="1"/>
        </p:nvGrpSpPr>
        <p:grpSpPr>
          <a:xfrm>
            <a:off x="9006510" y="2372831"/>
            <a:ext cx="2768077" cy="3528437"/>
            <a:chOff x="287339" y="1360262"/>
            <a:chExt cx="2076058" cy="3119663"/>
          </a:xfrm>
        </p:grpSpPr>
        <p:sp>
          <p:nvSpPr>
            <p:cNvPr id="52" name="Rounded Rectangle 51">
              <a:extLst>
                <a:ext uri="{FF2B5EF4-FFF2-40B4-BE49-F238E27FC236}">
                  <a16:creationId xmlns:a16="http://schemas.microsoft.com/office/drawing/2014/main" id="{544936DB-F4B3-4BEA-8671-8B0AFD1A807E}"/>
                </a:ext>
              </a:extLst>
            </p:cNvPr>
            <p:cNvSpPr/>
            <p:nvPr userDrawn="1"/>
          </p:nvSpPr>
          <p:spPr>
            <a:xfrm>
              <a:off x="306000" y="1443037"/>
              <a:ext cx="2057397" cy="3036888"/>
            </a:xfrm>
            <a:prstGeom prst="roundRect">
              <a:avLst>
                <a:gd name="adj" fmla="val 8991"/>
              </a:avLst>
            </a:prstGeom>
            <a:gradFill>
              <a:gsLst>
                <a:gs pos="9000">
                  <a:srgbClr val="662D8F"/>
                </a:gs>
                <a:gs pos="61000">
                  <a:srgbClr val="FF5A10"/>
                </a:gs>
                <a:gs pos="100000">
                  <a:srgbClr val="FFBC03"/>
                </a:gs>
              </a:gsLst>
              <a:lin ang="20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sp>
          <p:nvSpPr>
            <p:cNvPr id="53" name="Rounded Rectangle 52">
              <a:extLst>
                <a:ext uri="{FF2B5EF4-FFF2-40B4-BE49-F238E27FC236}">
                  <a16:creationId xmlns:a16="http://schemas.microsoft.com/office/drawing/2014/main" id="{8672856B-595F-CCF5-1B2F-D15B653D8642}"/>
                </a:ext>
              </a:extLst>
            </p:cNvPr>
            <p:cNvSpPr/>
            <p:nvPr userDrawn="1"/>
          </p:nvSpPr>
          <p:spPr>
            <a:xfrm>
              <a:off x="287339" y="1360262"/>
              <a:ext cx="1984326" cy="3036888"/>
            </a:xfrm>
            <a:prstGeom prst="roundRect">
              <a:avLst>
                <a:gd name="adj" fmla="val 8991"/>
              </a:avLst>
            </a:prstGeom>
            <a:solidFill>
              <a:schemeClr val="bg1"/>
            </a:solidFill>
            <a:ln>
              <a:noFill/>
            </a:ln>
            <a:effectLst>
              <a:outerShdw blurRad="1270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grpSp>
      <p:sp>
        <p:nvSpPr>
          <p:cNvPr id="24" name="Text Placeholder 18">
            <a:extLst>
              <a:ext uri="{FF2B5EF4-FFF2-40B4-BE49-F238E27FC236}">
                <a16:creationId xmlns:a16="http://schemas.microsoft.com/office/drawing/2014/main" id="{4F161B68-93A5-9373-F839-9EFB3D60B27D}"/>
              </a:ext>
            </a:extLst>
          </p:cNvPr>
          <p:cNvSpPr>
            <a:spLocks noGrp="1"/>
          </p:cNvSpPr>
          <p:nvPr>
            <p:ph type="body" sz="quarter" idx="15" hasCustomPrompt="1"/>
          </p:nvPr>
        </p:nvSpPr>
        <p:spPr>
          <a:xfrm>
            <a:off x="408518" y="2660915"/>
            <a:ext cx="2645767" cy="3070583"/>
          </a:xfrm>
        </p:spPr>
        <p:txBody>
          <a:bodyPr lIns="0" tIns="0" rIns="0" bIns="0">
            <a:noAutofit/>
          </a:bodyPr>
          <a:lstStyle>
            <a:lvl1pPr marL="0" indent="0" algn="ctr">
              <a:lnSpc>
                <a:spcPct val="100000"/>
              </a:lnSpc>
              <a:spcBef>
                <a:spcPts val="0"/>
              </a:spcBef>
              <a:buFontTx/>
              <a:buNone/>
              <a:defRPr sz="1600" b="1" i="0">
                <a:solidFill>
                  <a:srgbClr val="FF5A10"/>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26" name="Text Placeholder 18">
            <a:extLst>
              <a:ext uri="{FF2B5EF4-FFF2-40B4-BE49-F238E27FC236}">
                <a16:creationId xmlns:a16="http://schemas.microsoft.com/office/drawing/2014/main" id="{7F7B3230-D2B2-D0D7-5694-5218855637C2}"/>
              </a:ext>
            </a:extLst>
          </p:cNvPr>
          <p:cNvSpPr>
            <a:spLocks noGrp="1"/>
          </p:cNvSpPr>
          <p:nvPr>
            <p:ph type="body" sz="quarter" idx="16" hasCustomPrompt="1"/>
          </p:nvPr>
        </p:nvSpPr>
        <p:spPr>
          <a:xfrm>
            <a:off x="3285427" y="2660915"/>
            <a:ext cx="2645767" cy="3070583"/>
          </a:xfrm>
        </p:spPr>
        <p:txBody>
          <a:bodyPr lIns="0" tIns="0" rIns="0" bIns="0">
            <a:noAutofit/>
          </a:bodyPr>
          <a:lstStyle>
            <a:lvl1pPr marL="0" indent="0" algn="ctr">
              <a:lnSpc>
                <a:spcPct val="100000"/>
              </a:lnSpc>
              <a:spcBef>
                <a:spcPts val="0"/>
              </a:spcBef>
              <a:buFontTx/>
              <a:buNone/>
              <a:defRPr sz="1600" b="1" i="0">
                <a:solidFill>
                  <a:srgbClr val="FF5A10"/>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27" name="Text Placeholder 18">
            <a:extLst>
              <a:ext uri="{FF2B5EF4-FFF2-40B4-BE49-F238E27FC236}">
                <a16:creationId xmlns:a16="http://schemas.microsoft.com/office/drawing/2014/main" id="{3BDD6D61-521E-2795-F3A6-9A612537E60F}"/>
              </a:ext>
            </a:extLst>
          </p:cNvPr>
          <p:cNvSpPr>
            <a:spLocks noGrp="1"/>
          </p:cNvSpPr>
          <p:nvPr>
            <p:ph type="body" sz="quarter" idx="17" hasCustomPrompt="1"/>
          </p:nvPr>
        </p:nvSpPr>
        <p:spPr>
          <a:xfrm>
            <a:off x="6162855" y="2660915"/>
            <a:ext cx="2645767" cy="3070583"/>
          </a:xfrm>
        </p:spPr>
        <p:txBody>
          <a:bodyPr lIns="0" tIns="0" rIns="0" bIns="0">
            <a:noAutofit/>
          </a:bodyPr>
          <a:lstStyle>
            <a:lvl1pPr marL="0" indent="0" algn="ctr">
              <a:lnSpc>
                <a:spcPct val="100000"/>
              </a:lnSpc>
              <a:spcBef>
                <a:spcPts val="0"/>
              </a:spcBef>
              <a:buFontTx/>
              <a:buNone/>
              <a:defRPr sz="1600" b="1" i="0">
                <a:solidFill>
                  <a:srgbClr val="FF5A10"/>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28" name="Text Placeholder 18">
            <a:extLst>
              <a:ext uri="{FF2B5EF4-FFF2-40B4-BE49-F238E27FC236}">
                <a16:creationId xmlns:a16="http://schemas.microsoft.com/office/drawing/2014/main" id="{E9F323C0-1414-B1DA-AE00-579A211D3FDE}"/>
              </a:ext>
            </a:extLst>
          </p:cNvPr>
          <p:cNvSpPr>
            <a:spLocks noGrp="1"/>
          </p:cNvSpPr>
          <p:nvPr>
            <p:ph type="body" sz="quarter" idx="18" hasCustomPrompt="1"/>
          </p:nvPr>
        </p:nvSpPr>
        <p:spPr>
          <a:xfrm>
            <a:off x="9040285" y="2660915"/>
            <a:ext cx="2645767" cy="3070583"/>
          </a:xfrm>
        </p:spPr>
        <p:txBody>
          <a:bodyPr lIns="0" tIns="0" rIns="0" bIns="0">
            <a:noAutofit/>
          </a:bodyPr>
          <a:lstStyle>
            <a:lvl1pPr marL="0" indent="0" algn="ctr">
              <a:lnSpc>
                <a:spcPct val="100000"/>
              </a:lnSpc>
              <a:spcBef>
                <a:spcPts val="0"/>
              </a:spcBef>
              <a:buFontTx/>
              <a:buNone/>
              <a:defRPr sz="1600" b="1" i="0">
                <a:solidFill>
                  <a:srgbClr val="FF5A10"/>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4" name="TextBox 3">
            <a:extLst>
              <a:ext uri="{FF2B5EF4-FFF2-40B4-BE49-F238E27FC236}">
                <a16:creationId xmlns:a16="http://schemas.microsoft.com/office/drawing/2014/main" id="{D3C017AB-AD2F-5FAC-CAB0-8C9E13EA88B7}"/>
              </a:ext>
            </a:extLst>
          </p:cNvPr>
          <p:cNvSpPr txBox="1"/>
          <p:nvPr userDrawn="1"/>
        </p:nvSpPr>
        <p:spPr>
          <a:xfrm>
            <a:off x="12837459" y="-778"/>
            <a:ext cx="2510117" cy="1077603"/>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Use for splitting copy into multiple columns for visual effect.</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Don’t try to add more columns — if you need more, you can duplicate the slide.</a:t>
            </a:r>
          </a:p>
        </p:txBody>
      </p:sp>
      <p:grpSp>
        <p:nvGrpSpPr>
          <p:cNvPr id="5" name="Group 4">
            <a:extLst>
              <a:ext uri="{FF2B5EF4-FFF2-40B4-BE49-F238E27FC236}">
                <a16:creationId xmlns:a16="http://schemas.microsoft.com/office/drawing/2014/main" id="{534E6240-FFE4-48CE-3589-4A17D036D64A}"/>
              </a:ext>
            </a:extLst>
          </p:cNvPr>
          <p:cNvGrpSpPr/>
          <p:nvPr userDrawn="1"/>
        </p:nvGrpSpPr>
        <p:grpSpPr>
          <a:xfrm>
            <a:off x="10609008" y="6203793"/>
            <a:ext cx="1111864" cy="408104"/>
            <a:chOff x="397414" y="755885"/>
            <a:chExt cx="2901256" cy="1064892"/>
          </a:xfrm>
        </p:grpSpPr>
        <p:grpSp>
          <p:nvGrpSpPr>
            <p:cNvPr id="8" name="Graphic 4">
              <a:extLst>
                <a:ext uri="{FF2B5EF4-FFF2-40B4-BE49-F238E27FC236}">
                  <a16:creationId xmlns:a16="http://schemas.microsoft.com/office/drawing/2014/main" id="{4F7545C7-6023-04CB-C568-EC03AD0319D8}"/>
                </a:ext>
              </a:extLst>
            </p:cNvPr>
            <p:cNvGrpSpPr/>
            <p:nvPr/>
          </p:nvGrpSpPr>
          <p:grpSpPr>
            <a:xfrm>
              <a:off x="397414" y="755885"/>
              <a:ext cx="1031033" cy="1064892"/>
              <a:chOff x="397414" y="755885"/>
              <a:chExt cx="1031033" cy="1064892"/>
            </a:xfrm>
          </p:grpSpPr>
          <p:sp>
            <p:nvSpPr>
              <p:cNvPr id="40" name="Freeform 39">
                <a:extLst>
                  <a:ext uri="{FF2B5EF4-FFF2-40B4-BE49-F238E27FC236}">
                    <a16:creationId xmlns:a16="http://schemas.microsoft.com/office/drawing/2014/main" id="{34091B1E-C10A-4D90-0C82-D4D111FE894E}"/>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41" name="Freeform 40">
                <a:extLst>
                  <a:ext uri="{FF2B5EF4-FFF2-40B4-BE49-F238E27FC236}">
                    <a16:creationId xmlns:a16="http://schemas.microsoft.com/office/drawing/2014/main" id="{EBE1E6EC-91D3-0B10-5A21-F64B5A685883}"/>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42" name="Freeform 41">
                <a:extLst>
                  <a:ext uri="{FF2B5EF4-FFF2-40B4-BE49-F238E27FC236}">
                    <a16:creationId xmlns:a16="http://schemas.microsoft.com/office/drawing/2014/main" id="{E62678FF-29FB-BA14-E791-1531AB371E30}"/>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9" name="Graphic 4">
              <a:extLst>
                <a:ext uri="{FF2B5EF4-FFF2-40B4-BE49-F238E27FC236}">
                  <a16:creationId xmlns:a16="http://schemas.microsoft.com/office/drawing/2014/main" id="{3A587A75-C51E-14DC-8EBE-B3BF20C283C1}"/>
                </a:ext>
              </a:extLst>
            </p:cNvPr>
            <p:cNvGrpSpPr/>
            <p:nvPr/>
          </p:nvGrpSpPr>
          <p:grpSpPr>
            <a:xfrm>
              <a:off x="1208140" y="933050"/>
              <a:ext cx="2090530" cy="573060"/>
              <a:chOff x="1208140" y="933050"/>
              <a:chExt cx="2090530" cy="573060"/>
            </a:xfrm>
            <a:solidFill>
              <a:srgbClr val="333333"/>
            </a:solidFill>
          </p:grpSpPr>
          <p:sp>
            <p:nvSpPr>
              <p:cNvPr id="10" name="Freeform 9">
                <a:extLst>
                  <a:ext uri="{FF2B5EF4-FFF2-40B4-BE49-F238E27FC236}">
                    <a16:creationId xmlns:a16="http://schemas.microsoft.com/office/drawing/2014/main" id="{366EFCE6-0465-D133-BC99-E6E4D749F482}"/>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1" name="Freeform 10">
                <a:extLst>
                  <a:ext uri="{FF2B5EF4-FFF2-40B4-BE49-F238E27FC236}">
                    <a16:creationId xmlns:a16="http://schemas.microsoft.com/office/drawing/2014/main" id="{4600FE6A-338D-7FC0-E55D-DDDE420E826D}"/>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2" name="Freeform 11">
                <a:extLst>
                  <a:ext uri="{FF2B5EF4-FFF2-40B4-BE49-F238E27FC236}">
                    <a16:creationId xmlns:a16="http://schemas.microsoft.com/office/drawing/2014/main" id="{13EB52E6-5206-10AE-8AA4-D372D195F9BB}"/>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29E20D54-CED9-CEF9-29C8-0516324C8043}"/>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6" name="Freeform 15">
                <a:extLst>
                  <a:ext uri="{FF2B5EF4-FFF2-40B4-BE49-F238E27FC236}">
                    <a16:creationId xmlns:a16="http://schemas.microsoft.com/office/drawing/2014/main" id="{B59356EA-E70E-0A5F-3BC8-CFACCA5979BC}"/>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FC2CB3F6-99AD-830D-60EB-2192252B8CDF}"/>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01F10E3A-8726-1360-59FA-06AD808CB788}"/>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66F63B83-712C-5019-FAAC-07105CECA023}"/>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B65B1527-5C4F-7A36-CE64-EF7A77A83CA6}"/>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C8A87ADD-C1F6-73CA-E715-1772D4C0858B}"/>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2100C2C1-5447-2414-F6EC-487267971C24}"/>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E5D80D7D-7E8D-CE06-4388-D3639141FEC1}"/>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4" name="Freeform 33">
                <a:extLst>
                  <a:ext uri="{FF2B5EF4-FFF2-40B4-BE49-F238E27FC236}">
                    <a16:creationId xmlns:a16="http://schemas.microsoft.com/office/drawing/2014/main" id="{2249A6E6-C44F-88A9-6832-62ED1450DFA1}"/>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5C7A9495-4970-ACDC-84DE-CB4213D16544}"/>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A1ABA4A1-5798-D4D0-BF75-A9BD5F0F1BFA}"/>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7" name="Freeform 36">
                <a:extLst>
                  <a:ext uri="{FF2B5EF4-FFF2-40B4-BE49-F238E27FC236}">
                    <a16:creationId xmlns:a16="http://schemas.microsoft.com/office/drawing/2014/main" id="{EDE9687F-B79B-9F80-0406-F8914FAF7848}"/>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8" name="Freeform 37">
                <a:extLst>
                  <a:ext uri="{FF2B5EF4-FFF2-40B4-BE49-F238E27FC236}">
                    <a16:creationId xmlns:a16="http://schemas.microsoft.com/office/drawing/2014/main" id="{17D40497-3017-0230-DCED-5C2DD52D51D3}"/>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9" name="Freeform 38">
                <a:extLst>
                  <a:ext uri="{FF2B5EF4-FFF2-40B4-BE49-F238E27FC236}">
                    <a16:creationId xmlns:a16="http://schemas.microsoft.com/office/drawing/2014/main" id="{B2FB6D2F-8D4F-546A-3C08-0A13B044AA0B}"/>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pic>
        <p:nvPicPr>
          <p:cNvPr id="54" name="Graphic 53">
            <a:extLst>
              <a:ext uri="{FF2B5EF4-FFF2-40B4-BE49-F238E27FC236}">
                <a16:creationId xmlns:a16="http://schemas.microsoft.com/office/drawing/2014/main" id="{3FF14AC2-F84C-840E-A63C-BCDF68E1919E}"/>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408000" y="408000"/>
            <a:ext cx="11400000" cy="192000"/>
          </a:xfrm>
          <a:prstGeom prst="rect">
            <a:avLst/>
          </a:prstGeom>
        </p:spPr>
      </p:pic>
      <p:sp>
        <p:nvSpPr>
          <p:cNvPr id="55" name="Slide Number Placeholder 5">
            <a:extLst>
              <a:ext uri="{FF2B5EF4-FFF2-40B4-BE49-F238E27FC236}">
                <a16:creationId xmlns:a16="http://schemas.microsoft.com/office/drawing/2014/main" id="{ED045EA1-98EA-7E4A-6A61-7677881F6F08}"/>
              </a:ext>
            </a:extLst>
          </p:cNvPr>
          <p:cNvSpPr>
            <a:spLocks noGrp="1"/>
          </p:cNvSpPr>
          <p:nvPr>
            <p:ph type="sldNum" sz="quarter" idx="12"/>
          </p:nvPr>
        </p:nvSpPr>
        <p:spPr>
          <a:xfrm>
            <a:off x="11273400" y="402113"/>
            <a:ext cx="480000" cy="203143"/>
          </a:xfrm>
        </p:spPr>
        <p:txBody>
          <a:bodyPr/>
          <a:lstStyle>
            <a:lvl1pPr>
              <a:defRPr sz="800" b="0" i="0">
                <a:solidFill>
                  <a:schemeClr val="tx1"/>
                </a:solidFill>
                <a:latin typeface="Museo Sans 500" panose="02000000000000000000" pitchFamily="2" charset="77"/>
              </a:defRPr>
            </a:lvl1pPr>
          </a:lstStyle>
          <a:p>
            <a:fld id="{837EA21B-C1CD-FF4F-B5B3-C7F194F4D1C4}" type="slidenum">
              <a:rPr lang="en-US" smtClean="0"/>
              <a:pPr/>
              <a:t>‹#›</a:t>
            </a:fld>
            <a:endParaRPr lang="en-US"/>
          </a:p>
        </p:txBody>
      </p:sp>
      <p:sp>
        <p:nvSpPr>
          <p:cNvPr id="58" name="Text Placeholder 24">
            <a:extLst>
              <a:ext uri="{FF2B5EF4-FFF2-40B4-BE49-F238E27FC236}">
                <a16:creationId xmlns:a16="http://schemas.microsoft.com/office/drawing/2014/main" id="{24A60376-7D90-287F-2C83-87496FA8C550}"/>
              </a:ext>
            </a:extLst>
          </p:cNvPr>
          <p:cNvSpPr>
            <a:spLocks noGrp="1"/>
          </p:cNvSpPr>
          <p:nvPr>
            <p:ph type="body" sz="quarter" idx="14"/>
          </p:nvPr>
        </p:nvSpPr>
        <p:spPr>
          <a:xfrm>
            <a:off x="7180997" y="966143"/>
            <a:ext cx="4579203" cy="1131759"/>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59" name="Text Placeholder 18">
            <a:extLst>
              <a:ext uri="{FF2B5EF4-FFF2-40B4-BE49-F238E27FC236}">
                <a16:creationId xmlns:a16="http://schemas.microsoft.com/office/drawing/2014/main" id="{165C6578-0B87-140A-12E3-E929F882BA8F}"/>
              </a:ext>
            </a:extLst>
          </p:cNvPr>
          <p:cNvSpPr>
            <a:spLocks noGrp="1"/>
          </p:cNvSpPr>
          <p:nvPr>
            <p:ph type="body" sz="quarter" idx="13" hasCustomPrompt="1"/>
          </p:nvPr>
        </p:nvSpPr>
        <p:spPr>
          <a:xfrm>
            <a:off x="408000" y="936001"/>
            <a:ext cx="5688000" cy="962247"/>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a:t>
            </a:r>
          </a:p>
        </p:txBody>
      </p:sp>
      <p:sp>
        <p:nvSpPr>
          <p:cNvPr id="60" name="Text Placeholder 24">
            <a:extLst>
              <a:ext uri="{FF2B5EF4-FFF2-40B4-BE49-F238E27FC236}">
                <a16:creationId xmlns:a16="http://schemas.microsoft.com/office/drawing/2014/main" id="{09F6D659-92C6-3A79-7259-078144892C99}"/>
              </a:ext>
            </a:extLst>
          </p:cNvPr>
          <p:cNvSpPr>
            <a:spLocks noGrp="1"/>
          </p:cNvSpPr>
          <p:nvPr>
            <p:ph type="body" sz="quarter" idx="26"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2" name="TextBox 1">
            <a:extLst>
              <a:ext uri="{FF2B5EF4-FFF2-40B4-BE49-F238E27FC236}">
                <a16:creationId xmlns:a16="http://schemas.microsoft.com/office/drawing/2014/main" id="{5763F16D-B0A0-72EF-E72C-9EFAF1FCBA16}"/>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3" name="TextBox 2">
            <a:extLst>
              <a:ext uri="{FF2B5EF4-FFF2-40B4-BE49-F238E27FC236}">
                <a16:creationId xmlns:a16="http://schemas.microsoft.com/office/drawing/2014/main" id="{CD0A4554-9259-AF43-C572-8819406CF79D}"/>
              </a:ext>
            </a:extLst>
          </p:cNvPr>
          <p:cNvSpPr txBox="1"/>
          <p:nvPr userDrawn="1"/>
        </p:nvSpPr>
        <p:spPr>
          <a:xfrm>
            <a:off x="1515166" y="410216"/>
            <a:ext cx="1749197" cy="200055"/>
          </a:xfrm>
          <a:prstGeom prst="rect">
            <a:avLst/>
          </a:prstGeom>
          <a:noFill/>
        </p:spPr>
        <p:txBody>
          <a:bodyPr wrap="none" rtlCol="0">
            <a:spAutoFit/>
          </a:bodyPr>
          <a:lstStyle/>
          <a:p>
            <a:r>
              <a:rPr lang="en-US" sz="700"/>
              <a:t>Automation </a:t>
            </a:r>
            <a:r>
              <a:rPr lang="en-US" sz="700" err="1"/>
              <a:t>Anywhere’s</a:t>
            </a:r>
            <a:r>
              <a:rPr lang="en-US" sz="700"/>
              <a:t> APA Platform</a:t>
            </a:r>
          </a:p>
        </p:txBody>
      </p:sp>
    </p:spTree>
    <p:extLst>
      <p:ext uri="{BB962C8B-B14F-4D97-AF65-F5344CB8AC3E}">
        <p14:creationId xmlns:p14="http://schemas.microsoft.com/office/powerpoint/2010/main" val="122659340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46" name="Freeform 42">
            <a:extLst>
              <a:ext uri="{FF2B5EF4-FFF2-40B4-BE49-F238E27FC236}">
                <a16:creationId xmlns:a16="http://schemas.microsoft.com/office/drawing/2014/main" id="{97951881-5B10-6220-BC4F-327B10DC70F7}"/>
              </a:ext>
            </a:extLst>
          </p:cNvPr>
          <p:cNvSpPr txBox="1">
            <a:spLocks/>
          </p:cNvSpPr>
          <p:nvPr userDrawn="1"/>
        </p:nvSpPr>
        <p:spPr>
          <a:xfrm>
            <a:off x="3286398" y="4528968"/>
            <a:ext cx="2711449" cy="1377272"/>
          </a:xfrm>
          <a:custGeom>
            <a:avLst/>
            <a:gdLst>
              <a:gd name="connsiteX0" fmla="*/ 0 w 2033587"/>
              <a:gd name="connsiteY0" fmla="*/ 0 h 1032954"/>
              <a:gd name="connsiteX1" fmla="*/ 136587 w 2033587"/>
              <a:gd name="connsiteY1" fmla="*/ 46712 h 1032954"/>
              <a:gd name="connsiteX2" fmla="*/ 1166447 w 2033587"/>
              <a:gd name="connsiteY2" fmla="*/ 192197 h 1032954"/>
              <a:gd name="connsiteX3" fmla="*/ 2031963 w 2033587"/>
              <a:gd name="connsiteY3" fmla="*/ 90318 h 1032954"/>
              <a:gd name="connsiteX4" fmla="*/ 2033587 w 2033587"/>
              <a:gd name="connsiteY4" fmla="*/ 89887 h 1032954"/>
              <a:gd name="connsiteX5" fmla="*/ 2033587 w 2033587"/>
              <a:gd name="connsiteY5" fmla="*/ 931763 h 1032954"/>
              <a:gd name="connsiteX6" fmla="*/ 1932396 w 2033587"/>
              <a:gd name="connsiteY6" fmla="*/ 1032954 h 1032954"/>
              <a:gd name="connsiteX7" fmla="*/ 101191 w 2033587"/>
              <a:gd name="connsiteY7" fmla="*/ 1032954 h 1032954"/>
              <a:gd name="connsiteX8" fmla="*/ 0 w 2033587"/>
              <a:gd name="connsiteY8" fmla="*/ 931763 h 1032954"/>
              <a:gd name="connsiteX9" fmla="*/ 0 w 2033587"/>
              <a:gd name="connsiteY9" fmla="*/ 0 h 1032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3587" h="1032954">
                <a:moveTo>
                  <a:pt x="0" y="0"/>
                </a:moveTo>
                <a:lnTo>
                  <a:pt x="136587" y="46712"/>
                </a:lnTo>
                <a:cubicBezTo>
                  <a:pt x="461920" y="141262"/>
                  <a:pt x="807818" y="192197"/>
                  <a:pt x="1166447" y="192197"/>
                </a:cubicBezTo>
                <a:cubicBezTo>
                  <a:pt x="1465305" y="192197"/>
                  <a:pt x="1755321" y="156826"/>
                  <a:pt x="2031963" y="90318"/>
                </a:cubicBezTo>
                <a:lnTo>
                  <a:pt x="2033587" y="89887"/>
                </a:lnTo>
                <a:lnTo>
                  <a:pt x="2033587" y="931763"/>
                </a:lnTo>
                <a:cubicBezTo>
                  <a:pt x="2033587" y="987649"/>
                  <a:pt x="1988282" y="1032954"/>
                  <a:pt x="1932396" y="1032954"/>
                </a:cubicBezTo>
                <a:lnTo>
                  <a:pt x="101191" y="1032954"/>
                </a:lnTo>
                <a:cubicBezTo>
                  <a:pt x="45305" y="1032954"/>
                  <a:pt x="0" y="987649"/>
                  <a:pt x="0" y="931763"/>
                </a:cubicBezTo>
                <a:lnTo>
                  <a:pt x="0" y="0"/>
                </a:lnTo>
                <a:close/>
              </a:path>
            </a:pathLst>
          </a:custGeom>
          <a:gradFill>
            <a:gsLst>
              <a:gs pos="83000">
                <a:srgbClr val="FFBC03"/>
              </a:gs>
              <a:gs pos="61000">
                <a:srgbClr val="FF8B09"/>
              </a:gs>
              <a:gs pos="44000">
                <a:srgbClr val="FF5A10"/>
              </a:gs>
              <a:gs pos="3000">
                <a:srgbClr val="662D8F"/>
              </a:gs>
            </a:gsLst>
            <a:lin ang="18899387" scaled="1"/>
          </a:gradFill>
        </p:spPr>
        <p:txBody>
          <a:bodyPr vert="horz" wrap="square" lIns="0" tIns="0" rIns="0" bIns="0" rtlCol="0" anchor="ctr" anchorCtr="0">
            <a:noAutofit/>
          </a:bodyPr>
          <a:lstStyle>
            <a:lvl1pPr marL="0" indent="0" algn="ctr" defTabSz="685800" rtl="0" eaLnBrk="1" latinLnBrk="0" hangingPunct="1">
              <a:lnSpc>
                <a:spcPct val="90000"/>
              </a:lnSpc>
              <a:spcBef>
                <a:spcPts val="750"/>
              </a:spcBef>
              <a:buFontTx/>
              <a:buNone/>
              <a:defRPr sz="1400" b="1" i="0" kern="1200">
                <a:solidFill>
                  <a:srgbClr val="333333"/>
                </a:solidFill>
                <a:latin typeface="Museo Sans 900" panose="02000000000000000000" pitchFamily="2" charset="77"/>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rgbClr val="333333"/>
                </a:solidFill>
                <a:latin typeface="Museo Sans 500" panose="02000000000000000000" pitchFamily="2" charset="77"/>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rgbClr val="333333"/>
                </a:solidFill>
                <a:latin typeface="Museo Sans 500" panose="02000000000000000000" pitchFamily="2" charset="77"/>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rgbClr val="333333"/>
                </a:solidFill>
                <a:latin typeface="Museo Sans 500" panose="02000000000000000000" pitchFamily="2" charset="77"/>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rgbClr val="333333"/>
                </a:solidFill>
                <a:latin typeface="Museo Sans 500" panose="02000000000000000000" pitchFamily="2" charset="77"/>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sz="1867"/>
          </a:p>
        </p:txBody>
      </p:sp>
      <p:sp>
        <p:nvSpPr>
          <p:cNvPr id="48" name="Freeform 42">
            <a:extLst>
              <a:ext uri="{FF2B5EF4-FFF2-40B4-BE49-F238E27FC236}">
                <a16:creationId xmlns:a16="http://schemas.microsoft.com/office/drawing/2014/main" id="{55E7E350-5C20-EAB8-E153-6ABA25728A79}"/>
              </a:ext>
            </a:extLst>
          </p:cNvPr>
          <p:cNvSpPr txBox="1">
            <a:spLocks/>
          </p:cNvSpPr>
          <p:nvPr userDrawn="1"/>
        </p:nvSpPr>
        <p:spPr>
          <a:xfrm>
            <a:off x="6192632" y="4515528"/>
            <a:ext cx="2711449" cy="1377272"/>
          </a:xfrm>
          <a:custGeom>
            <a:avLst/>
            <a:gdLst>
              <a:gd name="connsiteX0" fmla="*/ 0 w 2033587"/>
              <a:gd name="connsiteY0" fmla="*/ 0 h 1032954"/>
              <a:gd name="connsiteX1" fmla="*/ 136587 w 2033587"/>
              <a:gd name="connsiteY1" fmla="*/ 46712 h 1032954"/>
              <a:gd name="connsiteX2" fmla="*/ 1166447 w 2033587"/>
              <a:gd name="connsiteY2" fmla="*/ 192197 h 1032954"/>
              <a:gd name="connsiteX3" fmla="*/ 2031963 w 2033587"/>
              <a:gd name="connsiteY3" fmla="*/ 90318 h 1032954"/>
              <a:gd name="connsiteX4" fmla="*/ 2033587 w 2033587"/>
              <a:gd name="connsiteY4" fmla="*/ 89887 h 1032954"/>
              <a:gd name="connsiteX5" fmla="*/ 2033587 w 2033587"/>
              <a:gd name="connsiteY5" fmla="*/ 931763 h 1032954"/>
              <a:gd name="connsiteX6" fmla="*/ 1932396 w 2033587"/>
              <a:gd name="connsiteY6" fmla="*/ 1032954 h 1032954"/>
              <a:gd name="connsiteX7" fmla="*/ 101191 w 2033587"/>
              <a:gd name="connsiteY7" fmla="*/ 1032954 h 1032954"/>
              <a:gd name="connsiteX8" fmla="*/ 0 w 2033587"/>
              <a:gd name="connsiteY8" fmla="*/ 931763 h 1032954"/>
              <a:gd name="connsiteX9" fmla="*/ 0 w 2033587"/>
              <a:gd name="connsiteY9" fmla="*/ 0 h 1032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3587" h="1032954">
                <a:moveTo>
                  <a:pt x="0" y="0"/>
                </a:moveTo>
                <a:lnTo>
                  <a:pt x="136587" y="46712"/>
                </a:lnTo>
                <a:cubicBezTo>
                  <a:pt x="461920" y="141262"/>
                  <a:pt x="807818" y="192197"/>
                  <a:pt x="1166447" y="192197"/>
                </a:cubicBezTo>
                <a:cubicBezTo>
                  <a:pt x="1465305" y="192197"/>
                  <a:pt x="1755321" y="156826"/>
                  <a:pt x="2031963" y="90318"/>
                </a:cubicBezTo>
                <a:lnTo>
                  <a:pt x="2033587" y="89887"/>
                </a:lnTo>
                <a:lnTo>
                  <a:pt x="2033587" y="931763"/>
                </a:lnTo>
                <a:cubicBezTo>
                  <a:pt x="2033587" y="987649"/>
                  <a:pt x="1988282" y="1032954"/>
                  <a:pt x="1932396" y="1032954"/>
                </a:cubicBezTo>
                <a:lnTo>
                  <a:pt x="101191" y="1032954"/>
                </a:lnTo>
                <a:cubicBezTo>
                  <a:pt x="45305" y="1032954"/>
                  <a:pt x="0" y="987649"/>
                  <a:pt x="0" y="931763"/>
                </a:cubicBezTo>
                <a:lnTo>
                  <a:pt x="0" y="0"/>
                </a:lnTo>
                <a:close/>
              </a:path>
            </a:pathLst>
          </a:custGeom>
          <a:gradFill>
            <a:gsLst>
              <a:gs pos="83000">
                <a:srgbClr val="FFBC03"/>
              </a:gs>
              <a:gs pos="61000">
                <a:srgbClr val="FF8B09"/>
              </a:gs>
              <a:gs pos="44000">
                <a:srgbClr val="FF5A10"/>
              </a:gs>
              <a:gs pos="3000">
                <a:srgbClr val="662D8F"/>
              </a:gs>
            </a:gsLst>
            <a:lin ang="18899387" scaled="1"/>
          </a:gradFill>
        </p:spPr>
        <p:txBody>
          <a:bodyPr vert="horz" wrap="square" lIns="0" tIns="0" rIns="0" bIns="0" rtlCol="0" anchor="ctr" anchorCtr="0">
            <a:noAutofit/>
          </a:bodyPr>
          <a:lstStyle>
            <a:lvl1pPr marL="0" indent="0" algn="ctr" defTabSz="685800" rtl="0" eaLnBrk="1" latinLnBrk="0" hangingPunct="1">
              <a:lnSpc>
                <a:spcPct val="90000"/>
              </a:lnSpc>
              <a:spcBef>
                <a:spcPts val="750"/>
              </a:spcBef>
              <a:buFontTx/>
              <a:buNone/>
              <a:defRPr sz="1400" b="1" i="0" kern="1200">
                <a:solidFill>
                  <a:srgbClr val="333333"/>
                </a:solidFill>
                <a:latin typeface="Museo Sans 900" panose="02000000000000000000" pitchFamily="2" charset="77"/>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rgbClr val="333333"/>
                </a:solidFill>
                <a:latin typeface="Museo Sans 500" panose="02000000000000000000" pitchFamily="2" charset="77"/>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rgbClr val="333333"/>
                </a:solidFill>
                <a:latin typeface="Museo Sans 500" panose="02000000000000000000" pitchFamily="2" charset="77"/>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rgbClr val="333333"/>
                </a:solidFill>
                <a:latin typeface="Museo Sans 500" panose="02000000000000000000" pitchFamily="2" charset="77"/>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rgbClr val="333333"/>
                </a:solidFill>
                <a:latin typeface="Museo Sans 500" panose="02000000000000000000" pitchFamily="2" charset="77"/>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sz="1867"/>
          </a:p>
        </p:txBody>
      </p:sp>
      <p:sp>
        <p:nvSpPr>
          <p:cNvPr id="50" name="Freeform 42">
            <a:extLst>
              <a:ext uri="{FF2B5EF4-FFF2-40B4-BE49-F238E27FC236}">
                <a16:creationId xmlns:a16="http://schemas.microsoft.com/office/drawing/2014/main" id="{EE95D28A-18CA-B629-9F53-866E5D230F7A}"/>
              </a:ext>
            </a:extLst>
          </p:cNvPr>
          <p:cNvSpPr txBox="1">
            <a:spLocks/>
          </p:cNvSpPr>
          <p:nvPr userDrawn="1"/>
        </p:nvSpPr>
        <p:spPr>
          <a:xfrm>
            <a:off x="9070510" y="4515528"/>
            <a:ext cx="2738375" cy="1377272"/>
          </a:xfrm>
          <a:custGeom>
            <a:avLst/>
            <a:gdLst>
              <a:gd name="connsiteX0" fmla="*/ 0 w 2033587"/>
              <a:gd name="connsiteY0" fmla="*/ 0 h 1032954"/>
              <a:gd name="connsiteX1" fmla="*/ 136587 w 2033587"/>
              <a:gd name="connsiteY1" fmla="*/ 46712 h 1032954"/>
              <a:gd name="connsiteX2" fmla="*/ 1166447 w 2033587"/>
              <a:gd name="connsiteY2" fmla="*/ 192197 h 1032954"/>
              <a:gd name="connsiteX3" fmla="*/ 2031963 w 2033587"/>
              <a:gd name="connsiteY3" fmla="*/ 90318 h 1032954"/>
              <a:gd name="connsiteX4" fmla="*/ 2033587 w 2033587"/>
              <a:gd name="connsiteY4" fmla="*/ 89887 h 1032954"/>
              <a:gd name="connsiteX5" fmla="*/ 2033587 w 2033587"/>
              <a:gd name="connsiteY5" fmla="*/ 931763 h 1032954"/>
              <a:gd name="connsiteX6" fmla="*/ 1932396 w 2033587"/>
              <a:gd name="connsiteY6" fmla="*/ 1032954 h 1032954"/>
              <a:gd name="connsiteX7" fmla="*/ 101191 w 2033587"/>
              <a:gd name="connsiteY7" fmla="*/ 1032954 h 1032954"/>
              <a:gd name="connsiteX8" fmla="*/ 0 w 2033587"/>
              <a:gd name="connsiteY8" fmla="*/ 931763 h 1032954"/>
              <a:gd name="connsiteX9" fmla="*/ 0 w 2033587"/>
              <a:gd name="connsiteY9" fmla="*/ 0 h 1032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3587" h="1032954">
                <a:moveTo>
                  <a:pt x="0" y="0"/>
                </a:moveTo>
                <a:lnTo>
                  <a:pt x="136587" y="46712"/>
                </a:lnTo>
                <a:cubicBezTo>
                  <a:pt x="461920" y="141262"/>
                  <a:pt x="807818" y="192197"/>
                  <a:pt x="1166447" y="192197"/>
                </a:cubicBezTo>
                <a:cubicBezTo>
                  <a:pt x="1465305" y="192197"/>
                  <a:pt x="1755321" y="156826"/>
                  <a:pt x="2031963" y="90318"/>
                </a:cubicBezTo>
                <a:lnTo>
                  <a:pt x="2033587" y="89887"/>
                </a:lnTo>
                <a:lnTo>
                  <a:pt x="2033587" y="931763"/>
                </a:lnTo>
                <a:cubicBezTo>
                  <a:pt x="2033587" y="987649"/>
                  <a:pt x="1988282" y="1032954"/>
                  <a:pt x="1932396" y="1032954"/>
                </a:cubicBezTo>
                <a:lnTo>
                  <a:pt x="101191" y="1032954"/>
                </a:lnTo>
                <a:cubicBezTo>
                  <a:pt x="45305" y="1032954"/>
                  <a:pt x="0" y="987649"/>
                  <a:pt x="0" y="931763"/>
                </a:cubicBezTo>
                <a:lnTo>
                  <a:pt x="0" y="0"/>
                </a:lnTo>
                <a:close/>
              </a:path>
            </a:pathLst>
          </a:custGeom>
          <a:gradFill>
            <a:gsLst>
              <a:gs pos="83000">
                <a:srgbClr val="FFBC03"/>
              </a:gs>
              <a:gs pos="61000">
                <a:srgbClr val="FF8B09"/>
              </a:gs>
              <a:gs pos="44000">
                <a:srgbClr val="FF5A10"/>
              </a:gs>
              <a:gs pos="3000">
                <a:srgbClr val="662D8F"/>
              </a:gs>
            </a:gsLst>
            <a:lin ang="18899387" scaled="1"/>
          </a:gradFill>
        </p:spPr>
        <p:txBody>
          <a:bodyPr vert="horz" wrap="square" lIns="0" tIns="0" rIns="0" bIns="0" rtlCol="0" anchor="ctr" anchorCtr="0">
            <a:noAutofit/>
          </a:bodyPr>
          <a:lstStyle>
            <a:lvl1pPr marL="0" indent="0" algn="ctr" defTabSz="685800" rtl="0" eaLnBrk="1" latinLnBrk="0" hangingPunct="1">
              <a:lnSpc>
                <a:spcPct val="90000"/>
              </a:lnSpc>
              <a:spcBef>
                <a:spcPts val="750"/>
              </a:spcBef>
              <a:buFontTx/>
              <a:buNone/>
              <a:defRPr sz="1400" b="1" i="0" kern="1200">
                <a:solidFill>
                  <a:srgbClr val="333333"/>
                </a:solidFill>
                <a:latin typeface="Museo Sans 900" panose="02000000000000000000" pitchFamily="2" charset="77"/>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rgbClr val="333333"/>
                </a:solidFill>
                <a:latin typeface="Museo Sans 500" panose="02000000000000000000" pitchFamily="2" charset="77"/>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rgbClr val="333333"/>
                </a:solidFill>
                <a:latin typeface="Museo Sans 500" panose="02000000000000000000" pitchFamily="2" charset="77"/>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rgbClr val="333333"/>
                </a:solidFill>
                <a:latin typeface="Museo Sans 500" panose="02000000000000000000" pitchFamily="2" charset="77"/>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rgbClr val="333333"/>
                </a:solidFill>
                <a:latin typeface="Museo Sans 500" panose="02000000000000000000" pitchFamily="2" charset="77"/>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sz="1867"/>
          </a:p>
        </p:txBody>
      </p:sp>
      <p:sp>
        <p:nvSpPr>
          <p:cNvPr id="43" name="Freeform 42">
            <a:extLst>
              <a:ext uri="{FF2B5EF4-FFF2-40B4-BE49-F238E27FC236}">
                <a16:creationId xmlns:a16="http://schemas.microsoft.com/office/drawing/2014/main" id="{CCFCF60F-07AA-AC80-2E18-842E33D15915}"/>
              </a:ext>
            </a:extLst>
          </p:cNvPr>
          <p:cNvSpPr txBox="1">
            <a:spLocks/>
          </p:cNvSpPr>
          <p:nvPr/>
        </p:nvSpPr>
        <p:spPr>
          <a:xfrm>
            <a:off x="408518" y="4515528"/>
            <a:ext cx="2711449" cy="1377272"/>
          </a:xfrm>
          <a:custGeom>
            <a:avLst/>
            <a:gdLst>
              <a:gd name="connsiteX0" fmla="*/ 0 w 2033587"/>
              <a:gd name="connsiteY0" fmla="*/ 0 h 1032954"/>
              <a:gd name="connsiteX1" fmla="*/ 136587 w 2033587"/>
              <a:gd name="connsiteY1" fmla="*/ 46712 h 1032954"/>
              <a:gd name="connsiteX2" fmla="*/ 1166447 w 2033587"/>
              <a:gd name="connsiteY2" fmla="*/ 192197 h 1032954"/>
              <a:gd name="connsiteX3" fmla="*/ 2031963 w 2033587"/>
              <a:gd name="connsiteY3" fmla="*/ 90318 h 1032954"/>
              <a:gd name="connsiteX4" fmla="*/ 2033587 w 2033587"/>
              <a:gd name="connsiteY4" fmla="*/ 89887 h 1032954"/>
              <a:gd name="connsiteX5" fmla="*/ 2033587 w 2033587"/>
              <a:gd name="connsiteY5" fmla="*/ 931763 h 1032954"/>
              <a:gd name="connsiteX6" fmla="*/ 1932396 w 2033587"/>
              <a:gd name="connsiteY6" fmla="*/ 1032954 h 1032954"/>
              <a:gd name="connsiteX7" fmla="*/ 101191 w 2033587"/>
              <a:gd name="connsiteY7" fmla="*/ 1032954 h 1032954"/>
              <a:gd name="connsiteX8" fmla="*/ 0 w 2033587"/>
              <a:gd name="connsiteY8" fmla="*/ 931763 h 1032954"/>
              <a:gd name="connsiteX9" fmla="*/ 0 w 2033587"/>
              <a:gd name="connsiteY9" fmla="*/ 0 h 1032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3587" h="1032954">
                <a:moveTo>
                  <a:pt x="0" y="0"/>
                </a:moveTo>
                <a:lnTo>
                  <a:pt x="136587" y="46712"/>
                </a:lnTo>
                <a:cubicBezTo>
                  <a:pt x="461920" y="141262"/>
                  <a:pt x="807818" y="192197"/>
                  <a:pt x="1166447" y="192197"/>
                </a:cubicBezTo>
                <a:cubicBezTo>
                  <a:pt x="1465305" y="192197"/>
                  <a:pt x="1755321" y="156826"/>
                  <a:pt x="2031963" y="90318"/>
                </a:cubicBezTo>
                <a:lnTo>
                  <a:pt x="2033587" y="89887"/>
                </a:lnTo>
                <a:lnTo>
                  <a:pt x="2033587" y="931763"/>
                </a:lnTo>
                <a:cubicBezTo>
                  <a:pt x="2033587" y="987649"/>
                  <a:pt x="1988282" y="1032954"/>
                  <a:pt x="1932396" y="1032954"/>
                </a:cubicBezTo>
                <a:lnTo>
                  <a:pt x="101191" y="1032954"/>
                </a:lnTo>
                <a:cubicBezTo>
                  <a:pt x="45305" y="1032954"/>
                  <a:pt x="0" y="987649"/>
                  <a:pt x="0" y="931763"/>
                </a:cubicBezTo>
                <a:lnTo>
                  <a:pt x="0" y="0"/>
                </a:lnTo>
                <a:close/>
              </a:path>
            </a:pathLst>
          </a:custGeom>
          <a:gradFill>
            <a:gsLst>
              <a:gs pos="83000">
                <a:srgbClr val="FFBC03"/>
              </a:gs>
              <a:gs pos="61000">
                <a:srgbClr val="FF8B09"/>
              </a:gs>
              <a:gs pos="44000">
                <a:srgbClr val="FF5A10"/>
              </a:gs>
              <a:gs pos="3000">
                <a:srgbClr val="662D8F"/>
              </a:gs>
            </a:gsLst>
            <a:lin ang="18899387" scaled="1"/>
          </a:gradFill>
        </p:spPr>
        <p:txBody>
          <a:bodyPr vert="horz" wrap="square" lIns="0" tIns="0" rIns="0" bIns="0" rtlCol="0" anchor="ctr" anchorCtr="0">
            <a:noAutofit/>
          </a:bodyPr>
          <a:lstStyle>
            <a:lvl1pPr marL="0" indent="0" algn="ctr" defTabSz="685800" rtl="0" eaLnBrk="1" latinLnBrk="0" hangingPunct="1">
              <a:lnSpc>
                <a:spcPct val="90000"/>
              </a:lnSpc>
              <a:spcBef>
                <a:spcPts val="750"/>
              </a:spcBef>
              <a:buFontTx/>
              <a:buNone/>
              <a:defRPr sz="1400" b="1" i="0" kern="1200">
                <a:solidFill>
                  <a:srgbClr val="333333"/>
                </a:solidFill>
                <a:latin typeface="Museo Sans 900" panose="02000000000000000000" pitchFamily="2" charset="77"/>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rgbClr val="333333"/>
                </a:solidFill>
                <a:latin typeface="Museo Sans 500" panose="02000000000000000000" pitchFamily="2" charset="77"/>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rgbClr val="333333"/>
                </a:solidFill>
                <a:latin typeface="Museo Sans 500" panose="02000000000000000000" pitchFamily="2" charset="77"/>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rgbClr val="333333"/>
                </a:solidFill>
                <a:latin typeface="Museo Sans 500" panose="02000000000000000000" pitchFamily="2" charset="77"/>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rgbClr val="333333"/>
                </a:solidFill>
                <a:latin typeface="Museo Sans 500" panose="02000000000000000000" pitchFamily="2" charset="77"/>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sz="1867"/>
          </a:p>
        </p:txBody>
      </p:sp>
      <p:sp>
        <p:nvSpPr>
          <p:cNvPr id="41" name="Picture Placeholder 40">
            <a:extLst>
              <a:ext uri="{FF2B5EF4-FFF2-40B4-BE49-F238E27FC236}">
                <a16:creationId xmlns:a16="http://schemas.microsoft.com/office/drawing/2014/main" id="{D2399857-4B5C-18D7-9637-3CFD4F08FD7B}"/>
              </a:ext>
            </a:extLst>
          </p:cNvPr>
          <p:cNvSpPr>
            <a:spLocks noGrp="1"/>
          </p:cNvSpPr>
          <p:nvPr>
            <p:ph type="pic" sz="quarter" idx="22"/>
          </p:nvPr>
        </p:nvSpPr>
        <p:spPr>
          <a:xfrm>
            <a:off x="408518" y="2680597"/>
            <a:ext cx="2711449" cy="2091196"/>
          </a:xfrm>
          <a:custGeom>
            <a:avLst/>
            <a:gdLst>
              <a:gd name="connsiteX0" fmla="*/ 101191 w 2033587"/>
              <a:gd name="connsiteY0" fmla="*/ 0 h 2023113"/>
              <a:gd name="connsiteX1" fmla="*/ 1932396 w 2033587"/>
              <a:gd name="connsiteY1" fmla="*/ 0 h 2023113"/>
              <a:gd name="connsiteX2" fmla="*/ 2033587 w 2033587"/>
              <a:gd name="connsiteY2" fmla="*/ 101191 h 2023113"/>
              <a:gd name="connsiteX3" fmla="*/ 2033587 w 2033587"/>
              <a:gd name="connsiteY3" fmla="*/ 1916722 h 2023113"/>
              <a:gd name="connsiteX4" fmla="*/ 1864409 w 2033587"/>
              <a:gd name="connsiteY4" fmla="*/ 1957369 h 2023113"/>
              <a:gd name="connsiteX5" fmla="*/ 1166447 w 2033587"/>
              <a:gd name="connsiteY5" fmla="*/ 2023113 h 2023113"/>
              <a:gd name="connsiteX6" fmla="*/ 136587 w 2033587"/>
              <a:gd name="connsiteY6" fmla="*/ 1877628 h 2023113"/>
              <a:gd name="connsiteX7" fmla="*/ 0 w 2033587"/>
              <a:gd name="connsiteY7" fmla="*/ 1830916 h 2023113"/>
              <a:gd name="connsiteX8" fmla="*/ 0 w 2033587"/>
              <a:gd name="connsiteY8" fmla="*/ 101191 h 2023113"/>
              <a:gd name="connsiteX9" fmla="*/ 101191 w 2033587"/>
              <a:gd name="connsiteY9" fmla="*/ 0 h 202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3587" h="2023113">
                <a:moveTo>
                  <a:pt x="101191" y="0"/>
                </a:moveTo>
                <a:lnTo>
                  <a:pt x="1932396" y="0"/>
                </a:lnTo>
                <a:cubicBezTo>
                  <a:pt x="1988282" y="0"/>
                  <a:pt x="2033587" y="45305"/>
                  <a:pt x="2033587" y="101191"/>
                </a:cubicBezTo>
                <a:lnTo>
                  <a:pt x="2033587" y="1916722"/>
                </a:lnTo>
                <a:lnTo>
                  <a:pt x="1864409" y="1957369"/>
                </a:lnTo>
                <a:cubicBezTo>
                  <a:pt x="1638961" y="2000475"/>
                  <a:pt x="1405533" y="2023113"/>
                  <a:pt x="1166447" y="2023113"/>
                </a:cubicBezTo>
                <a:cubicBezTo>
                  <a:pt x="807817" y="2023113"/>
                  <a:pt x="461920" y="1972178"/>
                  <a:pt x="136587" y="1877628"/>
                </a:cubicBezTo>
                <a:lnTo>
                  <a:pt x="0" y="1830916"/>
                </a:lnTo>
                <a:lnTo>
                  <a:pt x="0" y="101191"/>
                </a:lnTo>
                <a:cubicBezTo>
                  <a:pt x="0" y="45305"/>
                  <a:pt x="45305" y="0"/>
                  <a:pt x="101191" y="0"/>
                </a:cubicBezTo>
                <a:close/>
              </a:path>
            </a:pathLst>
          </a:custGeom>
          <a:solidFill>
            <a:srgbClr val="EEEEEE"/>
          </a:solidFill>
        </p:spPr>
        <p:txBody>
          <a:bodyPr wrap="square" lIns="0" tIns="0" rIns="0" bIns="0" anchor="ctr" anchorCtr="0">
            <a:noAutofit/>
          </a:bodyPr>
          <a:lstStyle>
            <a:lvl1pPr marL="0" indent="0" algn="ctr">
              <a:buFontTx/>
              <a:buNone/>
              <a:defRPr sz="1333" b="1" i="0">
                <a:solidFill>
                  <a:srgbClr val="333333"/>
                </a:solidFill>
                <a:latin typeface="Museo Sans 900" panose="02000000000000000000" pitchFamily="2" charset="77"/>
              </a:defRPr>
            </a:lvl1pPr>
          </a:lstStyle>
          <a:p>
            <a:r>
              <a:rPr lang="en-GB"/>
              <a:t>Click icon to add picture</a:t>
            </a:r>
            <a:endParaRPr lang="en-US"/>
          </a:p>
        </p:txBody>
      </p:sp>
      <p:sp>
        <p:nvSpPr>
          <p:cNvPr id="20" name="Text Placeholder 18">
            <a:extLst>
              <a:ext uri="{FF2B5EF4-FFF2-40B4-BE49-F238E27FC236}">
                <a16:creationId xmlns:a16="http://schemas.microsoft.com/office/drawing/2014/main" id="{F3E74E4D-50DA-92AE-46A6-4BD819AC6EA7}"/>
              </a:ext>
            </a:extLst>
          </p:cNvPr>
          <p:cNvSpPr>
            <a:spLocks noGrp="1"/>
          </p:cNvSpPr>
          <p:nvPr>
            <p:ph type="body" sz="quarter" idx="14" hasCustomPrompt="1"/>
          </p:nvPr>
        </p:nvSpPr>
        <p:spPr>
          <a:xfrm>
            <a:off x="575422" y="4930555"/>
            <a:ext cx="2352225" cy="575288"/>
          </a:xfrm>
        </p:spPr>
        <p:txBody>
          <a:bodyPr lIns="0" tIns="0" rIns="0" bIns="0">
            <a:noAutofit/>
          </a:bodyPr>
          <a:lstStyle>
            <a:lvl1pPr marL="0" indent="0">
              <a:buFontTx/>
              <a:buNone/>
              <a:defRPr sz="1867" b="1" i="0">
                <a:solidFill>
                  <a:schemeClr val="bg1"/>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John</a:t>
            </a:r>
            <a:br>
              <a:rPr lang="en-GB"/>
            </a:br>
            <a:r>
              <a:rPr lang="en-GB"/>
              <a:t>Doe</a:t>
            </a:r>
          </a:p>
        </p:txBody>
      </p:sp>
      <p:sp>
        <p:nvSpPr>
          <p:cNvPr id="21" name="Text Placeholder 18">
            <a:extLst>
              <a:ext uri="{FF2B5EF4-FFF2-40B4-BE49-F238E27FC236}">
                <a16:creationId xmlns:a16="http://schemas.microsoft.com/office/drawing/2014/main" id="{C212BD8C-9063-B848-BE21-7B9841292688}"/>
              </a:ext>
            </a:extLst>
          </p:cNvPr>
          <p:cNvSpPr>
            <a:spLocks noGrp="1"/>
          </p:cNvSpPr>
          <p:nvPr>
            <p:ph type="body" sz="quarter" idx="15" hasCustomPrompt="1"/>
          </p:nvPr>
        </p:nvSpPr>
        <p:spPr>
          <a:xfrm>
            <a:off x="3475141" y="4943995"/>
            <a:ext cx="2255371" cy="575288"/>
          </a:xfrm>
        </p:spPr>
        <p:txBody>
          <a:bodyPr lIns="0" tIns="0" rIns="0" bIns="0">
            <a:noAutofit/>
          </a:bodyPr>
          <a:lstStyle>
            <a:lvl1pPr marL="0" indent="0">
              <a:buFontTx/>
              <a:buNone/>
              <a:defRPr sz="1867"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Jane</a:t>
            </a:r>
            <a:br>
              <a:rPr lang="en-GB"/>
            </a:br>
            <a:r>
              <a:rPr lang="en-GB"/>
              <a:t>Doe</a:t>
            </a:r>
          </a:p>
        </p:txBody>
      </p:sp>
      <p:sp>
        <p:nvSpPr>
          <p:cNvPr id="22" name="Text Placeholder 18">
            <a:extLst>
              <a:ext uri="{FF2B5EF4-FFF2-40B4-BE49-F238E27FC236}">
                <a16:creationId xmlns:a16="http://schemas.microsoft.com/office/drawing/2014/main" id="{32AEFAE4-3F0B-F3BD-651E-35AAB39BA6B7}"/>
              </a:ext>
            </a:extLst>
          </p:cNvPr>
          <p:cNvSpPr>
            <a:spLocks noGrp="1"/>
          </p:cNvSpPr>
          <p:nvPr>
            <p:ph type="body" sz="quarter" idx="16" hasCustomPrompt="1"/>
          </p:nvPr>
        </p:nvSpPr>
        <p:spPr>
          <a:xfrm>
            <a:off x="6352893" y="4930554"/>
            <a:ext cx="2255371" cy="575289"/>
          </a:xfrm>
        </p:spPr>
        <p:txBody>
          <a:bodyPr lIns="0" tIns="0" rIns="0" bIns="0">
            <a:noAutofit/>
          </a:bodyPr>
          <a:lstStyle>
            <a:lvl1pPr marL="0" indent="0">
              <a:buFontTx/>
              <a:buNone/>
              <a:defRPr sz="1867"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John </a:t>
            </a:r>
            <a:br>
              <a:rPr lang="en-GB"/>
            </a:br>
            <a:r>
              <a:rPr lang="en-GB"/>
              <a:t>Doe</a:t>
            </a:r>
          </a:p>
        </p:txBody>
      </p:sp>
      <p:sp>
        <p:nvSpPr>
          <p:cNvPr id="23" name="Text Placeholder 18">
            <a:extLst>
              <a:ext uri="{FF2B5EF4-FFF2-40B4-BE49-F238E27FC236}">
                <a16:creationId xmlns:a16="http://schemas.microsoft.com/office/drawing/2014/main" id="{A65605AD-B2CD-E6C0-5ED1-8EA77C30371D}"/>
              </a:ext>
            </a:extLst>
          </p:cNvPr>
          <p:cNvSpPr>
            <a:spLocks noGrp="1"/>
          </p:cNvSpPr>
          <p:nvPr>
            <p:ph type="body" sz="quarter" idx="17" hasCustomPrompt="1"/>
          </p:nvPr>
        </p:nvSpPr>
        <p:spPr>
          <a:xfrm>
            <a:off x="9241628" y="4930554"/>
            <a:ext cx="2255371" cy="575289"/>
          </a:xfrm>
        </p:spPr>
        <p:txBody>
          <a:bodyPr lIns="0" tIns="0" rIns="0" bIns="0">
            <a:noAutofit/>
          </a:bodyPr>
          <a:lstStyle>
            <a:lvl1pPr marL="0" indent="0">
              <a:buFontTx/>
              <a:buNone/>
              <a:defRPr sz="1867"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Jane Doe</a:t>
            </a:r>
          </a:p>
        </p:txBody>
      </p:sp>
      <p:sp>
        <p:nvSpPr>
          <p:cNvPr id="24" name="Text Placeholder 18">
            <a:extLst>
              <a:ext uri="{FF2B5EF4-FFF2-40B4-BE49-F238E27FC236}">
                <a16:creationId xmlns:a16="http://schemas.microsoft.com/office/drawing/2014/main" id="{AA89A6D1-7395-1A9E-1014-9292E97A59B0}"/>
              </a:ext>
            </a:extLst>
          </p:cNvPr>
          <p:cNvSpPr>
            <a:spLocks noGrp="1"/>
          </p:cNvSpPr>
          <p:nvPr>
            <p:ph type="body" sz="quarter" idx="18" hasCustomPrompt="1"/>
          </p:nvPr>
        </p:nvSpPr>
        <p:spPr>
          <a:xfrm>
            <a:off x="575422" y="5580168"/>
            <a:ext cx="2352225" cy="312632"/>
          </a:xfrm>
        </p:spPr>
        <p:txBody>
          <a:bodyPr lIns="0" tIns="0" rIns="0" bIns="0">
            <a:noAutofit/>
          </a:bodyPr>
          <a:lstStyle>
            <a:lvl1pPr marL="0" indent="0">
              <a:buFontTx/>
              <a:buNone/>
              <a:defRPr sz="1067" b="0" i="0">
                <a:solidFill>
                  <a:srgbClr val="EEEEEE"/>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Position</a:t>
            </a:r>
          </a:p>
        </p:txBody>
      </p:sp>
      <p:sp>
        <p:nvSpPr>
          <p:cNvPr id="25" name="Text Placeholder 18">
            <a:extLst>
              <a:ext uri="{FF2B5EF4-FFF2-40B4-BE49-F238E27FC236}">
                <a16:creationId xmlns:a16="http://schemas.microsoft.com/office/drawing/2014/main" id="{3D5A46D7-59B2-611D-F6AD-4FE23FDA8F90}"/>
              </a:ext>
            </a:extLst>
          </p:cNvPr>
          <p:cNvSpPr>
            <a:spLocks noGrp="1"/>
          </p:cNvSpPr>
          <p:nvPr>
            <p:ph type="body" sz="quarter" idx="19" hasCustomPrompt="1"/>
          </p:nvPr>
        </p:nvSpPr>
        <p:spPr>
          <a:xfrm>
            <a:off x="3475141" y="5593608"/>
            <a:ext cx="2255371" cy="312632"/>
          </a:xfrm>
        </p:spPr>
        <p:txBody>
          <a:bodyPr lIns="0" tIns="0" rIns="0" bIns="0">
            <a:noAutofit/>
          </a:bodyPr>
          <a:lstStyle>
            <a:lvl1pPr marL="0" indent="0">
              <a:buFontTx/>
              <a:buNone/>
              <a:defRPr sz="1067" b="0" i="0">
                <a:solidFill>
                  <a:srgbClr val="EEEEEE"/>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Position</a:t>
            </a:r>
          </a:p>
        </p:txBody>
      </p:sp>
      <p:sp>
        <p:nvSpPr>
          <p:cNvPr id="26" name="Text Placeholder 18">
            <a:extLst>
              <a:ext uri="{FF2B5EF4-FFF2-40B4-BE49-F238E27FC236}">
                <a16:creationId xmlns:a16="http://schemas.microsoft.com/office/drawing/2014/main" id="{7D506F9C-46F7-BCC5-6957-392D6A50513E}"/>
              </a:ext>
            </a:extLst>
          </p:cNvPr>
          <p:cNvSpPr>
            <a:spLocks noGrp="1"/>
          </p:cNvSpPr>
          <p:nvPr>
            <p:ph type="body" sz="quarter" idx="20" hasCustomPrompt="1"/>
          </p:nvPr>
        </p:nvSpPr>
        <p:spPr>
          <a:xfrm>
            <a:off x="6352893" y="5580168"/>
            <a:ext cx="2255371" cy="312632"/>
          </a:xfrm>
        </p:spPr>
        <p:txBody>
          <a:bodyPr lIns="0" tIns="0" rIns="0" bIns="0">
            <a:noAutofit/>
          </a:bodyPr>
          <a:lstStyle>
            <a:lvl1pPr marL="0" indent="0">
              <a:buFontTx/>
              <a:buNone/>
              <a:defRPr sz="1067" b="0" i="0">
                <a:solidFill>
                  <a:srgbClr val="EEEEEE"/>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Position</a:t>
            </a:r>
          </a:p>
        </p:txBody>
      </p:sp>
      <p:sp>
        <p:nvSpPr>
          <p:cNvPr id="27" name="Text Placeholder 18">
            <a:extLst>
              <a:ext uri="{FF2B5EF4-FFF2-40B4-BE49-F238E27FC236}">
                <a16:creationId xmlns:a16="http://schemas.microsoft.com/office/drawing/2014/main" id="{F74698E7-6666-40BE-4324-4C54B855CF1F}"/>
              </a:ext>
            </a:extLst>
          </p:cNvPr>
          <p:cNvSpPr>
            <a:spLocks noGrp="1"/>
          </p:cNvSpPr>
          <p:nvPr>
            <p:ph type="body" sz="quarter" idx="21" hasCustomPrompt="1"/>
          </p:nvPr>
        </p:nvSpPr>
        <p:spPr>
          <a:xfrm>
            <a:off x="9241628" y="5580168"/>
            <a:ext cx="2255371" cy="312632"/>
          </a:xfrm>
        </p:spPr>
        <p:txBody>
          <a:bodyPr lIns="0" tIns="0" rIns="0" bIns="0">
            <a:noAutofit/>
          </a:bodyPr>
          <a:lstStyle>
            <a:lvl1pPr marL="0" indent="0">
              <a:buFontTx/>
              <a:buNone/>
              <a:defRPr sz="1067" b="0" i="0">
                <a:solidFill>
                  <a:srgbClr val="EEEEEE"/>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Position</a:t>
            </a:r>
          </a:p>
        </p:txBody>
      </p:sp>
      <p:sp>
        <p:nvSpPr>
          <p:cNvPr id="47" name="Picture Placeholder 46">
            <a:extLst>
              <a:ext uri="{FF2B5EF4-FFF2-40B4-BE49-F238E27FC236}">
                <a16:creationId xmlns:a16="http://schemas.microsoft.com/office/drawing/2014/main" id="{B0936F9F-EFCE-6418-D24C-204EE661C516}"/>
              </a:ext>
            </a:extLst>
          </p:cNvPr>
          <p:cNvSpPr>
            <a:spLocks noGrp="1"/>
          </p:cNvSpPr>
          <p:nvPr>
            <p:ph type="pic" sz="quarter" idx="23"/>
          </p:nvPr>
        </p:nvSpPr>
        <p:spPr>
          <a:xfrm>
            <a:off x="3286398" y="2694037"/>
            <a:ext cx="2711449" cy="2091196"/>
          </a:xfrm>
          <a:custGeom>
            <a:avLst/>
            <a:gdLst>
              <a:gd name="connsiteX0" fmla="*/ 101191 w 2033587"/>
              <a:gd name="connsiteY0" fmla="*/ 0 h 2023113"/>
              <a:gd name="connsiteX1" fmla="*/ 1932396 w 2033587"/>
              <a:gd name="connsiteY1" fmla="*/ 0 h 2023113"/>
              <a:gd name="connsiteX2" fmla="*/ 2033587 w 2033587"/>
              <a:gd name="connsiteY2" fmla="*/ 101191 h 2023113"/>
              <a:gd name="connsiteX3" fmla="*/ 2033587 w 2033587"/>
              <a:gd name="connsiteY3" fmla="*/ 1916722 h 2023113"/>
              <a:gd name="connsiteX4" fmla="*/ 1864409 w 2033587"/>
              <a:gd name="connsiteY4" fmla="*/ 1957369 h 2023113"/>
              <a:gd name="connsiteX5" fmla="*/ 1166447 w 2033587"/>
              <a:gd name="connsiteY5" fmla="*/ 2023113 h 2023113"/>
              <a:gd name="connsiteX6" fmla="*/ 136587 w 2033587"/>
              <a:gd name="connsiteY6" fmla="*/ 1877628 h 2023113"/>
              <a:gd name="connsiteX7" fmla="*/ 0 w 2033587"/>
              <a:gd name="connsiteY7" fmla="*/ 1830916 h 2023113"/>
              <a:gd name="connsiteX8" fmla="*/ 0 w 2033587"/>
              <a:gd name="connsiteY8" fmla="*/ 101191 h 2023113"/>
              <a:gd name="connsiteX9" fmla="*/ 101191 w 2033587"/>
              <a:gd name="connsiteY9" fmla="*/ 0 h 202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3587" h="2023113">
                <a:moveTo>
                  <a:pt x="101191" y="0"/>
                </a:moveTo>
                <a:lnTo>
                  <a:pt x="1932396" y="0"/>
                </a:lnTo>
                <a:cubicBezTo>
                  <a:pt x="1988282" y="0"/>
                  <a:pt x="2033587" y="45305"/>
                  <a:pt x="2033587" y="101191"/>
                </a:cubicBezTo>
                <a:lnTo>
                  <a:pt x="2033587" y="1916722"/>
                </a:lnTo>
                <a:lnTo>
                  <a:pt x="1864409" y="1957369"/>
                </a:lnTo>
                <a:cubicBezTo>
                  <a:pt x="1638961" y="2000475"/>
                  <a:pt x="1405533" y="2023113"/>
                  <a:pt x="1166447" y="2023113"/>
                </a:cubicBezTo>
                <a:cubicBezTo>
                  <a:pt x="807817" y="2023113"/>
                  <a:pt x="461920" y="1972178"/>
                  <a:pt x="136587" y="1877628"/>
                </a:cubicBezTo>
                <a:lnTo>
                  <a:pt x="0" y="1830916"/>
                </a:lnTo>
                <a:lnTo>
                  <a:pt x="0" y="101191"/>
                </a:lnTo>
                <a:cubicBezTo>
                  <a:pt x="0" y="45305"/>
                  <a:pt x="45305" y="0"/>
                  <a:pt x="101191" y="0"/>
                </a:cubicBezTo>
                <a:close/>
              </a:path>
            </a:pathLst>
          </a:custGeom>
          <a:solidFill>
            <a:srgbClr val="EEEEEE"/>
          </a:solidFill>
        </p:spPr>
        <p:txBody>
          <a:bodyPr wrap="square" lIns="0" tIns="0" rIns="0" bIns="0" anchor="ctr" anchorCtr="0">
            <a:noAutofit/>
          </a:bodyPr>
          <a:lstStyle>
            <a:lvl1pPr marL="0" indent="0" algn="ctr">
              <a:buFontTx/>
              <a:buNone/>
              <a:defRPr sz="1333" b="1" i="0">
                <a:solidFill>
                  <a:srgbClr val="333333"/>
                </a:solidFill>
                <a:latin typeface="Museo Sans 900" panose="02000000000000000000" pitchFamily="2" charset="77"/>
              </a:defRPr>
            </a:lvl1pPr>
          </a:lstStyle>
          <a:p>
            <a:r>
              <a:rPr lang="en-GB"/>
              <a:t>Click icon to add picture</a:t>
            </a:r>
            <a:endParaRPr lang="en-US"/>
          </a:p>
        </p:txBody>
      </p:sp>
      <p:sp>
        <p:nvSpPr>
          <p:cNvPr id="49" name="Picture Placeholder 48">
            <a:extLst>
              <a:ext uri="{FF2B5EF4-FFF2-40B4-BE49-F238E27FC236}">
                <a16:creationId xmlns:a16="http://schemas.microsoft.com/office/drawing/2014/main" id="{85A43116-62F2-A9B2-CBD9-3A6C012B6463}"/>
              </a:ext>
            </a:extLst>
          </p:cNvPr>
          <p:cNvSpPr>
            <a:spLocks noGrp="1"/>
          </p:cNvSpPr>
          <p:nvPr>
            <p:ph type="pic" sz="quarter" idx="24"/>
          </p:nvPr>
        </p:nvSpPr>
        <p:spPr>
          <a:xfrm>
            <a:off x="6192632" y="2680597"/>
            <a:ext cx="2711449" cy="2091196"/>
          </a:xfrm>
          <a:custGeom>
            <a:avLst/>
            <a:gdLst>
              <a:gd name="connsiteX0" fmla="*/ 101191 w 2033587"/>
              <a:gd name="connsiteY0" fmla="*/ 0 h 2023113"/>
              <a:gd name="connsiteX1" fmla="*/ 1932396 w 2033587"/>
              <a:gd name="connsiteY1" fmla="*/ 0 h 2023113"/>
              <a:gd name="connsiteX2" fmla="*/ 2033587 w 2033587"/>
              <a:gd name="connsiteY2" fmla="*/ 101191 h 2023113"/>
              <a:gd name="connsiteX3" fmla="*/ 2033587 w 2033587"/>
              <a:gd name="connsiteY3" fmla="*/ 1916722 h 2023113"/>
              <a:gd name="connsiteX4" fmla="*/ 1864409 w 2033587"/>
              <a:gd name="connsiteY4" fmla="*/ 1957369 h 2023113"/>
              <a:gd name="connsiteX5" fmla="*/ 1166447 w 2033587"/>
              <a:gd name="connsiteY5" fmla="*/ 2023113 h 2023113"/>
              <a:gd name="connsiteX6" fmla="*/ 136587 w 2033587"/>
              <a:gd name="connsiteY6" fmla="*/ 1877628 h 2023113"/>
              <a:gd name="connsiteX7" fmla="*/ 0 w 2033587"/>
              <a:gd name="connsiteY7" fmla="*/ 1830916 h 2023113"/>
              <a:gd name="connsiteX8" fmla="*/ 0 w 2033587"/>
              <a:gd name="connsiteY8" fmla="*/ 101191 h 2023113"/>
              <a:gd name="connsiteX9" fmla="*/ 101191 w 2033587"/>
              <a:gd name="connsiteY9" fmla="*/ 0 h 202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3587" h="2023113">
                <a:moveTo>
                  <a:pt x="101191" y="0"/>
                </a:moveTo>
                <a:lnTo>
                  <a:pt x="1932396" y="0"/>
                </a:lnTo>
                <a:cubicBezTo>
                  <a:pt x="1988282" y="0"/>
                  <a:pt x="2033587" y="45305"/>
                  <a:pt x="2033587" y="101191"/>
                </a:cubicBezTo>
                <a:lnTo>
                  <a:pt x="2033587" y="1916722"/>
                </a:lnTo>
                <a:lnTo>
                  <a:pt x="1864409" y="1957369"/>
                </a:lnTo>
                <a:cubicBezTo>
                  <a:pt x="1638961" y="2000475"/>
                  <a:pt x="1405533" y="2023113"/>
                  <a:pt x="1166447" y="2023113"/>
                </a:cubicBezTo>
                <a:cubicBezTo>
                  <a:pt x="807817" y="2023113"/>
                  <a:pt x="461920" y="1972178"/>
                  <a:pt x="136587" y="1877628"/>
                </a:cubicBezTo>
                <a:lnTo>
                  <a:pt x="0" y="1830916"/>
                </a:lnTo>
                <a:lnTo>
                  <a:pt x="0" y="101191"/>
                </a:lnTo>
                <a:cubicBezTo>
                  <a:pt x="0" y="45305"/>
                  <a:pt x="45305" y="0"/>
                  <a:pt x="101191" y="0"/>
                </a:cubicBezTo>
                <a:close/>
              </a:path>
            </a:pathLst>
          </a:custGeom>
          <a:solidFill>
            <a:srgbClr val="EEEEEE"/>
          </a:solidFill>
        </p:spPr>
        <p:txBody>
          <a:bodyPr wrap="square" lIns="0" tIns="0" rIns="0" bIns="0" anchor="ctr" anchorCtr="0">
            <a:noAutofit/>
          </a:bodyPr>
          <a:lstStyle>
            <a:lvl1pPr marL="0" indent="0" algn="ctr">
              <a:buFontTx/>
              <a:buNone/>
              <a:defRPr sz="1333" b="1" i="0">
                <a:solidFill>
                  <a:srgbClr val="333333"/>
                </a:solidFill>
                <a:latin typeface="Museo Sans 900" panose="02000000000000000000" pitchFamily="2" charset="77"/>
              </a:defRPr>
            </a:lvl1pPr>
          </a:lstStyle>
          <a:p>
            <a:r>
              <a:rPr lang="en-GB"/>
              <a:t>Click icon to add picture</a:t>
            </a:r>
            <a:endParaRPr lang="en-US"/>
          </a:p>
        </p:txBody>
      </p:sp>
      <p:sp>
        <p:nvSpPr>
          <p:cNvPr id="51" name="Picture Placeholder 50">
            <a:extLst>
              <a:ext uri="{FF2B5EF4-FFF2-40B4-BE49-F238E27FC236}">
                <a16:creationId xmlns:a16="http://schemas.microsoft.com/office/drawing/2014/main" id="{B7D90D11-904D-646B-2C13-007E3CBCBDB3}"/>
              </a:ext>
            </a:extLst>
          </p:cNvPr>
          <p:cNvSpPr>
            <a:spLocks noGrp="1"/>
          </p:cNvSpPr>
          <p:nvPr>
            <p:ph type="pic" sz="quarter" idx="25"/>
          </p:nvPr>
        </p:nvSpPr>
        <p:spPr>
          <a:xfrm>
            <a:off x="9070510" y="2680597"/>
            <a:ext cx="2738375" cy="2091196"/>
          </a:xfrm>
          <a:custGeom>
            <a:avLst/>
            <a:gdLst>
              <a:gd name="connsiteX0" fmla="*/ 101191 w 2033587"/>
              <a:gd name="connsiteY0" fmla="*/ 0 h 2023113"/>
              <a:gd name="connsiteX1" fmla="*/ 1932396 w 2033587"/>
              <a:gd name="connsiteY1" fmla="*/ 0 h 2023113"/>
              <a:gd name="connsiteX2" fmla="*/ 2033587 w 2033587"/>
              <a:gd name="connsiteY2" fmla="*/ 101191 h 2023113"/>
              <a:gd name="connsiteX3" fmla="*/ 2033587 w 2033587"/>
              <a:gd name="connsiteY3" fmla="*/ 1916722 h 2023113"/>
              <a:gd name="connsiteX4" fmla="*/ 1864409 w 2033587"/>
              <a:gd name="connsiteY4" fmla="*/ 1957369 h 2023113"/>
              <a:gd name="connsiteX5" fmla="*/ 1166447 w 2033587"/>
              <a:gd name="connsiteY5" fmla="*/ 2023113 h 2023113"/>
              <a:gd name="connsiteX6" fmla="*/ 136587 w 2033587"/>
              <a:gd name="connsiteY6" fmla="*/ 1877628 h 2023113"/>
              <a:gd name="connsiteX7" fmla="*/ 0 w 2033587"/>
              <a:gd name="connsiteY7" fmla="*/ 1830916 h 2023113"/>
              <a:gd name="connsiteX8" fmla="*/ 0 w 2033587"/>
              <a:gd name="connsiteY8" fmla="*/ 101191 h 2023113"/>
              <a:gd name="connsiteX9" fmla="*/ 101191 w 2033587"/>
              <a:gd name="connsiteY9" fmla="*/ 0 h 202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3587" h="2023113">
                <a:moveTo>
                  <a:pt x="101191" y="0"/>
                </a:moveTo>
                <a:lnTo>
                  <a:pt x="1932396" y="0"/>
                </a:lnTo>
                <a:cubicBezTo>
                  <a:pt x="1988282" y="0"/>
                  <a:pt x="2033587" y="45305"/>
                  <a:pt x="2033587" y="101191"/>
                </a:cubicBezTo>
                <a:lnTo>
                  <a:pt x="2033587" y="1916722"/>
                </a:lnTo>
                <a:lnTo>
                  <a:pt x="1864409" y="1957369"/>
                </a:lnTo>
                <a:cubicBezTo>
                  <a:pt x="1638961" y="2000475"/>
                  <a:pt x="1405533" y="2023113"/>
                  <a:pt x="1166447" y="2023113"/>
                </a:cubicBezTo>
                <a:cubicBezTo>
                  <a:pt x="807817" y="2023113"/>
                  <a:pt x="461920" y="1972178"/>
                  <a:pt x="136587" y="1877628"/>
                </a:cubicBezTo>
                <a:lnTo>
                  <a:pt x="0" y="1830916"/>
                </a:lnTo>
                <a:lnTo>
                  <a:pt x="0" y="101191"/>
                </a:lnTo>
                <a:cubicBezTo>
                  <a:pt x="0" y="45305"/>
                  <a:pt x="45305" y="0"/>
                  <a:pt x="101191" y="0"/>
                </a:cubicBezTo>
                <a:close/>
              </a:path>
            </a:pathLst>
          </a:custGeom>
          <a:solidFill>
            <a:srgbClr val="EEEEEE"/>
          </a:solidFill>
        </p:spPr>
        <p:txBody>
          <a:bodyPr wrap="square" lIns="0" tIns="0" rIns="0" bIns="0" anchor="ctr" anchorCtr="0">
            <a:noAutofit/>
          </a:bodyPr>
          <a:lstStyle>
            <a:lvl1pPr marL="0" indent="0" algn="ctr">
              <a:buFontTx/>
              <a:buNone/>
              <a:defRPr sz="1333" b="1" i="0">
                <a:solidFill>
                  <a:srgbClr val="333333"/>
                </a:solidFill>
                <a:latin typeface="Museo Sans 900" panose="02000000000000000000" pitchFamily="2" charset="77"/>
              </a:defRPr>
            </a:lvl1pPr>
          </a:lstStyle>
          <a:p>
            <a:r>
              <a:rPr lang="en-GB"/>
              <a:t>Click icon to add picture</a:t>
            </a:r>
            <a:endParaRPr lang="en-US"/>
          </a:p>
        </p:txBody>
      </p:sp>
      <p:sp>
        <p:nvSpPr>
          <p:cNvPr id="4" name="TextBox 3">
            <a:extLst>
              <a:ext uri="{FF2B5EF4-FFF2-40B4-BE49-F238E27FC236}">
                <a16:creationId xmlns:a16="http://schemas.microsoft.com/office/drawing/2014/main" id="{75E61117-522A-730F-3EC9-9530F7E746BE}"/>
              </a:ext>
            </a:extLst>
          </p:cNvPr>
          <p:cNvSpPr txBox="1"/>
          <p:nvPr userDrawn="1"/>
        </p:nvSpPr>
        <p:spPr>
          <a:xfrm>
            <a:off x="12837459" y="-778"/>
            <a:ext cx="2510117" cy="1734449"/>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This is where you can introduce team members, such as those involved in the presentation.</a:t>
            </a:r>
            <a:br>
              <a:rPr lang="en-GB" sz="1067" b="0" i="0">
                <a:solidFill>
                  <a:srgbClr val="333333"/>
                </a:solidFill>
                <a:latin typeface="Museo Sans 500" panose="02000000000000000000" pitchFamily="2" charset="77"/>
              </a:rPr>
            </a:b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You can upload the profile pictures by clicking on the picture icon. </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Please don’t remove the orange element. And don’t forget to include names and job titles!</a:t>
            </a:r>
          </a:p>
        </p:txBody>
      </p:sp>
      <p:grpSp>
        <p:nvGrpSpPr>
          <p:cNvPr id="5" name="Group 4">
            <a:extLst>
              <a:ext uri="{FF2B5EF4-FFF2-40B4-BE49-F238E27FC236}">
                <a16:creationId xmlns:a16="http://schemas.microsoft.com/office/drawing/2014/main" id="{4A45575F-2275-399E-55F0-6083ED8F547A}"/>
              </a:ext>
            </a:extLst>
          </p:cNvPr>
          <p:cNvGrpSpPr/>
          <p:nvPr userDrawn="1"/>
        </p:nvGrpSpPr>
        <p:grpSpPr>
          <a:xfrm>
            <a:off x="10609008" y="6203793"/>
            <a:ext cx="1111864" cy="408104"/>
            <a:chOff x="397414" y="755885"/>
            <a:chExt cx="2901256" cy="1064892"/>
          </a:xfrm>
        </p:grpSpPr>
        <p:grpSp>
          <p:nvGrpSpPr>
            <p:cNvPr id="8" name="Graphic 4">
              <a:extLst>
                <a:ext uri="{FF2B5EF4-FFF2-40B4-BE49-F238E27FC236}">
                  <a16:creationId xmlns:a16="http://schemas.microsoft.com/office/drawing/2014/main" id="{C6F772A1-2E6F-2940-3DBA-3F01322EBEE5}"/>
                </a:ext>
              </a:extLst>
            </p:cNvPr>
            <p:cNvGrpSpPr/>
            <p:nvPr/>
          </p:nvGrpSpPr>
          <p:grpSpPr>
            <a:xfrm>
              <a:off x="397414" y="755885"/>
              <a:ext cx="1031033" cy="1064892"/>
              <a:chOff x="397414" y="755885"/>
              <a:chExt cx="1031033" cy="1064892"/>
            </a:xfrm>
          </p:grpSpPr>
          <p:sp>
            <p:nvSpPr>
              <p:cNvPr id="39" name="Freeform 38">
                <a:extLst>
                  <a:ext uri="{FF2B5EF4-FFF2-40B4-BE49-F238E27FC236}">
                    <a16:creationId xmlns:a16="http://schemas.microsoft.com/office/drawing/2014/main" id="{A222B493-A575-7887-7DCB-0D3B2A2F06AE}"/>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40" name="Freeform 39">
                <a:extLst>
                  <a:ext uri="{FF2B5EF4-FFF2-40B4-BE49-F238E27FC236}">
                    <a16:creationId xmlns:a16="http://schemas.microsoft.com/office/drawing/2014/main" id="{D06DD366-6682-B22B-216F-9525FC2E9B63}"/>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42" name="Freeform 41">
                <a:extLst>
                  <a:ext uri="{FF2B5EF4-FFF2-40B4-BE49-F238E27FC236}">
                    <a16:creationId xmlns:a16="http://schemas.microsoft.com/office/drawing/2014/main" id="{DC2F4E6B-B18D-1CD0-40A3-53DEC7FF28FB}"/>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9" name="Graphic 4">
              <a:extLst>
                <a:ext uri="{FF2B5EF4-FFF2-40B4-BE49-F238E27FC236}">
                  <a16:creationId xmlns:a16="http://schemas.microsoft.com/office/drawing/2014/main" id="{588BCDBD-86B1-A7C2-04B5-281E7CA2DB71}"/>
                </a:ext>
              </a:extLst>
            </p:cNvPr>
            <p:cNvGrpSpPr/>
            <p:nvPr/>
          </p:nvGrpSpPr>
          <p:grpSpPr>
            <a:xfrm>
              <a:off x="1208140" y="933050"/>
              <a:ext cx="2090530" cy="573060"/>
              <a:chOff x="1208140" y="933050"/>
              <a:chExt cx="2090530" cy="573060"/>
            </a:xfrm>
            <a:solidFill>
              <a:srgbClr val="333333"/>
            </a:solidFill>
          </p:grpSpPr>
          <p:sp>
            <p:nvSpPr>
              <p:cNvPr id="10" name="Freeform 9">
                <a:extLst>
                  <a:ext uri="{FF2B5EF4-FFF2-40B4-BE49-F238E27FC236}">
                    <a16:creationId xmlns:a16="http://schemas.microsoft.com/office/drawing/2014/main" id="{1BE4E41A-F929-C811-DE53-E3BCABC8EB11}"/>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2" name="Freeform 11">
                <a:extLst>
                  <a:ext uri="{FF2B5EF4-FFF2-40B4-BE49-F238E27FC236}">
                    <a16:creationId xmlns:a16="http://schemas.microsoft.com/office/drawing/2014/main" id="{656981EF-BD20-963D-4F9E-4AA0C9FAB296}"/>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78B8E6DA-BBA0-0293-92A8-A7091EE39225}"/>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7024606D-8CE6-B437-9933-48DA7D06B8E1}"/>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6" name="Freeform 15">
                <a:extLst>
                  <a:ext uri="{FF2B5EF4-FFF2-40B4-BE49-F238E27FC236}">
                    <a16:creationId xmlns:a16="http://schemas.microsoft.com/office/drawing/2014/main" id="{7C111364-F8C1-026D-47A4-B27CC2A1142E}"/>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45A43841-4863-B4DA-BCE1-D3BA694A077C}"/>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BB140906-2264-85E3-DEC0-FBE28CC13D6C}"/>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B4CE7F08-4FB1-4A65-58B4-394BF1F7FF5C}"/>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0EE56D73-D576-B711-9C4E-F7A3F9AD3F06}"/>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25494204-9870-6B4F-6ECA-EA11FA77E61D}"/>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CCA1F3F7-7D0C-1EBA-B0AB-273C032756A8}"/>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4696A74F-15E2-176F-6C5D-F238B13477B7}"/>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A25567FE-2C08-8663-5EA6-154D06C178A6}"/>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4" name="Freeform 33">
                <a:extLst>
                  <a:ext uri="{FF2B5EF4-FFF2-40B4-BE49-F238E27FC236}">
                    <a16:creationId xmlns:a16="http://schemas.microsoft.com/office/drawing/2014/main" id="{8B148DED-0EC7-4EF5-6A7D-F8CC18FD79FB}"/>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B93C0114-B118-C98B-2DE4-BB515FB8A16E}"/>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102021E2-2EFB-A876-B6C6-B593C6FA9A5E}"/>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7" name="Freeform 36">
                <a:extLst>
                  <a:ext uri="{FF2B5EF4-FFF2-40B4-BE49-F238E27FC236}">
                    <a16:creationId xmlns:a16="http://schemas.microsoft.com/office/drawing/2014/main" id="{B0F3629B-5076-8050-C2A5-5A3F162D1B07}"/>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8" name="Freeform 37">
                <a:extLst>
                  <a:ext uri="{FF2B5EF4-FFF2-40B4-BE49-F238E27FC236}">
                    <a16:creationId xmlns:a16="http://schemas.microsoft.com/office/drawing/2014/main" id="{CB524CA2-BC69-3A24-9CC7-6D9EC23DA924}"/>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14" name="Text Placeholder 18">
            <a:extLst>
              <a:ext uri="{FF2B5EF4-FFF2-40B4-BE49-F238E27FC236}">
                <a16:creationId xmlns:a16="http://schemas.microsoft.com/office/drawing/2014/main" id="{5DA0EB2C-C980-2A8A-6E5A-4425DE4D581C}"/>
              </a:ext>
            </a:extLst>
          </p:cNvPr>
          <p:cNvSpPr>
            <a:spLocks noGrp="1"/>
          </p:cNvSpPr>
          <p:nvPr>
            <p:ph type="body" sz="quarter" idx="13" hasCustomPrompt="1"/>
          </p:nvPr>
        </p:nvSpPr>
        <p:spPr>
          <a:xfrm>
            <a:off x="407999" y="935999"/>
            <a:ext cx="11400884" cy="962084"/>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a:t>
            </a:r>
          </a:p>
        </p:txBody>
      </p:sp>
      <p:sp>
        <p:nvSpPr>
          <p:cNvPr id="44" name="Text Placeholder 24">
            <a:extLst>
              <a:ext uri="{FF2B5EF4-FFF2-40B4-BE49-F238E27FC236}">
                <a16:creationId xmlns:a16="http://schemas.microsoft.com/office/drawing/2014/main" id="{7B9B9EE4-51C4-C308-3270-D47FEDD59D7A}"/>
              </a:ext>
            </a:extLst>
          </p:cNvPr>
          <p:cNvSpPr>
            <a:spLocks noGrp="1"/>
          </p:cNvSpPr>
          <p:nvPr>
            <p:ph type="body" sz="quarter" idx="26"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pic>
        <p:nvPicPr>
          <p:cNvPr id="67" name="Graphic 66">
            <a:extLst>
              <a:ext uri="{FF2B5EF4-FFF2-40B4-BE49-F238E27FC236}">
                <a16:creationId xmlns:a16="http://schemas.microsoft.com/office/drawing/2014/main" id="{76CB14D6-9605-EC5E-1A3D-FCE49433C41D}"/>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408000" y="408000"/>
            <a:ext cx="11400000" cy="192000"/>
          </a:xfrm>
          <a:prstGeom prst="rect">
            <a:avLst/>
          </a:prstGeom>
        </p:spPr>
      </p:pic>
      <p:sp>
        <p:nvSpPr>
          <p:cNvPr id="68" name="Slide Number Placeholder 5">
            <a:extLst>
              <a:ext uri="{FF2B5EF4-FFF2-40B4-BE49-F238E27FC236}">
                <a16:creationId xmlns:a16="http://schemas.microsoft.com/office/drawing/2014/main" id="{CD6D9F4C-98F6-832A-AC0E-B141CE017860}"/>
              </a:ext>
            </a:extLst>
          </p:cNvPr>
          <p:cNvSpPr>
            <a:spLocks noGrp="1"/>
          </p:cNvSpPr>
          <p:nvPr>
            <p:ph type="sldNum" sz="quarter" idx="12"/>
          </p:nvPr>
        </p:nvSpPr>
        <p:spPr>
          <a:xfrm>
            <a:off x="11273400" y="402113"/>
            <a:ext cx="480000" cy="203143"/>
          </a:xfrm>
        </p:spPr>
        <p:txBody>
          <a:bodyPr/>
          <a:lstStyle>
            <a:lvl1pPr>
              <a:defRPr sz="800" b="0" i="0">
                <a:solidFill>
                  <a:schemeClr val="tx1"/>
                </a:solidFill>
                <a:latin typeface="Museo Sans 500" panose="02000000000000000000" pitchFamily="2" charset="77"/>
              </a:defRPr>
            </a:lvl1pPr>
          </a:lstStyle>
          <a:p>
            <a:fld id="{837EA21B-C1CD-FF4F-B5B3-C7F194F4D1C4}" type="slidenum">
              <a:rPr lang="en-US" smtClean="0"/>
              <a:pPr/>
              <a:t>‹#›</a:t>
            </a:fld>
            <a:endParaRPr lang="en-US"/>
          </a:p>
        </p:txBody>
      </p:sp>
      <p:sp>
        <p:nvSpPr>
          <p:cNvPr id="2" name="TextBox 1">
            <a:extLst>
              <a:ext uri="{FF2B5EF4-FFF2-40B4-BE49-F238E27FC236}">
                <a16:creationId xmlns:a16="http://schemas.microsoft.com/office/drawing/2014/main" id="{3A33330C-861C-5621-68A0-9A322E815D23}"/>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3" name="TextBox 2">
            <a:extLst>
              <a:ext uri="{FF2B5EF4-FFF2-40B4-BE49-F238E27FC236}">
                <a16:creationId xmlns:a16="http://schemas.microsoft.com/office/drawing/2014/main" id="{91856368-06EC-12D5-3A80-7157CA73D912}"/>
              </a:ext>
            </a:extLst>
          </p:cNvPr>
          <p:cNvSpPr txBox="1"/>
          <p:nvPr userDrawn="1"/>
        </p:nvSpPr>
        <p:spPr>
          <a:xfrm>
            <a:off x="1515166" y="410216"/>
            <a:ext cx="1749197" cy="200055"/>
          </a:xfrm>
          <a:prstGeom prst="rect">
            <a:avLst/>
          </a:prstGeom>
          <a:noFill/>
        </p:spPr>
        <p:txBody>
          <a:bodyPr wrap="none" rtlCol="0">
            <a:spAutoFit/>
          </a:bodyPr>
          <a:lstStyle/>
          <a:p>
            <a:r>
              <a:rPr lang="en-US" sz="700"/>
              <a:t>Automation </a:t>
            </a:r>
            <a:r>
              <a:rPr lang="en-US" sz="700" err="1"/>
              <a:t>Anywhere’s</a:t>
            </a:r>
            <a:r>
              <a:rPr lang="en-US" sz="700"/>
              <a:t> APA Platform</a:t>
            </a:r>
          </a:p>
        </p:txBody>
      </p:sp>
    </p:spTree>
    <p:extLst>
      <p:ext uri="{BB962C8B-B14F-4D97-AF65-F5344CB8AC3E}">
        <p14:creationId xmlns:p14="http://schemas.microsoft.com/office/powerpoint/2010/main" val="355875779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Infographics A">
    <p:spTree>
      <p:nvGrpSpPr>
        <p:cNvPr id="1" name=""/>
        <p:cNvGrpSpPr/>
        <p:nvPr/>
      </p:nvGrpSpPr>
      <p:grpSpPr>
        <a:xfrm>
          <a:off x="0" y="0"/>
          <a:ext cx="0" cy="0"/>
          <a:chOff x="0" y="0"/>
          <a:chExt cx="0" cy="0"/>
        </a:xfrm>
      </p:grpSpPr>
      <p:sp>
        <p:nvSpPr>
          <p:cNvPr id="13" name="Rounded Rectangle 12">
            <a:extLst>
              <a:ext uri="{FF2B5EF4-FFF2-40B4-BE49-F238E27FC236}">
                <a16:creationId xmlns:a16="http://schemas.microsoft.com/office/drawing/2014/main" id="{C6705FCC-2E38-4007-4E4B-D04225A4C5D6}"/>
              </a:ext>
            </a:extLst>
          </p:cNvPr>
          <p:cNvSpPr/>
          <p:nvPr userDrawn="1"/>
        </p:nvSpPr>
        <p:spPr>
          <a:xfrm>
            <a:off x="408000" y="2372828"/>
            <a:ext cx="6567835" cy="3528439"/>
          </a:xfrm>
          <a:prstGeom prst="roundRect">
            <a:avLst>
              <a:gd name="adj" fmla="val 2588"/>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sp>
        <p:nvSpPr>
          <p:cNvPr id="16" name="Rounded Rectangle 15">
            <a:extLst>
              <a:ext uri="{FF2B5EF4-FFF2-40B4-BE49-F238E27FC236}">
                <a16:creationId xmlns:a16="http://schemas.microsoft.com/office/drawing/2014/main" id="{5CA3E3D2-4B82-44F4-B768-79FE645FA0F0}"/>
              </a:ext>
            </a:extLst>
          </p:cNvPr>
          <p:cNvSpPr/>
          <p:nvPr userDrawn="1"/>
        </p:nvSpPr>
        <p:spPr>
          <a:xfrm>
            <a:off x="7180997" y="4868079"/>
            <a:ext cx="4603004" cy="1040309"/>
          </a:xfrm>
          <a:prstGeom prst="roundRect">
            <a:avLst>
              <a:gd name="adj" fmla="val 8991"/>
            </a:avLst>
          </a:prstGeom>
          <a:solidFill>
            <a:srgbClr val="FF5A1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sp>
        <p:nvSpPr>
          <p:cNvPr id="21" name="Rounded Rectangle 20">
            <a:extLst>
              <a:ext uri="{FF2B5EF4-FFF2-40B4-BE49-F238E27FC236}">
                <a16:creationId xmlns:a16="http://schemas.microsoft.com/office/drawing/2014/main" id="{665D3B8E-B562-2841-7524-550234E842DE}"/>
              </a:ext>
            </a:extLst>
          </p:cNvPr>
          <p:cNvSpPr/>
          <p:nvPr userDrawn="1"/>
        </p:nvSpPr>
        <p:spPr>
          <a:xfrm>
            <a:off x="7180997" y="3618691"/>
            <a:ext cx="4603004" cy="1040309"/>
          </a:xfrm>
          <a:prstGeom prst="roundRect">
            <a:avLst>
              <a:gd name="adj" fmla="val 8991"/>
            </a:avLst>
          </a:prstGeom>
          <a:solidFill>
            <a:srgbClr val="FF5A1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sp>
        <p:nvSpPr>
          <p:cNvPr id="22" name="Rounded Rectangle 21">
            <a:extLst>
              <a:ext uri="{FF2B5EF4-FFF2-40B4-BE49-F238E27FC236}">
                <a16:creationId xmlns:a16="http://schemas.microsoft.com/office/drawing/2014/main" id="{71660D8F-6070-7AAB-4859-68383202FB25}"/>
              </a:ext>
            </a:extLst>
          </p:cNvPr>
          <p:cNvSpPr/>
          <p:nvPr userDrawn="1"/>
        </p:nvSpPr>
        <p:spPr>
          <a:xfrm>
            <a:off x="7180997" y="2369304"/>
            <a:ext cx="4603004" cy="1040309"/>
          </a:xfrm>
          <a:prstGeom prst="roundRect">
            <a:avLst>
              <a:gd name="adj" fmla="val 8991"/>
            </a:avLst>
          </a:prstGeom>
          <a:solidFill>
            <a:srgbClr val="FF5A1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sp>
        <p:nvSpPr>
          <p:cNvPr id="27" name="Text Placeholder 18">
            <a:extLst>
              <a:ext uri="{FF2B5EF4-FFF2-40B4-BE49-F238E27FC236}">
                <a16:creationId xmlns:a16="http://schemas.microsoft.com/office/drawing/2014/main" id="{5E2A8AAD-BED1-3659-0FCE-FFC80454E2A9}"/>
              </a:ext>
            </a:extLst>
          </p:cNvPr>
          <p:cNvSpPr>
            <a:spLocks noGrp="1"/>
          </p:cNvSpPr>
          <p:nvPr>
            <p:ph type="body" sz="quarter" idx="15"/>
          </p:nvPr>
        </p:nvSpPr>
        <p:spPr>
          <a:xfrm>
            <a:off x="7334077" y="2416021"/>
            <a:ext cx="3939324" cy="581780"/>
          </a:xfrm>
        </p:spPr>
        <p:txBody>
          <a:bodyPr lIns="0" tIns="0" rIns="0" bIns="0" anchor="t" anchorCtr="0">
            <a:noAutofit/>
          </a:bodyPr>
          <a:lstStyle>
            <a:lvl1pPr marL="0" indent="0">
              <a:lnSpc>
                <a:spcPct val="100000"/>
              </a:lnSpc>
              <a:buFontTx/>
              <a:buNone/>
              <a:defRPr sz="3200"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p>
        </p:txBody>
      </p:sp>
      <p:sp>
        <p:nvSpPr>
          <p:cNvPr id="28" name="Text Placeholder 18">
            <a:extLst>
              <a:ext uri="{FF2B5EF4-FFF2-40B4-BE49-F238E27FC236}">
                <a16:creationId xmlns:a16="http://schemas.microsoft.com/office/drawing/2014/main" id="{0BEB8797-41B8-58B8-65DB-9A30DD85D634}"/>
              </a:ext>
            </a:extLst>
          </p:cNvPr>
          <p:cNvSpPr>
            <a:spLocks noGrp="1"/>
          </p:cNvSpPr>
          <p:nvPr>
            <p:ph type="body" sz="quarter" idx="16"/>
          </p:nvPr>
        </p:nvSpPr>
        <p:spPr>
          <a:xfrm>
            <a:off x="7334077" y="3021367"/>
            <a:ext cx="3939324" cy="388247"/>
          </a:xfrm>
        </p:spPr>
        <p:txBody>
          <a:bodyPr lIns="0" tIns="0" rIns="0" bIns="0" anchor="t" anchorCtr="0">
            <a:noAutofit/>
          </a:bodyPr>
          <a:lstStyle>
            <a:lvl1pPr marL="0" indent="0">
              <a:lnSpc>
                <a:spcPct val="100000"/>
              </a:lnSpc>
              <a:buFontTx/>
              <a:buNone/>
              <a:defRPr sz="1200" b="0" i="0">
                <a:solidFill>
                  <a:srgbClr val="EEEEEE"/>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 Master text styles</a:t>
            </a:r>
          </a:p>
        </p:txBody>
      </p:sp>
      <p:sp>
        <p:nvSpPr>
          <p:cNvPr id="30" name="Text Placeholder 18">
            <a:extLst>
              <a:ext uri="{FF2B5EF4-FFF2-40B4-BE49-F238E27FC236}">
                <a16:creationId xmlns:a16="http://schemas.microsoft.com/office/drawing/2014/main" id="{C08CE7F7-77F0-C133-A0FC-B27FA04F2426}"/>
              </a:ext>
            </a:extLst>
          </p:cNvPr>
          <p:cNvSpPr>
            <a:spLocks noGrp="1"/>
          </p:cNvSpPr>
          <p:nvPr>
            <p:ph type="body" sz="quarter" idx="17"/>
          </p:nvPr>
        </p:nvSpPr>
        <p:spPr>
          <a:xfrm>
            <a:off x="7334077" y="3662095"/>
            <a:ext cx="3939324" cy="581780"/>
          </a:xfrm>
        </p:spPr>
        <p:txBody>
          <a:bodyPr lIns="0" tIns="0" rIns="0" bIns="0" anchor="t" anchorCtr="0">
            <a:noAutofit/>
          </a:bodyPr>
          <a:lstStyle>
            <a:lvl1pPr marL="0" indent="0">
              <a:lnSpc>
                <a:spcPct val="100000"/>
              </a:lnSpc>
              <a:buFontTx/>
              <a:buNone/>
              <a:defRPr sz="3200"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p>
        </p:txBody>
      </p:sp>
      <p:sp>
        <p:nvSpPr>
          <p:cNvPr id="31" name="Text Placeholder 18">
            <a:extLst>
              <a:ext uri="{FF2B5EF4-FFF2-40B4-BE49-F238E27FC236}">
                <a16:creationId xmlns:a16="http://schemas.microsoft.com/office/drawing/2014/main" id="{989A1656-735E-3206-8269-88E05E703AE8}"/>
              </a:ext>
            </a:extLst>
          </p:cNvPr>
          <p:cNvSpPr>
            <a:spLocks noGrp="1"/>
          </p:cNvSpPr>
          <p:nvPr>
            <p:ph type="body" sz="quarter" idx="18"/>
          </p:nvPr>
        </p:nvSpPr>
        <p:spPr>
          <a:xfrm>
            <a:off x="7334077" y="4267442"/>
            <a:ext cx="3939324" cy="388247"/>
          </a:xfrm>
        </p:spPr>
        <p:txBody>
          <a:bodyPr lIns="0" tIns="0" rIns="0" bIns="0" anchor="t" anchorCtr="0">
            <a:noAutofit/>
          </a:bodyPr>
          <a:lstStyle>
            <a:lvl1pPr marL="0" indent="0">
              <a:lnSpc>
                <a:spcPct val="100000"/>
              </a:lnSpc>
              <a:buFontTx/>
              <a:buNone/>
              <a:defRPr sz="1200" b="0" i="0">
                <a:solidFill>
                  <a:srgbClr val="EEEEEE"/>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 Master text styles</a:t>
            </a:r>
          </a:p>
        </p:txBody>
      </p:sp>
      <p:sp>
        <p:nvSpPr>
          <p:cNvPr id="32" name="Text Placeholder 18">
            <a:extLst>
              <a:ext uri="{FF2B5EF4-FFF2-40B4-BE49-F238E27FC236}">
                <a16:creationId xmlns:a16="http://schemas.microsoft.com/office/drawing/2014/main" id="{DB11151A-4C76-541B-BB30-7916D79A2CD9}"/>
              </a:ext>
            </a:extLst>
          </p:cNvPr>
          <p:cNvSpPr>
            <a:spLocks noGrp="1"/>
          </p:cNvSpPr>
          <p:nvPr>
            <p:ph type="body" sz="quarter" idx="19"/>
          </p:nvPr>
        </p:nvSpPr>
        <p:spPr>
          <a:xfrm>
            <a:off x="7334077" y="4921186"/>
            <a:ext cx="3939324" cy="581780"/>
          </a:xfrm>
        </p:spPr>
        <p:txBody>
          <a:bodyPr lIns="0" tIns="0" rIns="0" bIns="0" anchor="t" anchorCtr="0">
            <a:noAutofit/>
          </a:bodyPr>
          <a:lstStyle>
            <a:lvl1pPr marL="0" indent="0">
              <a:lnSpc>
                <a:spcPct val="100000"/>
              </a:lnSpc>
              <a:buFontTx/>
              <a:buNone/>
              <a:defRPr sz="3200"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p>
        </p:txBody>
      </p:sp>
      <p:sp>
        <p:nvSpPr>
          <p:cNvPr id="33" name="Text Placeholder 18">
            <a:extLst>
              <a:ext uri="{FF2B5EF4-FFF2-40B4-BE49-F238E27FC236}">
                <a16:creationId xmlns:a16="http://schemas.microsoft.com/office/drawing/2014/main" id="{369A7A89-A779-7ED2-8D4B-DCF8250D4B45}"/>
              </a:ext>
            </a:extLst>
          </p:cNvPr>
          <p:cNvSpPr>
            <a:spLocks noGrp="1"/>
          </p:cNvSpPr>
          <p:nvPr>
            <p:ph type="body" sz="quarter" idx="20"/>
          </p:nvPr>
        </p:nvSpPr>
        <p:spPr>
          <a:xfrm>
            <a:off x="7334077" y="5526533"/>
            <a:ext cx="3939324" cy="388247"/>
          </a:xfrm>
        </p:spPr>
        <p:txBody>
          <a:bodyPr lIns="0" tIns="0" rIns="0" bIns="0" anchor="t" anchorCtr="0">
            <a:noAutofit/>
          </a:bodyPr>
          <a:lstStyle>
            <a:lvl1pPr marL="0" indent="0">
              <a:lnSpc>
                <a:spcPct val="100000"/>
              </a:lnSpc>
              <a:buFontTx/>
              <a:buNone/>
              <a:defRPr sz="1200" b="0" i="0">
                <a:solidFill>
                  <a:srgbClr val="EEEEEE"/>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 Master text styles</a:t>
            </a:r>
          </a:p>
        </p:txBody>
      </p:sp>
      <p:graphicFrame>
        <p:nvGraphicFramePr>
          <p:cNvPr id="4" name="Chart 3">
            <a:extLst>
              <a:ext uri="{FF2B5EF4-FFF2-40B4-BE49-F238E27FC236}">
                <a16:creationId xmlns:a16="http://schemas.microsoft.com/office/drawing/2014/main" id="{A488D791-6A75-A93A-9522-D627B7E13E2A}"/>
              </a:ext>
            </a:extLst>
          </p:cNvPr>
          <p:cNvGraphicFramePr/>
          <p:nvPr userDrawn="1">
            <p:extLst>
              <p:ext uri="{D42A27DB-BD31-4B8C-83A1-F6EECF244321}">
                <p14:modId xmlns:p14="http://schemas.microsoft.com/office/powerpoint/2010/main" val="2766075105"/>
              </p:ext>
            </p:extLst>
          </p:nvPr>
        </p:nvGraphicFramePr>
        <p:xfrm>
          <a:off x="632751" y="2416020"/>
          <a:ext cx="6096000" cy="3499403"/>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FEA63D65-CA0D-20DA-603D-7ED86E41E7C7}"/>
              </a:ext>
            </a:extLst>
          </p:cNvPr>
          <p:cNvSpPr txBox="1"/>
          <p:nvPr userDrawn="1"/>
        </p:nvSpPr>
        <p:spPr>
          <a:xfrm>
            <a:off x="12837459" y="-779"/>
            <a:ext cx="2510117" cy="1077603"/>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Charts and graphs are built into</a:t>
            </a: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the presentation via Excel. </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To do so, enter the master page and use CTRL + left click on the chart to load data from your Excel sheet.</a:t>
            </a:r>
          </a:p>
        </p:txBody>
      </p:sp>
      <p:grpSp>
        <p:nvGrpSpPr>
          <p:cNvPr id="5" name="Group 4">
            <a:extLst>
              <a:ext uri="{FF2B5EF4-FFF2-40B4-BE49-F238E27FC236}">
                <a16:creationId xmlns:a16="http://schemas.microsoft.com/office/drawing/2014/main" id="{E6F058A2-E510-D764-7ACC-BAAA7F44E733}"/>
              </a:ext>
            </a:extLst>
          </p:cNvPr>
          <p:cNvGrpSpPr/>
          <p:nvPr userDrawn="1"/>
        </p:nvGrpSpPr>
        <p:grpSpPr>
          <a:xfrm>
            <a:off x="10609008" y="6203793"/>
            <a:ext cx="1111864" cy="408104"/>
            <a:chOff x="397414" y="755885"/>
            <a:chExt cx="2901256" cy="1064892"/>
          </a:xfrm>
        </p:grpSpPr>
        <p:grpSp>
          <p:nvGrpSpPr>
            <p:cNvPr id="8" name="Graphic 4">
              <a:extLst>
                <a:ext uri="{FF2B5EF4-FFF2-40B4-BE49-F238E27FC236}">
                  <a16:creationId xmlns:a16="http://schemas.microsoft.com/office/drawing/2014/main" id="{836EEAA3-CF22-CF75-E68B-2923012B1316}"/>
                </a:ext>
              </a:extLst>
            </p:cNvPr>
            <p:cNvGrpSpPr/>
            <p:nvPr/>
          </p:nvGrpSpPr>
          <p:grpSpPr>
            <a:xfrm>
              <a:off x="397414" y="755885"/>
              <a:ext cx="1031033" cy="1064892"/>
              <a:chOff x="397414" y="755885"/>
              <a:chExt cx="1031033" cy="1064892"/>
            </a:xfrm>
          </p:grpSpPr>
          <p:sp>
            <p:nvSpPr>
              <p:cNvPr id="43" name="Freeform 42">
                <a:extLst>
                  <a:ext uri="{FF2B5EF4-FFF2-40B4-BE49-F238E27FC236}">
                    <a16:creationId xmlns:a16="http://schemas.microsoft.com/office/drawing/2014/main" id="{03D0D102-4185-05FB-85FB-27FEBCF79806}"/>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44" name="Freeform 43">
                <a:extLst>
                  <a:ext uri="{FF2B5EF4-FFF2-40B4-BE49-F238E27FC236}">
                    <a16:creationId xmlns:a16="http://schemas.microsoft.com/office/drawing/2014/main" id="{302FCEA3-8C2B-4CDB-177E-BC14CB904372}"/>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45" name="Freeform 44">
                <a:extLst>
                  <a:ext uri="{FF2B5EF4-FFF2-40B4-BE49-F238E27FC236}">
                    <a16:creationId xmlns:a16="http://schemas.microsoft.com/office/drawing/2014/main" id="{4A0179D1-48F2-9C6D-D016-FB4EAE2824D4}"/>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10" name="Graphic 4">
              <a:extLst>
                <a:ext uri="{FF2B5EF4-FFF2-40B4-BE49-F238E27FC236}">
                  <a16:creationId xmlns:a16="http://schemas.microsoft.com/office/drawing/2014/main" id="{9A1F86C3-4A7F-F777-32AB-CBAB7D489A98}"/>
                </a:ext>
              </a:extLst>
            </p:cNvPr>
            <p:cNvGrpSpPr/>
            <p:nvPr/>
          </p:nvGrpSpPr>
          <p:grpSpPr>
            <a:xfrm>
              <a:off x="1208140" y="933050"/>
              <a:ext cx="2090530" cy="573060"/>
              <a:chOff x="1208140" y="933050"/>
              <a:chExt cx="2090530" cy="573060"/>
            </a:xfrm>
            <a:solidFill>
              <a:srgbClr val="333333"/>
            </a:solidFill>
          </p:grpSpPr>
          <p:sp>
            <p:nvSpPr>
              <p:cNvPr id="11" name="Freeform 10">
                <a:extLst>
                  <a:ext uri="{FF2B5EF4-FFF2-40B4-BE49-F238E27FC236}">
                    <a16:creationId xmlns:a16="http://schemas.microsoft.com/office/drawing/2014/main" id="{AC07F5A3-57FF-477F-D456-63733825BD85}"/>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2" name="Freeform 11">
                <a:extLst>
                  <a:ext uri="{FF2B5EF4-FFF2-40B4-BE49-F238E27FC236}">
                    <a16:creationId xmlns:a16="http://schemas.microsoft.com/office/drawing/2014/main" id="{66046FC4-A3F1-C06A-D161-341D82864CB7}"/>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972ED514-CCBA-3C42-3DDB-E82BBD077A04}"/>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B59A4474-5E2E-9195-B29E-E159A5A5FA35}"/>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9222FE71-CD75-6D5B-0AA6-C30C360CD686}"/>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7D9FAF49-760B-366C-9A1E-250E15113A19}"/>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3780F016-6F13-6261-FCB3-3DCE3CED848D}"/>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67BA5B0E-731F-CA48-513F-71E04F2845B2}"/>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43B6DC34-1539-E662-D455-D5A5B23DF93B}"/>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4" name="Freeform 33">
                <a:extLst>
                  <a:ext uri="{FF2B5EF4-FFF2-40B4-BE49-F238E27FC236}">
                    <a16:creationId xmlns:a16="http://schemas.microsoft.com/office/drawing/2014/main" id="{E732665F-CAE2-3C22-E2E9-1442701639FB}"/>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7B7929EF-8C65-6629-FAA7-004658DCEDA4}"/>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318A3A52-D105-4E3A-9847-B9D9DA6EE2C8}"/>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7" name="Freeform 36">
                <a:extLst>
                  <a:ext uri="{FF2B5EF4-FFF2-40B4-BE49-F238E27FC236}">
                    <a16:creationId xmlns:a16="http://schemas.microsoft.com/office/drawing/2014/main" id="{229344F7-8B86-951B-F7CA-068299447F2E}"/>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8" name="Freeform 37">
                <a:extLst>
                  <a:ext uri="{FF2B5EF4-FFF2-40B4-BE49-F238E27FC236}">
                    <a16:creationId xmlns:a16="http://schemas.microsoft.com/office/drawing/2014/main" id="{8386B27F-3280-8733-FFEA-6B2BDAFC3701}"/>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9" name="Freeform 38">
                <a:extLst>
                  <a:ext uri="{FF2B5EF4-FFF2-40B4-BE49-F238E27FC236}">
                    <a16:creationId xmlns:a16="http://schemas.microsoft.com/office/drawing/2014/main" id="{AB1F15CE-B256-1B2A-BA9E-BA32DFF2EFA3}"/>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0" name="Freeform 39">
                <a:extLst>
                  <a:ext uri="{FF2B5EF4-FFF2-40B4-BE49-F238E27FC236}">
                    <a16:creationId xmlns:a16="http://schemas.microsoft.com/office/drawing/2014/main" id="{8D670558-C761-1595-4348-696C93872997}"/>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1" name="Freeform 40">
                <a:extLst>
                  <a:ext uri="{FF2B5EF4-FFF2-40B4-BE49-F238E27FC236}">
                    <a16:creationId xmlns:a16="http://schemas.microsoft.com/office/drawing/2014/main" id="{DBD0462C-88B7-45BB-BE09-9862C178C6A8}"/>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2" name="Freeform 41">
                <a:extLst>
                  <a:ext uri="{FF2B5EF4-FFF2-40B4-BE49-F238E27FC236}">
                    <a16:creationId xmlns:a16="http://schemas.microsoft.com/office/drawing/2014/main" id="{3F8DF6A7-E698-93D2-4D46-7925783C7472}"/>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14" name="Text Placeholder 24">
            <a:extLst>
              <a:ext uri="{FF2B5EF4-FFF2-40B4-BE49-F238E27FC236}">
                <a16:creationId xmlns:a16="http://schemas.microsoft.com/office/drawing/2014/main" id="{13DB21EF-C495-C219-F513-F1F7AB4F70AF}"/>
              </a:ext>
            </a:extLst>
          </p:cNvPr>
          <p:cNvSpPr>
            <a:spLocks noGrp="1"/>
          </p:cNvSpPr>
          <p:nvPr>
            <p:ph type="body" sz="quarter" idx="14"/>
          </p:nvPr>
        </p:nvSpPr>
        <p:spPr>
          <a:xfrm>
            <a:off x="7180997" y="966143"/>
            <a:ext cx="4579203" cy="1131759"/>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pic>
        <p:nvPicPr>
          <p:cNvPr id="47" name="Graphic 46">
            <a:extLst>
              <a:ext uri="{FF2B5EF4-FFF2-40B4-BE49-F238E27FC236}">
                <a16:creationId xmlns:a16="http://schemas.microsoft.com/office/drawing/2014/main" id="{75541CCF-A73D-1C09-EB05-FE068BDB5F62}"/>
              </a:ext>
            </a:extLst>
          </p:cNvPr>
          <p:cNvPicPr>
            <a:picLocks/>
          </p:cNvPicPr>
          <p:nvPr userDrawn="1"/>
        </p:nvPicPr>
        <p:blipFill>
          <a:blip>
            <a:extLst>
              <a:ext uri="{96DAC541-7B7A-43D3-8B79-37D633B846F1}">
                <asvg:svgBlip xmlns:asvg="http://schemas.microsoft.com/office/drawing/2016/SVG/main" r:embed="rId3"/>
              </a:ext>
            </a:extLst>
          </a:blip>
          <a:stretch>
            <a:fillRect/>
          </a:stretch>
        </p:blipFill>
        <p:spPr>
          <a:xfrm>
            <a:off x="408000" y="408000"/>
            <a:ext cx="11400000" cy="192000"/>
          </a:xfrm>
          <a:prstGeom prst="rect">
            <a:avLst/>
          </a:prstGeom>
        </p:spPr>
      </p:pic>
      <p:sp>
        <p:nvSpPr>
          <p:cNvPr id="48" name="Slide Number Placeholder 5">
            <a:extLst>
              <a:ext uri="{FF2B5EF4-FFF2-40B4-BE49-F238E27FC236}">
                <a16:creationId xmlns:a16="http://schemas.microsoft.com/office/drawing/2014/main" id="{0E5CA0DD-6A57-937F-3033-CEC7F4D1E47B}"/>
              </a:ext>
            </a:extLst>
          </p:cNvPr>
          <p:cNvSpPr>
            <a:spLocks noGrp="1"/>
          </p:cNvSpPr>
          <p:nvPr>
            <p:ph type="sldNum" sz="quarter" idx="12"/>
          </p:nvPr>
        </p:nvSpPr>
        <p:spPr>
          <a:xfrm>
            <a:off x="11273400" y="402113"/>
            <a:ext cx="480000" cy="203143"/>
          </a:xfrm>
        </p:spPr>
        <p:txBody>
          <a:bodyPr/>
          <a:lstStyle>
            <a:lvl1pPr>
              <a:defRPr sz="800" b="0" i="0">
                <a:solidFill>
                  <a:schemeClr val="tx1"/>
                </a:solidFill>
                <a:latin typeface="Museo Sans 500" panose="02000000000000000000" pitchFamily="2" charset="77"/>
              </a:defRPr>
            </a:lvl1pPr>
          </a:lstStyle>
          <a:p>
            <a:fld id="{837EA21B-C1CD-FF4F-B5B3-C7F194F4D1C4}" type="slidenum">
              <a:rPr lang="en-US" smtClean="0"/>
              <a:pPr/>
              <a:t>‹#›</a:t>
            </a:fld>
            <a:endParaRPr lang="en-US"/>
          </a:p>
        </p:txBody>
      </p:sp>
      <p:sp>
        <p:nvSpPr>
          <p:cNvPr id="51" name="Text Placeholder 18">
            <a:extLst>
              <a:ext uri="{FF2B5EF4-FFF2-40B4-BE49-F238E27FC236}">
                <a16:creationId xmlns:a16="http://schemas.microsoft.com/office/drawing/2014/main" id="{B864DAB8-51EE-CB13-DFF3-C65DFA69821B}"/>
              </a:ext>
            </a:extLst>
          </p:cNvPr>
          <p:cNvSpPr>
            <a:spLocks noGrp="1"/>
          </p:cNvSpPr>
          <p:nvPr>
            <p:ph type="body" sz="quarter" idx="13" hasCustomPrompt="1"/>
          </p:nvPr>
        </p:nvSpPr>
        <p:spPr>
          <a:xfrm>
            <a:off x="408000" y="936001"/>
            <a:ext cx="5688000" cy="962247"/>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a:t>
            </a:r>
          </a:p>
        </p:txBody>
      </p:sp>
      <p:sp>
        <p:nvSpPr>
          <p:cNvPr id="52" name="Text Placeholder 24">
            <a:extLst>
              <a:ext uri="{FF2B5EF4-FFF2-40B4-BE49-F238E27FC236}">
                <a16:creationId xmlns:a16="http://schemas.microsoft.com/office/drawing/2014/main" id="{1F9B1DDA-AB2E-0358-9DAC-AACDE1CB0BED}"/>
              </a:ext>
            </a:extLst>
          </p:cNvPr>
          <p:cNvSpPr>
            <a:spLocks noGrp="1"/>
          </p:cNvSpPr>
          <p:nvPr>
            <p:ph type="body" sz="quarter" idx="26"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2" name="TextBox 1">
            <a:extLst>
              <a:ext uri="{FF2B5EF4-FFF2-40B4-BE49-F238E27FC236}">
                <a16:creationId xmlns:a16="http://schemas.microsoft.com/office/drawing/2014/main" id="{432B3DDB-90E6-0253-D5BE-C9B271E1D7BF}"/>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3" name="TextBox 2">
            <a:extLst>
              <a:ext uri="{FF2B5EF4-FFF2-40B4-BE49-F238E27FC236}">
                <a16:creationId xmlns:a16="http://schemas.microsoft.com/office/drawing/2014/main" id="{98129401-1CFE-A235-29E0-FB4AE3C9FEE4}"/>
              </a:ext>
            </a:extLst>
          </p:cNvPr>
          <p:cNvSpPr txBox="1"/>
          <p:nvPr userDrawn="1"/>
        </p:nvSpPr>
        <p:spPr>
          <a:xfrm>
            <a:off x="1515166" y="410216"/>
            <a:ext cx="1749197" cy="200055"/>
          </a:xfrm>
          <a:prstGeom prst="rect">
            <a:avLst/>
          </a:prstGeom>
          <a:noFill/>
        </p:spPr>
        <p:txBody>
          <a:bodyPr wrap="none" rtlCol="0">
            <a:spAutoFit/>
          </a:bodyPr>
          <a:lstStyle/>
          <a:p>
            <a:r>
              <a:rPr lang="en-US" sz="700"/>
              <a:t>Automation </a:t>
            </a:r>
            <a:r>
              <a:rPr lang="en-US" sz="700" err="1"/>
              <a:t>Anywhere’s</a:t>
            </a:r>
            <a:r>
              <a:rPr lang="en-US" sz="700"/>
              <a:t> APA Platform</a:t>
            </a:r>
          </a:p>
        </p:txBody>
      </p:sp>
    </p:spTree>
    <p:extLst>
      <p:ext uri="{BB962C8B-B14F-4D97-AF65-F5344CB8AC3E}">
        <p14:creationId xmlns:p14="http://schemas.microsoft.com/office/powerpoint/2010/main" val="288324062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Infographics B">
    <p:spTree>
      <p:nvGrpSpPr>
        <p:cNvPr id="1" name=""/>
        <p:cNvGrpSpPr/>
        <p:nvPr/>
      </p:nvGrpSpPr>
      <p:grpSpPr>
        <a:xfrm>
          <a:off x="0" y="0"/>
          <a:ext cx="0" cy="0"/>
          <a:chOff x="0" y="0"/>
          <a:chExt cx="0" cy="0"/>
        </a:xfrm>
      </p:grpSpPr>
      <p:sp>
        <p:nvSpPr>
          <p:cNvPr id="13" name="Rounded Rectangle 12">
            <a:extLst>
              <a:ext uri="{FF2B5EF4-FFF2-40B4-BE49-F238E27FC236}">
                <a16:creationId xmlns:a16="http://schemas.microsoft.com/office/drawing/2014/main" id="{C6705FCC-2E38-4007-4E4B-D04225A4C5D6}"/>
              </a:ext>
            </a:extLst>
          </p:cNvPr>
          <p:cNvSpPr/>
          <p:nvPr userDrawn="1"/>
        </p:nvSpPr>
        <p:spPr>
          <a:xfrm>
            <a:off x="5228094" y="1121834"/>
            <a:ext cx="6555905" cy="4801188"/>
          </a:xfrm>
          <a:prstGeom prst="roundRect">
            <a:avLst>
              <a:gd name="adj" fmla="val 2588"/>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graphicFrame>
        <p:nvGraphicFramePr>
          <p:cNvPr id="4" name="Chart 3">
            <a:extLst>
              <a:ext uri="{FF2B5EF4-FFF2-40B4-BE49-F238E27FC236}">
                <a16:creationId xmlns:a16="http://schemas.microsoft.com/office/drawing/2014/main" id="{DF8876E1-8EAA-D91F-C3D2-CB36758E4504}"/>
              </a:ext>
            </a:extLst>
          </p:cNvPr>
          <p:cNvGraphicFramePr/>
          <p:nvPr userDrawn="1">
            <p:extLst>
              <p:ext uri="{D42A27DB-BD31-4B8C-83A1-F6EECF244321}">
                <p14:modId xmlns:p14="http://schemas.microsoft.com/office/powerpoint/2010/main" val="3493522647"/>
              </p:ext>
            </p:extLst>
          </p:nvPr>
        </p:nvGraphicFramePr>
        <p:xfrm>
          <a:off x="5686153" y="1127089"/>
          <a:ext cx="5587215" cy="4609079"/>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82276302-7488-0DB5-379C-44EE02B46F28}"/>
              </a:ext>
            </a:extLst>
          </p:cNvPr>
          <p:cNvSpPr txBox="1"/>
          <p:nvPr userDrawn="1"/>
        </p:nvSpPr>
        <p:spPr>
          <a:xfrm>
            <a:off x="12837459" y="-779"/>
            <a:ext cx="2510117" cy="1077603"/>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Charts and graphs are built into</a:t>
            </a: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the presentation via Excel. </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To do so, enter the master page and use CTRL + left click on the chart to load data from your Excel sheet.</a:t>
            </a:r>
          </a:p>
        </p:txBody>
      </p:sp>
      <p:grpSp>
        <p:nvGrpSpPr>
          <p:cNvPr id="5" name="Group 4">
            <a:extLst>
              <a:ext uri="{FF2B5EF4-FFF2-40B4-BE49-F238E27FC236}">
                <a16:creationId xmlns:a16="http://schemas.microsoft.com/office/drawing/2014/main" id="{27D4B04B-8413-6BE9-BE8B-EE695AFA5F7C}"/>
              </a:ext>
            </a:extLst>
          </p:cNvPr>
          <p:cNvGrpSpPr/>
          <p:nvPr userDrawn="1"/>
        </p:nvGrpSpPr>
        <p:grpSpPr>
          <a:xfrm>
            <a:off x="10609008" y="6203793"/>
            <a:ext cx="1111864" cy="408104"/>
            <a:chOff x="397414" y="755885"/>
            <a:chExt cx="2901256" cy="1064892"/>
          </a:xfrm>
        </p:grpSpPr>
        <p:grpSp>
          <p:nvGrpSpPr>
            <p:cNvPr id="8" name="Graphic 4">
              <a:extLst>
                <a:ext uri="{FF2B5EF4-FFF2-40B4-BE49-F238E27FC236}">
                  <a16:creationId xmlns:a16="http://schemas.microsoft.com/office/drawing/2014/main" id="{9AB8E415-8060-E109-CFC8-EC024CF31233}"/>
                </a:ext>
              </a:extLst>
            </p:cNvPr>
            <p:cNvGrpSpPr/>
            <p:nvPr/>
          </p:nvGrpSpPr>
          <p:grpSpPr>
            <a:xfrm>
              <a:off x="397414" y="755885"/>
              <a:ext cx="1031033" cy="1064892"/>
              <a:chOff x="397414" y="755885"/>
              <a:chExt cx="1031033" cy="1064892"/>
            </a:xfrm>
          </p:grpSpPr>
          <p:sp>
            <p:nvSpPr>
              <p:cNvPr id="34" name="Freeform 33">
                <a:extLst>
                  <a:ext uri="{FF2B5EF4-FFF2-40B4-BE49-F238E27FC236}">
                    <a16:creationId xmlns:a16="http://schemas.microsoft.com/office/drawing/2014/main" id="{44830D72-F320-962E-1863-968077C43CF9}"/>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AA5EDA3C-FDCB-EAA4-8491-45D9225B59B1}"/>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E453B341-93F7-C39C-7CC6-2C0755FC4768}"/>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10" name="Graphic 4">
              <a:extLst>
                <a:ext uri="{FF2B5EF4-FFF2-40B4-BE49-F238E27FC236}">
                  <a16:creationId xmlns:a16="http://schemas.microsoft.com/office/drawing/2014/main" id="{34BF4543-BA96-FA3B-A715-B9E206F97AD5}"/>
                </a:ext>
              </a:extLst>
            </p:cNvPr>
            <p:cNvGrpSpPr/>
            <p:nvPr/>
          </p:nvGrpSpPr>
          <p:grpSpPr>
            <a:xfrm>
              <a:off x="1208140" y="933050"/>
              <a:ext cx="2090530" cy="573060"/>
              <a:chOff x="1208140" y="933050"/>
              <a:chExt cx="2090530" cy="573060"/>
            </a:xfrm>
            <a:solidFill>
              <a:srgbClr val="333333"/>
            </a:solidFill>
          </p:grpSpPr>
          <p:sp>
            <p:nvSpPr>
              <p:cNvPr id="11" name="Freeform 10">
                <a:extLst>
                  <a:ext uri="{FF2B5EF4-FFF2-40B4-BE49-F238E27FC236}">
                    <a16:creationId xmlns:a16="http://schemas.microsoft.com/office/drawing/2014/main" id="{C8249187-7280-7FC0-BA22-D65D54D0F021}"/>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2" name="Freeform 11">
                <a:extLst>
                  <a:ext uri="{FF2B5EF4-FFF2-40B4-BE49-F238E27FC236}">
                    <a16:creationId xmlns:a16="http://schemas.microsoft.com/office/drawing/2014/main" id="{6E6D30C1-534B-87F3-F9B5-EF9A49C4164F}"/>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FC236D73-B2E4-2C63-FD4B-EA1FD9B6A66F}"/>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6" name="Freeform 15">
                <a:extLst>
                  <a:ext uri="{FF2B5EF4-FFF2-40B4-BE49-F238E27FC236}">
                    <a16:creationId xmlns:a16="http://schemas.microsoft.com/office/drawing/2014/main" id="{2DF00C8C-98D8-9908-CE17-9849DC765188}"/>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C414DBC2-5B10-7025-7B8A-13DF4042D26A}"/>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6774CE70-86DC-CE20-F4F2-F1A8C9A5237C}"/>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483D7858-2A23-30CE-3EB8-1B0202D4E52E}"/>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4DC00E2D-1C2E-4943-CEB3-7664D7C0A725}"/>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B9A8D884-8B51-BA46-DF8B-B19A70357F7E}"/>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FDABF3E1-2C42-8579-0BCD-BA64F48BF27A}"/>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8C5C83A4-F53A-C441-6178-A70A8EDBFE51}"/>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46259709-BED5-57E2-6FC5-601D9A7F2E39}"/>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33273E3B-DC6D-5061-3928-CBFC20889A4D}"/>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E2E09445-AF97-C708-926F-9DFAED1F3419}"/>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40A9DBAF-755C-51D0-68DD-4B90302C8DC3}"/>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65E0656B-5DC1-97A9-BE7F-59368EEEE3F6}"/>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E9A6F94F-C0DE-A865-9366-E99890FBE161}"/>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869B2789-E6E2-357B-3D3F-D424E1F3B4C7}"/>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50" name="Text Placeholder 18">
            <a:extLst>
              <a:ext uri="{FF2B5EF4-FFF2-40B4-BE49-F238E27FC236}">
                <a16:creationId xmlns:a16="http://schemas.microsoft.com/office/drawing/2014/main" id="{960D71F0-1ECD-06D7-D5E5-25118A377F41}"/>
              </a:ext>
            </a:extLst>
          </p:cNvPr>
          <p:cNvSpPr>
            <a:spLocks noGrp="1"/>
          </p:cNvSpPr>
          <p:nvPr>
            <p:ph type="body" sz="quarter" idx="13" hasCustomPrompt="1"/>
          </p:nvPr>
        </p:nvSpPr>
        <p:spPr>
          <a:xfrm>
            <a:off x="408000" y="936001"/>
            <a:ext cx="4542256" cy="962247"/>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a:t>
            </a:r>
          </a:p>
        </p:txBody>
      </p:sp>
      <p:sp>
        <p:nvSpPr>
          <p:cNvPr id="51" name="Text Placeholder 24">
            <a:extLst>
              <a:ext uri="{FF2B5EF4-FFF2-40B4-BE49-F238E27FC236}">
                <a16:creationId xmlns:a16="http://schemas.microsoft.com/office/drawing/2014/main" id="{45C05456-0B34-9309-A2E0-194D014EF734}"/>
              </a:ext>
            </a:extLst>
          </p:cNvPr>
          <p:cNvSpPr>
            <a:spLocks noGrp="1"/>
          </p:cNvSpPr>
          <p:nvPr>
            <p:ph type="body" sz="quarter" idx="26" hasCustomPrompt="1"/>
          </p:nvPr>
        </p:nvSpPr>
        <p:spPr>
          <a:xfrm>
            <a:off x="408000" y="1892829"/>
            <a:ext cx="4542256"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pic>
        <p:nvPicPr>
          <p:cNvPr id="53" name="Graphic 52">
            <a:extLst>
              <a:ext uri="{FF2B5EF4-FFF2-40B4-BE49-F238E27FC236}">
                <a16:creationId xmlns:a16="http://schemas.microsoft.com/office/drawing/2014/main" id="{CEC84584-6022-087A-9E97-EF7355EFDD36}"/>
              </a:ext>
            </a:extLst>
          </p:cNvPr>
          <p:cNvPicPr>
            <a:picLocks/>
          </p:cNvPicPr>
          <p:nvPr userDrawn="1"/>
        </p:nvPicPr>
        <p:blipFill>
          <a:blip>
            <a:extLst>
              <a:ext uri="{96DAC541-7B7A-43D3-8B79-37D633B846F1}">
                <asvg:svgBlip xmlns:asvg="http://schemas.microsoft.com/office/drawing/2016/SVG/main" r:embed="rId3"/>
              </a:ext>
            </a:extLst>
          </a:blip>
          <a:stretch>
            <a:fillRect/>
          </a:stretch>
        </p:blipFill>
        <p:spPr>
          <a:xfrm>
            <a:off x="408000" y="408000"/>
            <a:ext cx="11400000" cy="192000"/>
          </a:xfrm>
          <a:prstGeom prst="rect">
            <a:avLst/>
          </a:prstGeom>
        </p:spPr>
      </p:pic>
      <p:sp>
        <p:nvSpPr>
          <p:cNvPr id="54" name="Slide Number Placeholder 5">
            <a:extLst>
              <a:ext uri="{FF2B5EF4-FFF2-40B4-BE49-F238E27FC236}">
                <a16:creationId xmlns:a16="http://schemas.microsoft.com/office/drawing/2014/main" id="{B87AA9F3-7A4A-F426-871E-2A3E8273E1E0}"/>
              </a:ext>
            </a:extLst>
          </p:cNvPr>
          <p:cNvSpPr>
            <a:spLocks noGrp="1"/>
          </p:cNvSpPr>
          <p:nvPr>
            <p:ph type="sldNum" sz="quarter" idx="12"/>
          </p:nvPr>
        </p:nvSpPr>
        <p:spPr>
          <a:xfrm>
            <a:off x="11273400" y="402113"/>
            <a:ext cx="480000" cy="203143"/>
          </a:xfrm>
        </p:spPr>
        <p:txBody>
          <a:bodyPr/>
          <a:lstStyle>
            <a:lvl1pPr>
              <a:defRPr sz="800" b="0" i="0">
                <a:solidFill>
                  <a:schemeClr val="tx1"/>
                </a:solidFill>
                <a:latin typeface="Museo Sans 500" panose="02000000000000000000" pitchFamily="2" charset="77"/>
              </a:defRPr>
            </a:lvl1pPr>
          </a:lstStyle>
          <a:p>
            <a:fld id="{837EA21B-C1CD-FF4F-B5B3-C7F194F4D1C4}" type="slidenum">
              <a:rPr lang="en-US" smtClean="0"/>
              <a:pPr/>
              <a:t>‹#›</a:t>
            </a:fld>
            <a:endParaRPr lang="en-US"/>
          </a:p>
        </p:txBody>
      </p:sp>
      <p:sp>
        <p:nvSpPr>
          <p:cNvPr id="57" name="Text Placeholder 24">
            <a:extLst>
              <a:ext uri="{FF2B5EF4-FFF2-40B4-BE49-F238E27FC236}">
                <a16:creationId xmlns:a16="http://schemas.microsoft.com/office/drawing/2014/main" id="{844AE8D8-7C0C-F238-1A08-560F41EB3714}"/>
              </a:ext>
            </a:extLst>
          </p:cNvPr>
          <p:cNvSpPr>
            <a:spLocks noGrp="1"/>
          </p:cNvSpPr>
          <p:nvPr>
            <p:ph type="body" sz="quarter" idx="14"/>
          </p:nvPr>
        </p:nvSpPr>
        <p:spPr>
          <a:xfrm>
            <a:off x="401616" y="2372829"/>
            <a:ext cx="4542256" cy="3528437"/>
          </a:xfrm>
        </p:spPr>
        <p:txBody>
          <a:bodyPr lIns="0" tIns="0" rIns="0" bIns="0">
            <a:noAutofit/>
          </a:bodyPr>
          <a:lstStyle>
            <a:lvl1pPr marL="0" indent="0">
              <a:lnSpc>
                <a:spcPts val="1867"/>
              </a:lnSpc>
              <a:buFontTx/>
              <a:buNone/>
              <a:defRPr sz="12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2" name="TextBox 1">
            <a:extLst>
              <a:ext uri="{FF2B5EF4-FFF2-40B4-BE49-F238E27FC236}">
                <a16:creationId xmlns:a16="http://schemas.microsoft.com/office/drawing/2014/main" id="{74282BF8-B0F6-D40E-863C-5CD1B87D53E7}"/>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3" name="TextBox 2">
            <a:extLst>
              <a:ext uri="{FF2B5EF4-FFF2-40B4-BE49-F238E27FC236}">
                <a16:creationId xmlns:a16="http://schemas.microsoft.com/office/drawing/2014/main" id="{2610E9CE-93C9-DC81-A5DF-1EE6278EDBE3}"/>
              </a:ext>
            </a:extLst>
          </p:cNvPr>
          <p:cNvSpPr txBox="1"/>
          <p:nvPr userDrawn="1"/>
        </p:nvSpPr>
        <p:spPr>
          <a:xfrm>
            <a:off x="1515166" y="410216"/>
            <a:ext cx="1749197" cy="200055"/>
          </a:xfrm>
          <a:prstGeom prst="rect">
            <a:avLst/>
          </a:prstGeom>
          <a:noFill/>
        </p:spPr>
        <p:txBody>
          <a:bodyPr wrap="none" rtlCol="0">
            <a:spAutoFit/>
          </a:bodyPr>
          <a:lstStyle/>
          <a:p>
            <a:r>
              <a:rPr lang="en-US" sz="700"/>
              <a:t>Automation </a:t>
            </a:r>
            <a:r>
              <a:rPr lang="en-US" sz="700" err="1"/>
              <a:t>Anywhere’s</a:t>
            </a:r>
            <a:r>
              <a:rPr lang="en-US" sz="700"/>
              <a:t> APA Platform</a:t>
            </a:r>
          </a:p>
        </p:txBody>
      </p:sp>
    </p:spTree>
    <p:extLst>
      <p:ext uri="{BB962C8B-B14F-4D97-AF65-F5344CB8AC3E}">
        <p14:creationId xmlns:p14="http://schemas.microsoft.com/office/powerpoint/2010/main" val="376832961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Infographics C">
    <p:spTree>
      <p:nvGrpSpPr>
        <p:cNvPr id="1" name=""/>
        <p:cNvGrpSpPr/>
        <p:nvPr/>
      </p:nvGrpSpPr>
      <p:grpSpPr>
        <a:xfrm>
          <a:off x="0" y="0"/>
          <a:ext cx="0" cy="0"/>
          <a:chOff x="0" y="0"/>
          <a:chExt cx="0" cy="0"/>
        </a:xfrm>
      </p:grpSpPr>
      <p:sp>
        <p:nvSpPr>
          <p:cNvPr id="13" name="Rounded Rectangle 12">
            <a:extLst>
              <a:ext uri="{FF2B5EF4-FFF2-40B4-BE49-F238E27FC236}">
                <a16:creationId xmlns:a16="http://schemas.microsoft.com/office/drawing/2014/main" id="{C6705FCC-2E38-4007-4E4B-D04225A4C5D6}"/>
              </a:ext>
            </a:extLst>
          </p:cNvPr>
          <p:cNvSpPr/>
          <p:nvPr userDrawn="1"/>
        </p:nvSpPr>
        <p:spPr>
          <a:xfrm>
            <a:off x="383117" y="1121834"/>
            <a:ext cx="11400883" cy="4779433"/>
          </a:xfrm>
          <a:prstGeom prst="roundRect">
            <a:avLst>
              <a:gd name="adj" fmla="val 2588"/>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graphicFrame>
        <p:nvGraphicFramePr>
          <p:cNvPr id="4" name="Chart 3">
            <a:extLst>
              <a:ext uri="{FF2B5EF4-FFF2-40B4-BE49-F238E27FC236}">
                <a16:creationId xmlns:a16="http://schemas.microsoft.com/office/drawing/2014/main" id="{4CF116FD-728E-0AF4-AA53-900CFE819F7B}"/>
              </a:ext>
            </a:extLst>
          </p:cNvPr>
          <p:cNvGraphicFramePr/>
          <p:nvPr userDrawn="1">
            <p:extLst>
              <p:ext uri="{D42A27DB-BD31-4B8C-83A1-F6EECF244321}">
                <p14:modId xmlns:p14="http://schemas.microsoft.com/office/powerpoint/2010/main" val="1293394837"/>
              </p:ext>
            </p:extLst>
          </p:nvPr>
        </p:nvGraphicFramePr>
        <p:xfrm>
          <a:off x="5686153" y="1127089"/>
          <a:ext cx="5587215" cy="470901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790F7AD8-4219-7F7E-66F2-41FD2DDF38B3}"/>
              </a:ext>
            </a:extLst>
          </p:cNvPr>
          <p:cNvGraphicFramePr/>
          <p:nvPr userDrawn="1">
            <p:extLst>
              <p:ext uri="{D42A27DB-BD31-4B8C-83A1-F6EECF244321}">
                <p14:modId xmlns:p14="http://schemas.microsoft.com/office/powerpoint/2010/main" val="3738985071"/>
              </p:ext>
            </p:extLst>
          </p:nvPr>
        </p:nvGraphicFramePr>
        <p:xfrm>
          <a:off x="632751" y="1731894"/>
          <a:ext cx="5262621" cy="3499403"/>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69972738-AA64-9FA0-9503-CCA9A3AAFA71}"/>
              </a:ext>
            </a:extLst>
          </p:cNvPr>
          <p:cNvSpPr txBox="1"/>
          <p:nvPr userDrawn="1"/>
        </p:nvSpPr>
        <p:spPr>
          <a:xfrm>
            <a:off x="12837459" y="-779"/>
            <a:ext cx="2510117" cy="1077603"/>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Charts and graphs are built into</a:t>
            </a: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the presentation via Excel. </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To do so, enter the master page and use CTRL + left click on the chart to load data from your Excel sheet.</a:t>
            </a:r>
          </a:p>
        </p:txBody>
      </p:sp>
      <p:grpSp>
        <p:nvGrpSpPr>
          <p:cNvPr id="8" name="Group 7">
            <a:extLst>
              <a:ext uri="{FF2B5EF4-FFF2-40B4-BE49-F238E27FC236}">
                <a16:creationId xmlns:a16="http://schemas.microsoft.com/office/drawing/2014/main" id="{E42AB860-338D-C9C6-DAE3-AD25FD7AD6B5}"/>
              </a:ext>
            </a:extLst>
          </p:cNvPr>
          <p:cNvGrpSpPr/>
          <p:nvPr userDrawn="1"/>
        </p:nvGrpSpPr>
        <p:grpSpPr>
          <a:xfrm>
            <a:off x="10609008" y="6203793"/>
            <a:ext cx="1111864" cy="408104"/>
            <a:chOff x="397414" y="755885"/>
            <a:chExt cx="2901256" cy="1064892"/>
          </a:xfrm>
        </p:grpSpPr>
        <p:grpSp>
          <p:nvGrpSpPr>
            <p:cNvPr id="10" name="Graphic 4">
              <a:extLst>
                <a:ext uri="{FF2B5EF4-FFF2-40B4-BE49-F238E27FC236}">
                  <a16:creationId xmlns:a16="http://schemas.microsoft.com/office/drawing/2014/main" id="{7505E951-8480-545C-0477-E4ABAD3CC6C7}"/>
                </a:ext>
              </a:extLst>
            </p:cNvPr>
            <p:cNvGrpSpPr/>
            <p:nvPr/>
          </p:nvGrpSpPr>
          <p:grpSpPr>
            <a:xfrm>
              <a:off x="397414" y="755885"/>
              <a:ext cx="1031033" cy="1064892"/>
              <a:chOff x="397414" y="755885"/>
              <a:chExt cx="1031033" cy="1064892"/>
            </a:xfrm>
          </p:grpSpPr>
          <p:sp>
            <p:nvSpPr>
              <p:cNvPr id="33" name="Freeform 32">
                <a:extLst>
                  <a:ext uri="{FF2B5EF4-FFF2-40B4-BE49-F238E27FC236}">
                    <a16:creationId xmlns:a16="http://schemas.microsoft.com/office/drawing/2014/main" id="{70B8E504-3553-35E4-17F7-8646A3CCFBEA}"/>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4" name="Freeform 33">
                <a:extLst>
                  <a:ext uri="{FF2B5EF4-FFF2-40B4-BE49-F238E27FC236}">
                    <a16:creationId xmlns:a16="http://schemas.microsoft.com/office/drawing/2014/main" id="{EA0053BC-0816-8564-D024-2E7540ABB376}"/>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9B8D3EA7-0F4C-D35E-A458-287ED0E3F962}"/>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11" name="Graphic 4">
              <a:extLst>
                <a:ext uri="{FF2B5EF4-FFF2-40B4-BE49-F238E27FC236}">
                  <a16:creationId xmlns:a16="http://schemas.microsoft.com/office/drawing/2014/main" id="{FDB89914-7E76-FBB1-4695-CA78C4ECDDB5}"/>
                </a:ext>
              </a:extLst>
            </p:cNvPr>
            <p:cNvGrpSpPr/>
            <p:nvPr/>
          </p:nvGrpSpPr>
          <p:grpSpPr>
            <a:xfrm>
              <a:off x="1208140" y="933050"/>
              <a:ext cx="2090530" cy="573060"/>
              <a:chOff x="1208140" y="933050"/>
              <a:chExt cx="2090530" cy="573060"/>
            </a:xfrm>
            <a:solidFill>
              <a:srgbClr val="333333"/>
            </a:solidFill>
          </p:grpSpPr>
          <p:sp>
            <p:nvSpPr>
              <p:cNvPr id="12" name="Freeform 11">
                <a:extLst>
                  <a:ext uri="{FF2B5EF4-FFF2-40B4-BE49-F238E27FC236}">
                    <a16:creationId xmlns:a16="http://schemas.microsoft.com/office/drawing/2014/main" id="{DF9C8A7A-B75C-7C50-325E-E08A236CC8D7}"/>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5CCD3B64-F9B5-FB9D-B759-FFEB49A93961}"/>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6" name="Freeform 15">
                <a:extLst>
                  <a:ext uri="{FF2B5EF4-FFF2-40B4-BE49-F238E27FC236}">
                    <a16:creationId xmlns:a16="http://schemas.microsoft.com/office/drawing/2014/main" id="{6AD671E9-B274-5E3B-AFDB-8C328ED45B7F}"/>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8D94DC20-F049-C9C1-44C7-48B3CF0BE6B5}"/>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6F7E70DF-F66A-D16A-C48A-242B3116D1EC}"/>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4C01936D-F045-B9B3-288A-7EC39B8CE50C}"/>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87AC12CB-396A-667B-5CC0-E04E307CE0A3}"/>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82B5548C-B69D-ED09-4599-0C1473BD479F}"/>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FF93B351-DC16-F8F6-DAA3-7D7686C46B7A}"/>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59013E23-6739-99C7-9DF8-10441BC59744}"/>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A7590516-2DE8-C4CF-97EE-60374517C72F}"/>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5" name="Freeform 24">
                <a:extLst>
                  <a:ext uri="{FF2B5EF4-FFF2-40B4-BE49-F238E27FC236}">
                    <a16:creationId xmlns:a16="http://schemas.microsoft.com/office/drawing/2014/main" id="{B97C36B8-35F9-4E3B-2593-110487173B85}"/>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E9EA39B4-1A60-ECCB-B466-B8334BBB6956}"/>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4E1ED7C5-3E05-8C16-A049-4993ECA95DF6}"/>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6BDDC249-8003-D792-6F02-FA477581DBF1}"/>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FC261E02-B66F-4160-4F7D-4B8A3DEB249D}"/>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D9E41B9D-6F06-E77D-ECBB-5AED0C5F365A}"/>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1BEB52F3-BC3C-3DA0-DC7D-A602873B92F9}"/>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pic>
        <p:nvPicPr>
          <p:cNvPr id="36" name="Graphic 35">
            <a:extLst>
              <a:ext uri="{FF2B5EF4-FFF2-40B4-BE49-F238E27FC236}">
                <a16:creationId xmlns:a16="http://schemas.microsoft.com/office/drawing/2014/main" id="{BF345594-89B0-2639-4B79-50AD3FBEB9F6}"/>
              </a:ext>
            </a:extLst>
          </p:cNvPr>
          <p:cNvPicPr>
            <a:picLocks/>
          </p:cNvPicPr>
          <p:nvPr userDrawn="1"/>
        </p:nvPicPr>
        <p:blipFill>
          <a:blip>
            <a:extLst>
              <a:ext uri="{96DAC541-7B7A-43D3-8B79-37D633B846F1}">
                <asvg:svgBlip xmlns:asvg="http://schemas.microsoft.com/office/drawing/2016/SVG/main" r:embed="rId4"/>
              </a:ext>
            </a:extLst>
          </a:blip>
          <a:stretch>
            <a:fillRect/>
          </a:stretch>
        </p:blipFill>
        <p:spPr>
          <a:xfrm>
            <a:off x="408000" y="408000"/>
            <a:ext cx="11400000" cy="192000"/>
          </a:xfrm>
          <a:prstGeom prst="rect">
            <a:avLst/>
          </a:prstGeom>
        </p:spPr>
      </p:pic>
      <p:sp>
        <p:nvSpPr>
          <p:cNvPr id="37" name="Slide Number Placeholder 5">
            <a:extLst>
              <a:ext uri="{FF2B5EF4-FFF2-40B4-BE49-F238E27FC236}">
                <a16:creationId xmlns:a16="http://schemas.microsoft.com/office/drawing/2014/main" id="{F8954A1E-E25F-4D66-C088-18DFB088780C}"/>
              </a:ext>
            </a:extLst>
          </p:cNvPr>
          <p:cNvSpPr>
            <a:spLocks noGrp="1"/>
          </p:cNvSpPr>
          <p:nvPr>
            <p:ph type="sldNum" sz="quarter" idx="12"/>
          </p:nvPr>
        </p:nvSpPr>
        <p:spPr>
          <a:xfrm>
            <a:off x="11273400" y="402113"/>
            <a:ext cx="480000" cy="203143"/>
          </a:xfrm>
        </p:spPr>
        <p:txBody>
          <a:bodyPr/>
          <a:lstStyle>
            <a:lvl1pPr>
              <a:defRPr sz="800" b="0" i="0">
                <a:solidFill>
                  <a:schemeClr val="tx1"/>
                </a:solidFill>
                <a:latin typeface="Museo Sans 500" panose="02000000000000000000" pitchFamily="2" charset="77"/>
              </a:defRPr>
            </a:lvl1pPr>
          </a:lstStyle>
          <a:p>
            <a:fld id="{837EA21B-C1CD-FF4F-B5B3-C7F194F4D1C4}" type="slidenum">
              <a:rPr lang="en-US" smtClean="0"/>
              <a:pPr/>
              <a:t>‹#›</a:t>
            </a:fld>
            <a:endParaRPr lang="en-US"/>
          </a:p>
        </p:txBody>
      </p:sp>
      <p:sp>
        <p:nvSpPr>
          <p:cNvPr id="2" name="TextBox 1">
            <a:extLst>
              <a:ext uri="{FF2B5EF4-FFF2-40B4-BE49-F238E27FC236}">
                <a16:creationId xmlns:a16="http://schemas.microsoft.com/office/drawing/2014/main" id="{50EDB712-BE1C-A961-23D4-B43760BE8318}"/>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3" name="TextBox 2">
            <a:extLst>
              <a:ext uri="{FF2B5EF4-FFF2-40B4-BE49-F238E27FC236}">
                <a16:creationId xmlns:a16="http://schemas.microsoft.com/office/drawing/2014/main" id="{B3F18A7A-3A14-8CF0-6672-17359350A175}"/>
              </a:ext>
            </a:extLst>
          </p:cNvPr>
          <p:cNvSpPr txBox="1"/>
          <p:nvPr userDrawn="1"/>
        </p:nvSpPr>
        <p:spPr>
          <a:xfrm>
            <a:off x="1515166" y="410216"/>
            <a:ext cx="1749197" cy="200055"/>
          </a:xfrm>
          <a:prstGeom prst="rect">
            <a:avLst/>
          </a:prstGeom>
          <a:noFill/>
        </p:spPr>
        <p:txBody>
          <a:bodyPr wrap="none" rtlCol="0">
            <a:spAutoFit/>
          </a:bodyPr>
          <a:lstStyle/>
          <a:p>
            <a:r>
              <a:rPr lang="en-US" sz="700"/>
              <a:t>Automation </a:t>
            </a:r>
            <a:r>
              <a:rPr lang="en-US" sz="700" err="1"/>
              <a:t>Anywhere’s</a:t>
            </a:r>
            <a:r>
              <a:rPr lang="en-US" sz="700"/>
              <a:t> APA Platform</a:t>
            </a:r>
          </a:p>
        </p:txBody>
      </p:sp>
    </p:spTree>
    <p:extLst>
      <p:ext uri="{BB962C8B-B14F-4D97-AF65-F5344CB8AC3E}">
        <p14:creationId xmlns:p14="http://schemas.microsoft.com/office/powerpoint/2010/main" val="25149670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Infographics D">
    <p:spTree>
      <p:nvGrpSpPr>
        <p:cNvPr id="1" name=""/>
        <p:cNvGrpSpPr/>
        <p:nvPr/>
      </p:nvGrpSpPr>
      <p:grpSpPr>
        <a:xfrm>
          <a:off x="0" y="0"/>
          <a:ext cx="0" cy="0"/>
          <a:chOff x="0" y="0"/>
          <a:chExt cx="0" cy="0"/>
        </a:xfrm>
      </p:grpSpPr>
      <p:sp>
        <p:nvSpPr>
          <p:cNvPr id="13" name="Rounded Rectangle 12">
            <a:extLst>
              <a:ext uri="{FF2B5EF4-FFF2-40B4-BE49-F238E27FC236}">
                <a16:creationId xmlns:a16="http://schemas.microsoft.com/office/drawing/2014/main" id="{C6705FCC-2E38-4007-4E4B-D04225A4C5D6}"/>
              </a:ext>
            </a:extLst>
          </p:cNvPr>
          <p:cNvSpPr/>
          <p:nvPr userDrawn="1"/>
        </p:nvSpPr>
        <p:spPr>
          <a:xfrm>
            <a:off x="408000" y="2384543"/>
            <a:ext cx="11376000" cy="3516725"/>
          </a:xfrm>
          <a:prstGeom prst="roundRect">
            <a:avLst>
              <a:gd name="adj" fmla="val 2588"/>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0" i="0">
              <a:latin typeface="Museo Sans 500" panose="02000000000000000000" pitchFamily="2" charset="77"/>
            </a:endParaRPr>
          </a:p>
        </p:txBody>
      </p:sp>
      <p:sp>
        <p:nvSpPr>
          <p:cNvPr id="16" name="Text Placeholder 24">
            <a:extLst>
              <a:ext uri="{FF2B5EF4-FFF2-40B4-BE49-F238E27FC236}">
                <a16:creationId xmlns:a16="http://schemas.microsoft.com/office/drawing/2014/main" id="{9C16330C-ADA4-EE5B-C14F-B1FA026D5A07}"/>
              </a:ext>
            </a:extLst>
          </p:cNvPr>
          <p:cNvSpPr>
            <a:spLocks noGrp="1"/>
          </p:cNvSpPr>
          <p:nvPr>
            <p:ph type="body" sz="quarter" idx="15" hasCustomPrompt="1"/>
          </p:nvPr>
        </p:nvSpPr>
        <p:spPr>
          <a:xfrm>
            <a:off x="2076460" y="4447585"/>
            <a:ext cx="1981857" cy="303332"/>
          </a:xfrm>
        </p:spPr>
        <p:txBody>
          <a:bodyPr lIns="0" tIns="0" rIns="0" bIns="0">
            <a:noAutofit/>
          </a:bodyPr>
          <a:lstStyle>
            <a:lvl1pPr marL="0" indent="0">
              <a:lnSpc>
                <a:spcPts val="1867"/>
              </a:lnSpc>
              <a:buFontTx/>
              <a:buNone/>
              <a:defRPr sz="1600" b="1" i="0">
                <a:solidFill>
                  <a:schemeClr val="tx1"/>
                </a:solidFill>
                <a:latin typeface="Museo Sans 9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Stat Here</a:t>
            </a:r>
          </a:p>
        </p:txBody>
      </p:sp>
      <p:sp>
        <p:nvSpPr>
          <p:cNvPr id="17" name="Text Placeholder 24">
            <a:extLst>
              <a:ext uri="{FF2B5EF4-FFF2-40B4-BE49-F238E27FC236}">
                <a16:creationId xmlns:a16="http://schemas.microsoft.com/office/drawing/2014/main" id="{357B6732-2637-687F-6FBF-AB1F57DB6982}"/>
              </a:ext>
            </a:extLst>
          </p:cNvPr>
          <p:cNvSpPr>
            <a:spLocks noGrp="1"/>
          </p:cNvSpPr>
          <p:nvPr>
            <p:ph type="body" sz="quarter" idx="16"/>
          </p:nvPr>
        </p:nvSpPr>
        <p:spPr>
          <a:xfrm>
            <a:off x="2076460" y="4786949"/>
            <a:ext cx="1981857" cy="946308"/>
          </a:xfrm>
        </p:spPr>
        <p:txBody>
          <a:bodyPr lIns="0" tIns="0" rIns="0" bIns="0">
            <a:noAutofit/>
          </a:bodyPr>
          <a:lstStyle>
            <a:lvl1pPr marL="0" indent="0">
              <a:lnSpc>
                <a:spcPct val="100000"/>
              </a:lnSpc>
              <a:buFontTx/>
              <a:buNone/>
              <a:defRPr sz="1200" b="0" i="0">
                <a:solidFill>
                  <a:schemeClr val="tx1"/>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18" name="Text Placeholder 24">
            <a:extLst>
              <a:ext uri="{FF2B5EF4-FFF2-40B4-BE49-F238E27FC236}">
                <a16:creationId xmlns:a16="http://schemas.microsoft.com/office/drawing/2014/main" id="{1DDBF025-33FD-0DCD-6B4D-E09F599D2ABF}"/>
              </a:ext>
            </a:extLst>
          </p:cNvPr>
          <p:cNvSpPr>
            <a:spLocks noGrp="1"/>
          </p:cNvSpPr>
          <p:nvPr>
            <p:ph type="body" sz="quarter" idx="17" hasCustomPrompt="1"/>
          </p:nvPr>
        </p:nvSpPr>
        <p:spPr>
          <a:xfrm>
            <a:off x="5658645" y="4447585"/>
            <a:ext cx="1981857" cy="303332"/>
          </a:xfrm>
        </p:spPr>
        <p:txBody>
          <a:bodyPr lIns="0" tIns="0" rIns="0" bIns="0">
            <a:noAutofit/>
          </a:bodyPr>
          <a:lstStyle>
            <a:lvl1pPr marL="0" indent="0">
              <a:lnSpc>
                <a:spcPts val="1867"/>
              </a:lnSpc>
              <a:buFontTx/>
              <a:buNone/>
              <a:defRPr sz="1600" b="1" i="0">
                <a:solidFill>
                  <a:schemeClr val="tx1"/>
                </a:solidFill>
                <a:latin typeface="Museo Sans 9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Stat Here</a:t>
            </a:r>
          </a:p>
        </p:txBody>
      </p:sp>
      <p:sp>
        <p:nvSpPr>
          <p:cNvPr id="20" name="Text Placeholder 24">
            <a:extLst>
              <a:ext uri="{FF2B5EF4-FFF2-40B4-BE49-F238E27FC236}">
                <a16:creationId xmlns:a16="http://schemas.microsoft.com/office/drawing/2014/main" id="{C2E82740-126D-29DA-BF32-E69D574B95A1}"/>
              </a:ext>
            </a:extLst>
          </p:cNvPr>
          <p:cNvSpPr>
            <a:spLocks noGrp="1"/>
          </p:cNvSpPr>
          <p:nvPr>
            <p:ph type="body" sz="quarter" idx="18"/>
          </p:nvPr>
        </p:nvSpPr>
        <p:spPr>
          <a:xfrm>
            <a:off x="5658645" y="4786949"/>
            <a:ext cx="1981857" cy="946308"/>
          </a:xfrm>
        </p:spPr>
        <p:txBody>
          <a:bodyPr lIns="0" tIns="0" rIns="0" bIns="0">
            <a:noAutofit/>
          </a:bodyPr>
          <a:lstStyle>
            <a:lvl1pPr marL="0" indent="0">
              <a:lnSpc>
                <a:spcPct val="100000"/>
              </a:lnSpc>
              <a:buFontTx/>
              <a:buNone/>
              <a:defRPr sz="1200" b="0" i="0">
                <a:solidFill>
                  <a:schemeClr val="tx1"/>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21" name="Text Placeholder 24">
            <a:extLst>
              <a:ext uri="{FF2B5EF4-FFF2-40B4-BE49-F238E27FC236}">
                <a16:creationId xmlns:a16="http://schemas.microsoft.com/office/drawing/2014/main" id="{8B7997B8-3E0F-FA1F-7E9E-844BD26EB36F}"/>
              </a:ext>
            </a:extLst>
          </p:cNvPr>
          <p:cNvSpPr>
            <a:spLocks noGrp="1"/>
          </p:cNvSpPr>
          <p:nvPr>
            <p:ph type="body" sz="quarter" idx="19" hasCustomPrompt="1"/>
          </p:nvPr>
        </p:nvSpPr>
        <p:spPr>
          <a:xfrm>
            <a:off x="9090001" y="4447585"/>
            <a:ext cx="1981857" cy="303332"/>
          </a:xfrm>
        </p:spPr>
        <p:txBody>
          <a:bodyPr lIns="0" tIns="0" rIns="0" bIns="0">
            <a:noAutofit/>
          </a:bodyPr>
          <a:lstStyle>
            <a:lvl1pPr marL="0" indent="0">
              <a:lnSpc>
                <a:spcPts val="1867"/>
              </a:lnSpc>
              <a:buFontTx/>
              <a:buNone/>
              <a:defRPr sz="1600" b="1" i="0">
                <a:solidFill>
                  <a:schemeClr val="tx1"/>
                </a:solidFill>
                <a:latin typeface="Museo Sans 9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Stat Here</a:t>
            </a:r>
          </a:p>
        </p:txBody>
      </p:sp>
      <p:sp>
        <p:nvSpPr>
          <p:cNvPr id="22" name="Text Placeholder 24">
            <a:extLst>
              <a:ext uri="{FF2B5EF4-FFF2-40B4-BE49-F238E27FC236}">
                <a16:creationId xmlns:a16="http://schemas.microsoft.com/office/drawing/2014/main" id="{AD455088-70B0-AEE9-56D7-E4CCE2024EBB}"/>
              </a:ext>
            </a:extLst>
          </p:cNvPr>
          <p:cNvSpPr>
            <a:spLocks noGrp="1"/>
          </p:cNvSpPr>
          <p:nvPr>
            <p:ph type="body" sz="quarter" idx="20"/>
          </p:nvPr>
        </p:nvSpPr>
        <p:spPr>
          <a:xfrm>
            <a:off x="9090001" y="4786949"/>
            <a:ext cx="1981857" cy="946308"/>
          </a:xfrm>
        </p:spPr>
        <p:txBody>
          <a:bodyPr lIns="0" tIns="0" rIns="0" bIns="0">
            <a:noAutofit/>
          </a:bodyPr>
          <a:lstStyle>
            <a:lvl1pPr marL="0" indent="0">
              <a:lnSpc>
                <a:spcPct val="100000"/>
              </a:lnSpc>
              <a:buFontTx/>
              <a:buNone/>
              <a:defRPr sz="1200" b="0" i="0">
                <a:solidFill>
                  <a:schemeClr val="tx1"/>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pic>
        <p:nvPicPr>
          <p:cNvPr id="4" name="Graphic 3">
            <a:extLst>
              <a:ext uri="{FF2B5EF4-FFF2-40B4-BE49-F238E27FC236}">
                <a16:creationId xmlns:a16="http://schemas.microsoft.com/office/drawing/2014/main" id="{A710A470-F477-1C34-2165-082A82B800F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13493" y="2646355"/>
            <a:ext cx="2083275" cy="1966612"/>
          </a:xfrm>
          <a:prstGeom prst="rect">
            <a:avLst/>
          </a:prstGeom>
        </p:spPr>
      </p:pic>
      <p:sp>
        <p:nvSpPr>
          <p:cNvPr id="5" name="TextBox 4">
            <a:extLst>
              <a:ext uri="{FF2B5EF4-FFF2-40B4-BE49-F238E27FC236}">
                <a16:creationId xmlns:a16="http://schemas.microsoft.com/office/drawing/2014/main" id="{374E3BB8-FECA-4EEF-3BB6-2A0B05C231C7}"/>
              </a:ext>
            </a:extLst>
          </p:cNvPr>
          <p:cNvSpPr txBox="1"/>
          <p:nvPr userDrawn="1"/>
        </p:nvSpPr>
        <p:spPr>
          <a:xfrm>
            <a:off x="1816608" y="2646356"/>
            <a:ext cx="902208" cy="514493"/>
          </a:xfrm>
          <a:prstGeom prst="rect">
            <a:avLst/>
          </a:prstGeom>
          <a:noFill/>
        </p:spPr>
        <p:txBody>
          <a:bodyPr wrap="square" lIns="0" tIns="0" rIns="0" bIns="0" rtlCol="0" anchor="ctr" anchorCtr="0">
            <a:noAutofit/>
          </a:bodyPr>
          <a:lstStyle/>
          <a:p>
            <a:r>
              <a:rPr lang="en-US" sz="2133" b="1">
                <a:solidFill>
                  <a:schemeClr val="bg1"/>
                </a:solidFill>
                <a:latin typeface="Museo Sans 900" panose="02000000000000000000" pitchFamily="2" charset="77"/>
              </a:rPr>
              <a:t>01</a:t>
            </a:r>
          </a:p>
        </p:txBody>
      </p:sp>
      <p:pic>
        <p:nvPicPr>
          <p:cNvPr id="8" name="Graphic 7">
            <a:extLst>
              <a:ext uri="{FF2B5EF4-FFF2-40B4-BE49-F238E27FC236}">
                <a16:creationId xmlns:a16="http://schemas.microsoft.com/office/drawing/2014/main" id="{A27926D9-E135-7A15-21F5-4141FA7B1D9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22325" y="2646355"/>
            <a:ext cx="2083275" cy="1966612"/>
          </a:xfrm>
          <a:prstGeom prst="rect">
            <a:avLst/>
          </a:prstGeom>
        </p:spPr>
      </p:pic>
      <p:sp>
        <p:nvSpPr>
          <p:cNvPr id="9" name="TextBox 8">
            <a:extLst>
              <a:ext uri="{FF2B5EF4-FFF2-40B4-BE49-F238E27FC236}">
                <a16:creationId xmlns:a16="http://schemas.microsoft.com/office/drawing/2014/main" id="{CAE58D80-0405-2B99-85C7-40BFF705D07D}"/>
              </a:ext>
            </a:extLst>
          </p:cNvPr>
          <p:cNvSpPr txBox="1"/>
          <p:nvPr userDrawn="1"/>
        </p:nvSpPr>
        <p:spPr>
          <a:xfrm>
            <a:off x="5425440" y="2646356"/>
            <a:ext cx="902208" cy="514493"/>
          </a:xfrm>
          <a:prstGeom prst="rect">
            <a:avLst/>
          </a:prstGeom>
          <a:noFill/>
        </p:spPr>
        <p:txBody>
          <a:bodyPr wrap="square" lIns="0" tIns="0" rIns="0" bIns="0" rtlCol="0" anchor="ctr" anchorCtr="0">
            <a:noAutofit/>
          </a:bodyPr>
          <a:lstStyle/>
          <a:p>
            <a:r>
              <a:rPr lang="en-US" sz="2133" b="1">
                <a:solidFill>
                  <a:schemeClr val="bg1"/>
                </a:solidFill>
                <a:latin typeface="Museo Sans 900" panose="02000000000000000000" pitchFamily="2" charset="77"/>
              </a:rPr>
              <a:t>02</a:t>
            </a:r>
          </a:p>
        </p:txBody>
      </p:sp>
      <p:pic>
        <p:nvPicPr>
          <p:cNvPr id="10" name="Graphic 9">
            <a:extLst>
              <a:ext uri="{FF2B5EF4-FFF2-40B4-BE49-F238E27FC236}">
                <a16:creationId xmlns:a16="http://schemas.microsoft.com/office/drawing/2014/main" id="{6783DF3D-F77F-C44C-2211-EF80B604BD7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048277" y="2646355"/>
            <a:ext cx="2083275" cy="1966612"/>
          </a:xfrm>
          <a:prstGeom prst="rect">
            <a:avLst/>
          </a:prstGeom>
        </p:spPr>
      </p:pic>
      <p:sp>
        <p:nvSpPr>
          <p:cNvPr id="11" name="TextBox 10">
            <a:extLst>
              <a:ext uri="{FF2B5EF4-FFF2-40B4-BE49-F238E27FC236}">
                <a16:creationId xmlns:a16="http://schemas.microsoft.com/office/drawing/2014/main" id="{8222A332-0126-2995-D2EE-D30324CA6475}"/>
              </a:ext>
            </a:extLst>
          </p:cNvPr>
          <p:cNvSpPr txBox="1"/>
          <p:nvPr userDrawn="1"/>
        </p:nvSpPr>
        <p:spPr>
          <a:xfrm>
            <a:off x="8851392" y="2646356"/>
            <a:ext cx="902208" cy="514493"/>
          </a:xfrm>
          <a:prstGeom prst="rect">
            <a:avLst/>
          </a:prstGeom>
          <a:noFill/>
        </p:spPr>
        <p:txBody>
          <a:bodyPr wrap="square" lIns="0" tIns="0" rIns="0" bIns="0" rtlCol="0" anchor="ctr" anchorCtr="0">
            <a:noAutofit/>
          </a:bodyPr>
          <a:lstStyle/>
          <a:p>
            <a:r>
              <a:rPr lang="en-US" sz="2133" b="1">
                <a:solidFill>
                  <a:schemeClr val="bg1"/>
                </a:solidFill>
                <a:latin typeface="Museo Sans 900" panose="02000000000000000000" pitchFamily="2" charset="77"/>
              </a:rPr>
              <a:t>03</a:t>
            </a:r>
          </a:p>
        </p:txBody>
      </p:sp>
      <p:sp>
        <p:nvSpPr>
          <p:cNvPr id="12" name="TextBox 11">
            <a:extLst>
              <a:ext uri="{FF2B5EF4-FFF2-40B4-BE49-F238E27FC236}">
                <a16:creationId xmlns:a16="http://schemas.microsoft.com/office/drawing/2014/main" id="{092477CE-CEAB-4A86-B88D-D8FF91EF5884}"/>
              </a:ext>
            </a:extLst>
          </p:cNvPr>
          <p:cNvSpPr txBox="1"/>
          <p:nvPr userDrawn="1"/>
        </p:nvSpPr>
        <p:spPr>
          <a:xfrm>
            <a:off x="12837459" y="-778"/>
            <a:ext cx="2510117" cy="1570238"/>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This is a slide for going over next steps. </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You know the drill by now — do not try to add more steps by adding more arrows.</a:t>
            </a:r>
            <a:br>
              <a:rPr lang="en-GB" sz="1067" b="0" i="0">
                <a:solidFill>
                  <a:srgbClr val="333333"/>
                </a:solidFill>
                <a:latin typeface="Museo Sans 500" panose="02000000000000000000" pitchFamily="2" charset="77"/>
              </a:rPr>
            </a:b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If you have more next steps to cover, duplicate this slide.</a:t>
            </a:r>
          </a:p>
        </p:txBody>
      </p:sp>
      <p:grpSp>
        <p:nvGrpSpPr>
          <p:cNvPr id="15" name="Group 14">
            <a:extLst>
              <a:ext uri="{FF2B5EF4-FFF2-40B4-BE49-F238E27FC236}">
                <a16:creationId xmlns:a16="http://schemas.microsoft.com/office/drawing/2014/main" id="{A32F208E-1719-34FB-A522-0EB4AC2A7D9A}"/>
              </a:ext>
            </a:extLst>
          </p:cNvPr>
          <p:cNvGrpSpPr/>
          <p:nvPr userDrawn="1"/>
        </p:nvGrpSpPr>
        <p:grpSpPr>
          <a:xfrm>
            <a:off x="10609008" y="6203793"/>
            <a:ext cx="1111864" cy="408104"/>
            <a:chOff x="397414" y="755885"/>
            <a:chExt cx="2901256" cy="1064892"/>
          </a:xfrm>
        </p:grpSpPr>
        <p:grpSp>
          <p:nvGrpSpPr>
            <p:cNvPr id="23" name="Graphic 4">
              <a:extLst>
                <a:ext uri="{FF2B5EF4-FFF2-40B4-BE49-F238E27FC236}">
                  <a16:creationId xmlns:a16="http://schemas.microsoft.com/office/drawing/2014/main" id="{D603A4B5-258F-6C2E-281C-7F27306F73D5}"/>
                </a:ext>
              </a:extLst>
            </p:cNvPr>
            <p:cNvGrpSpPr/>
            <p:nvPr/>
          </p:nvGrpSpPr>
          <p:grpSpPr>
            <a:xfrm>
              <a:off x="397414" y="755885"/>
              <a:ext cx="1031033" cy="1064892"/>
              <a:chOff x="397414" y="755885"/>
              <a:chExt cx="1031033" cy="1064892"/>
            </a:xfrm>
          </p:grpSpPr>
          <p:sp>
            <p:nvSpPr>
              <p:cNvPr id="45" name="Freeform 44">
                <a:extLst>
                  <a:ext uri="{FF2B5EF4-FFF2-40B4-BE49-F238E27FC236}">
                    <a16:creationId xmlns:a16="http://schemas.microsoft.com/office/drawing/2014/main" id="{490A0E57-91C5-F6B7-CEED-5E6C5F760CC3}"/>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46" name="Freeform 45">
                <a:extLst>
                  <a:ext uri="{FF2B5EF4-FFF2-40B4-BE49-F238E27FC236}">
                    <a16:creationId xmlns:a16="http://schemas.microsoft.com/office/drawing/2014/main" id="{75961AFE-7188-44CA-E528-AC9CFDE63A24}"/>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47" name="Freeform 46">
                <a:extLst>
                  <a:ext uri="{FF2B5EF4-FFF2-40B4-BE49-F238E27FC236}">
                    <a16:creationId xmlns:a16="http://schemas.microsoft.com/office/drawing/2014/main" id="{656B7907-AE6F-85C6-08E5-5B404A998E99}"/>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24" name="Graphic 4">
              <a:extLst>
                <a:ext uri="{FF2B5EF4-FFF2-40B4-BE49-F238E27FC236}">
                  <a16:creationId xmlns:a16="http://schemas.microsoft.com/office/drawing/2014/main" id="{97C33219-5DEE-30A0-64F6-841E907779B6}"/>
                </a:ext>
              </a:extLst>
            </p:cNvPr>
            <p:cNvGrpSpPr/>
            <p:nvPr/>
          </p:nvGrpSpPr>
          <p:grpSpPr>
            <a:xfrm>
              <a:off x="1208140" y="933050"/>
              <a:ext cx="2090530" cy="573060"/>
              <a:chOff x="1208140" y="933050"/>
              <a:chExt cx="2090530" cy="573060"/>
            </a:xfrm>
            <a:solidFill>
              <a:srgbClr val="333333"/>
            </a:solidFill>
          </p:grpSpPr>
          <p:sp>
            <p:nvSpPr>
              <p:cNvPr id="26" name="Freeform 25">
                <a:extLst>
                  <a:ext uri="{FF2B5EF4-FFF2-40B4-BE49-F238E27FC236}">
                    <a16:creationId xmlns:a16="http://schemas.microsoft.com/office/drawing/2014/main" id="{7E4A3CDD-B4DB-5F08-0019-1BCD489BE4BA}"/>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6DCE9AA0-F904-980D-D29B-69B6C9B819FB}"/>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89F2D27B-AD29-2F4C-2C79-B66B95CAD40C}"/>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6160DDEE-563C-3F03-3DB2-2E236C5CFEF7}"/>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6B680630-5119-DF24-E83B-67F2C267D5CC}"/>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28A60A12-D6AA-6DFB-FA36-4191057A72B5}"/>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B59189DC-E0AB-9015-1E4C-D9F656632D5D}"/>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4" name="Freeform 33">
                <a:extLst>
                  <a:ext uri="{FF2B5EF4-FFF2-40B4-BE49-F238E27FC236}">
                    <a16:creationId xmlns:a16="http://schemas.microsoft.com/office/drawing/2014/main" id="{E52B2A81-7E84-0C5C-0BA2-81753A477656}"/>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115B078A-9265-1DE1-CAA5-7307335F6E63}"/>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973181FB-C53E-CAE6-07D3-452FC9DB96C0}"/>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7" name="Freeform 36">
                <a:extLst>
                  <a:ext uri="{FF2B5EF4-FFF2-40B4-BE49-F238E27FC236}">
                    <a16:creationId xmlns:a16="http://schemas.microsoft.com/office/drawing/2014/main" id="{E383F8EF-FC37-B03E-2D53-567F83ECD061}"/>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8" name="Freeform 37">
                <a:extLst>
                  <a:ext uri="{FF2B5EF4-FFF2-40B4-BE49-F238E27FC236}">
                    <a16:creationId xmlns:a16="http://schemas.microsoft.com/office/drawing/2014/main" id="{5BB33D25-027C-A60B-39E0-29223895A967}"/>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9" name="Freeform 38">
                <a:extLst>
                  <a:ext uri="{FF2B5EF4-FFF2-40B4-BE49-F238E27FC236}">
                    <a16:creationId xmlns:a16="http://schemas.microsoft.com/office/drawing/2014/main" id="{2E0FDA55-8184-87E0-3253-A41D7E9DEE8A}"/>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0" name="Freeform 39">
                <a:extLst>
                  <a:ext uri="{FF2B5EF4-FFF2-40B4-BE49-F238E27FC236}">
                    <a16:creationId xmlns:a16="http://schemas.microsoft.com/office/drawing/2014/main" id="{616E8DE0-5433-5FA9-B8C1-D9CFD0043610}"/>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1" name="Freeform 40">
                <a:extLst>
                  <a:ext uri="{FF2B5EF4-FFF2-40B4-BE49-F238E27FC236}">
                    <a16:creationId xmlns:a16="http://schemas.microsoft.com/office/drawing/2014/main" id="{F8C2F19A-24E6-AFB2-23D5-D8DEA3B82C1F}"/>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2" name="Freeform 41">
                <a:extLst>
                  <a:ext uri="{FF2B5EF4-FFF2-40B4-BE49-F238E27FC236}">
                    <a16:creationId xmlns:a16="http://schemas.microsoft.com/office/drawing/2014/main" id="{5CF43209-CE03-DA7B-7809-494953A30AA2}"/>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3" name="Freeform 42">
                <a:extLst>
                  <a:ext uri="{FF2B5EF4-FFF2-40B4-BE49-F238E27FC236}">
                    <a16:creationId xmlns:a16="http://schemas.microsoft.com/office/drawing/2014/main" id="{46235E41-79EB-0187-DC1B-665D2EF74570}"/>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4" name="Freeform 43">
                <a:extLst>
                  <a:ext uri="{FF2B5EF4-FFF2-40B4-BE49-F238E27FC236}">
                    <a16:creationId xmlns:a16="http://schemas.microsoft.com/office/drawing/2014/main" id="{A03B618D-6276-29EE-CB48-CC0EB23DBFF2}"/>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pic>
        <p:nvPicPr>
          <p:cNvPr id="53" name="Graphic 52">
            <a:extLst>
              <a:ext uri="{FF2B5EF4-FFF2-40B4-BE49-F238E27FC236}">
                <a16:creationId xmlns:a16="http://schemas.microsoft.com/office/drawing/2014/main" id="{FD6AD4A0-E070-4F00-8719-F27F9EC1F972}"/>
              </a:ext>
            </a:extLst>
          </p:cNvPr>
          <p:cNvPicPr>
            <a:picLocks/>
          </p:cNvPicPr>
          <p:nvPr userDrawn="1"/>
        </p:nvPicPr>
        <p:blipFill>
          <a:blip>
            <a:extLst>
              <a:ext uri="{96DAC541-7B7A-43D3-8B79-37D633B846F1}">
                <asvg:svgBlip xmlns:asvg="http://schemas.microsoft.com/office/drawing/2016/SVG/main" r:embed="rId3"/>
              </a:ext>
            </a:extLst>
          </a:blip>
          <a:stretch>
            <a:fillRect/>
          </a:stretch>
        </p:blipFill>
        <p:spPr>
          <a:xfrm>
            <a:off x="408000" y="408000"/>
            <a:ext cx="11400000" cy="192000"/>
          </a:xfrm>
          <a:prstGeom prst="rect">
            <a:avLst/>
          </a:prstGeom>
        </p:spPr>
      </p:pic>
      <p:sp>
        <p:nvSpPr>
          <p:cNvPr id="54" name="Slide Number Placeholder 5">
            <a:extLst>
              <a:ext uri="{FF2B5EF4-FFF2-40B4-BE49-F238E27FC236}">
                <a16:creationId xmlns:a16="http://schemas.microsoft.com/office/drawing/2014/main" id="{21768106-8346-393A-2BB9-1D1862F25B8C}"/>
              </a:ext>
            </a:extLst>
          </p:cNvPr>
          <p:cNvSpPr>
            <a:spLocks noGrp="1"/>
          </p:cNvSpPr>
          <p:nvPr>
            <p:ph type="sldNum" sz="quarter" idx="12"/>
          </p:nvPr>
        </p:nvSpPr>
        <p:spPr>
          <a:xfrm>
            <a:off x="11273400" y="402113"/>
            <a:ext cx="480000" cy="203143"/>
          </a:xfrm>
        </p:spPr>
        <p:txBody>
          <a:bodyPr/>
          <a:lstStyle>
            <a:lvl1pPr>
              <a:defRPr sz="800" b="0" i="0">
                <a:solidFill>
                  <a:schemeClr val="tx1"/>
                </a:solidFill>
                <a:latin typeface="Museo Sans 500" panose="02000000000000000000" pitchFamily="2" charset="77"/>
              </a:defRPr>
            </a:lvl1pPr>
          </a:lstStyle>
          <a:p>
            <a:fld id="{837EA21B-C1CD-FF4F-B5B3-C7F194F4D1C4}" type="slidenum">
              <a:rPr lang="en-US" smtClean="0"/>
              <a:pPr/>
              <a:t>‹#›</a:t>
            </a:fld>
            <a:endParaRPr lang="en-US"/>
          </a:p>
        </p:txBody>
      </p:sp>
      <p:sp>
        <p:nvSpPr>
          <p:cNvPr id="57" name="Text Placeholder 24">
            <a:extLst>
              <a:ext uri="{FF2B5EF4-FFF2-40B4-BE49-F238E27FC236}">
                <a16:creationId xmlns:a16="http://schemas.microsoft.com/office/drawing/2014/main" id="{71D0F0A6-3513-C698-8081-E3DB73497F0D}"/>
              </a:ext>
            </a:extLst>
          </p:cNvPr>
          <p:cNvSpPr>
            <a:spLocks noGrp="1"/>
          </p:cNvSpPr>
          <p:nvPr>
            <p:ph type="body" sz="quarter" idx="14"/>
          </p:nvPr>
        </p:nvSpPr>
        <p:spPr>
          <a:xfrm>
            <a:off x="7180997" y="966143"/>
            <a:ext cx="4579203" cy="1131759"/>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58" name="Text Placeholder 18">
            <a:extLst>
              <a:ext uri="{FF2B5EF4-FFF2-40B4-BE49-F238E27FC236}">
                <a16:creationId xmlns:a16="http://schemas.microsoft.com/office/drawing/2014/main" id="{66CFDA75-5B58-7677-AB6B-4395561ABB18}"/>
              </a:ext>
            </a:extLst>
          </p:cNvPr>
          <p:cNvSpPr>
            <a:spLocks noGrp="1"/>
          </p:cNvSpPr>
          <p:nvPr>
            <p:ph type="body" sz="quarter" idx="13" hasCustomPrompt="1"/>
          </p:nvPr>
        </p:nvSpPr>
        <p:spPr>
          <a:xfrm>
            <a:off x="408000" y="936001"/>
            <a:ext cx="5688000" cy="962247"/>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a:t>
            </a:r>
          </a:p>
        </p:txBody>
      </p:sp>
      <p:sp>
        <p:nvSpPr>
          <p:cNvPr id="59" name="Text Placeholder 24">
            <a:extLst>
              <a:ext uri="{FF2B5EF4-FFF2-40B4-BE49-F238E27FC236}">
                <a16:creationId xmlns:a16="http://schemas.microsoft.com/office/drawing/2014/main" id="{09DBBEA6-77AE-1AC5-E776-EE95BC18253F}"/>
              </a:ext>
            </a:extLst>
          </p:cNvPr>
          <p:cNvSpPr>
            <a:spLocks noGrp="1"/>
          </p:cNvSpPr>
          <p:nvPr>
            <p:ph type="body" sz="quarter" idx="39"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2" name="TextBox 1">
            <a:extLst>
              <a:ext uri="{FF2B5EF4-FFF2-40B4-BE49-F238E27FC236}">
                <a16:creationId xmlns:a16="http://schemas.microsoft.com/office/drawing/2014/main" id="{6B3C2C3A-3A7D-7009-FFA6-4B54A7A9134C}"/>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3" name="TextBox 2">
            <a:extLst>
              <a:ext uri="{FF2B5EF4-FFF2-40B4-BE49-F238E27FC236}">
                <a16:creationId xmlns:a16="http://schemas.microsoft.com/office/drawing/2014/main" id="{7C6D68FF-2EB8-476D-D54F-A239BB884EDA}"/>
              </a:ext>
            </a:extLst>
          </p:cNvPr>
          <p:cNvSpPr txBox="1"/>
          <p:nvPr userDrawn="1"/>
        </p:nvSpPr>
        <p:spPr>
          <a:xfrm>
            <a:off x="1515166" y="410216"/>
            <a:ext cx="1749197" cy="200055"/>
          </a:xfrm>
          <a:prstGeom prst="rect">
            <a:avLst/>
          </a:prstGeom>
          <a:noFill/>
        </p:spPr>
        <p:txBody>
          <a:bodyPr wrap="none" rtlCol="0">
            <a:spAutoFit/>
          </a:bodyPr>
          <a:lstStyle/>
          <a:p>
            <a:r>
              <a:rPr lang="en-US" sz="700"/>
              <a:t>Automation </a:t>
            </a:r>
            <a:r>
              <a:rPr lang="en-US" sz="700" err="1"/>
              <a:t>Anywhere’s</a:t>
            </a:r>
            <a:r>
              <a:rPr lang="en-US" sz="700"/>
              <a:t> APA Platform</a:t>
            </a:r>
          </a:p>
        </p:txBody>
      </p:sp>
    </p:spTree>
    <p:extLst>
      <p:ext uri="{BB962C8B-B14F-4D97-AF65-F5344CB8AC3E}">
        <p14:creationId xmlns:p14="http://schemas.microsoft.com/office/powerpoint/2010/main" val="70219930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able A">
    <p:spTree>
      <p:nvGrpSpPr>
        <p:cNvPr id="1" name=""/>
        <p:cNvGrpSpPr/>
        <p:nvPr/>
      </p:nvGrpSpPr>
      <p:grpSpPr>
        <a:xfrm>
          <a:off x="0" y="0"/>
          <a:ext cx="0" cy="0"/>
          <a:chOff x="0" y="0"/>
          <a:chExt cx="0" cy="0"/>
        </a:xfrm>
      </p:grpSpPr>
      <p:sp>
        <p:nvSpPr>
          <p:cNvPr id="39" name="TextBox 38">
            <a:extLst>
              <a:ext uri="{FF2B5EF4-FFF2-40B4-BE49-F238E27FC236}">
                <a16:creationId xmlns:a16="http://schemas.microsoft.com/office/drawing/2014/main" id="{C0349D5C-4973-63C1-5A2A-F2FD8445EF3A}"/>
              </a:ext>
            </a:extLst>
          </p:cNvPr>
          <p:cNvSpPr txBox="1">
            <a:spLocks/>
          </p:cNvSpPr>
          <p:nvPr userDrawn="1"/>
        </p:nvSpPr>
        <p:spPr>
          <a:xfrm>
            <a:off x="9607880" y="3114653"/>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467" b="1">
              <a:solidFill>
                <a:srgbClr val="333333"/>
              </a:solidFill>
              <a:latin typeface="Museo Sans 900" panose="02000000000000000000" pitchFamily="2" charset="77"/>
            </a:endParaRPr>
          </a:p>
        </p:txBody>
      </p:sp>
      <p:sp>
        <p:nvSpPr>
          <p:cNvPr id="34" name="TextBox 33">
            <a:extLst>
              <a:ext uri="{FF2B5EF4-FFF2-40B4-BE49-F238E27FC236}">
                <a16:creationId xmlns:a16="http://schemas.microsoft.com/office/drawing/2014/main" id="{04E6B681-B095-29E6-E420-BB1E0E43F766}"/>
              </a:ext>
            </a:extLst>
          </p:cNvPr>
          <p:cNvSpPr txBox="1">
            <a:spLocks/>
          </p:cNvSpPr>
          <p:nvPr userDrawn="1"/>
        </p:nvSpPr>
        <p:spPr>
          <a:xfrm>
            <a:off x="7325760" y="3114653"/>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467" b="1">
              <a:solidFill>
                <a:srgbClr val="333333"/>
              </a:solidFill>
              <a:latin typeface="Museo Sans 900" panose="02000000000000000000" pitchFamily="2" charset="77"/>
            </a:endParaRPr>
          </a:p>
        </p:txBody>
      </p:sp>
      <p:sp>
        <p:nvSpPr>
          <p:cNvPr id="35" name="TextBox 34">
            <a:extLst>
              <a:ext uri="{FF2B5EF4-FFF2-40B4-BE49-F238E27FC236}">
                <a16:creationId xmlns:a16="http://schemas.microsoft.com/office/drawing/2014/main" id="{FD6CCD51-7C99-5E80-0457-C898373DF6E4}"/>
              </a:ext>
            </a:extLst>
          </p:cNvPr>
          <p:cNvSpPr txBox="1">
            <a:spLocks/>
          </p:cNvSpPr>
          <p:nvPr userDrawn="1"/>
        </p:nvSpPr>
        <p:spPr>
          <a:xfrm>
            <a:off x="7325760" y="4090013"/>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333" b="0" i="0">
              <a:solidFill>
                <a:srgbClr val="333333"/>
              </a:solidFill>
              <a:latin typeface="Museo Sans 500" panose="02000000000000000000" pitchFamily="2" charset="77"/>
            </a:endParaRPr>
          </a:p>
        </p:txBody>
      </p:sp>
      <p:sp>
        <p:nvSpPr>
          <p:cNvPr id="36" name="Text Placeholder 18">
            <a:extLst>
              <a:ext uri="{FF2B5EF4-FFF2-40B4-BE49-F238E27FC236}">
                <a16:creationId xmlns:a16="http://schemas.microsoft.com/office/drawing/2014/main" id="{720FC558-6985-7270-6299-08CF2868D09E}"/>
              </a:ext>
            </a:extLst>
          </p:cNvPr>
          <p:cNvSpPr>
            <a:spLocks noGrp="1"/>
          </p:cNvSpPr>
          <p:nvPr>
            <p:ph type="body" sz="quarter" idx="21" hasCustomPrompt="1"/>
          </p:nvPr>
        </p:nvSpPr>
        <p:spPr>
          <a:xfrm>
            <a:off x="7326279" y="3114655"/>
            <a:ext cx="2151803" cy="824992"/>
          </a:xfrm>
        </p:spPr>
        <p:txBody>
          <a:bodyPr lIns="0" tIns="0" rIns="0" bIns="0" anchor="ctr" anchorCtr="0">
            <a:noAutofit/>
          </a:bodyPr>
          <a:lstStyle>
            <a:lvl1pPr marL="0" indent="0" algn="ctr">
              <a:lnSpc>
                <a:spcPct val="100000"/>
              </a:lnSpc>
              <a:buFontTx/>
              <a:buNone/>
              <a:defRPr sz="1467"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37" name="Text Placeholder 18">
            <a:extLst>
              <a:ext uri="{FF2B5EF4-FFF2-40B4-BE49-F238E27FC236}">
                <a16:creationId xmlns:a16="http://schemas.microsoft.com/office/drawing/2014/main" id="{2CCD62BC-6C48-B07B-A263-F69B42DF2A77}"/>
              </a:ext>
            </a:extLst>
          </p:cNvPr>
          <p:cNvSpPr>
            <a:spLocks noGrp="1"/>
          </p:cNvSpPr>
          <p:nvPr>
            <p:ph type="body" sz="quarter" idx="22" hasCustomPrompt="1"/>
          </p:nvPr>
        </p:nvSpPr>
        <p:spPr>
          <a:xfrm>
            <a:off x="7326279" y="4090013"/>
            <a:ext cx="2151803" cy="824992"/>
          </a:xfrm>
        </p:spPr>
        <p:txBody>
          <a:bodyPr lIns="0" tIns="0" rIns="0" bIns="0" anchor="ctr" anchorCtr="0">
            <a:noAutofit/>
          </a:bodyPr>
          <a:lstStyle>
            <a:lvl1pPr marL="0" indent="0" algn="ctr">
              <a:lnSpc>
                <a:spcPct val="100000"/>
              </a:lnSpc>
              <a:buFontTx/>
              <a:buNone/>
              <a:defRPr sz="1333" b="0" i="0">
                <a:solidFill>
                  <a:srgbClr val="333333"/>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pic>
        <p:nvPicPr>
          <p:cNvPr id="12" name="Graphic 11">
            <a:extLst>
              <a:ext uri="{FF2B5EF4-FFF2-40B4-BE49-F238E27FC236}">
                <a16:creationId xmlns:a16="http://schemas.microsoft.com/office/drawing/2014/main" id="{B7B8382D-42E2-EF2F-E907-903F187742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8000" y="2741271"/>
            <a:ext cx="11376000" cy="229045"/>
          </a:xfrm>
          <a:prstGeom prst="rect">
            <a:avLst/>
          </a:prstGeom>
        </p:spPr>
      </p:pic>
      <p:sp>
        <p:nvSpPr>
          <p:cNvPr id="4" name="TextBox 3">
            <a:extLst>
              <a:ext uri="{FF2B5EF4-FFF2-40B4-BE49-F238E27FC236}">
                <a16:creationId xmlns:a16="http://schemas.microsoft.com/office/drawing/2014/main" id="{63EDD03A-CD71-6E11-E8CE-70E03A522311}"/>
              </a:ext>
            </a:extLst>
          </p:cNvPr>
          <p:cNvSpPr txBox="1">
            <a:spLocks/>
          </p:cNvSpPr>
          <p:nvPr userDrawn="1"/>
        </p:nvSpPr>
        <p:spPr>
          <a:xfrm>
            <a:off x="408000" y="3114653"/>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467" b="1">
              <a:solidFill>
                <a:srgbClr val="333333"/>
              </a:solidFill>
              <a:latin typeface="Museo Sans 900" panose="02000000000000000000" pitchFamily="2" charset="77"/>
            </a:endParaRPr>
          </a:p>
        </p:txBody>
      </p:sp>
      <p:sp>
        <p:nvSpPr>
          <p:cNvPr id="5" name="TextBox 4">
            <a:extLst>
              <a:ext uri="{FF2B5EF4-FFF2-40B4-BE49-F238E27FC236}">
                <a16:creationId xmlns:a16="http://schemas.microsoft.com/office/drawing/2014/main" id="{1C3D548C-86E7-B243-CAA8-63EA1DC1A686}"/>
              </a:ext>
            </a:extLst>
          </p:cNvPr>
          <p:cNvSpPr txBox="1">
            <a:spLocks/>
          </p:cNvSpPr>
          <p:nvPr userDrawn="1"/>
        </p:nvSpPr>
        <p:spPr>
          <a:xfrm>
            <a:off x="408000" y="4090013"/>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333" b="0" i="0">
              <a:solidFill>
                <a:srgbClr val="333333"/>
              </a:solidFill>
              <a:latin typeface="Museo Sans 500" panose="02000000000000000000" pitchFamily="2" charset="77"/>
            </a:endParaRPr>
          </a:p>
        </p:txBody>
      </p:sp>
      <p:sp>
        <p:nvSpPr>
          <p:cNvPr id="8" name="Text Placeholder 18">
            <a:extLst>
              <a:ext uri="{FF2B5EF4-FFF2-40B4-BE49-F238E27FC236}">
                <a16:creationId xmlns:a16="http://schemas.microsoft.com/office/drawing/2014/main" id="{803BAAE2-591E-282C-3A85-6C4A15408AE9}"/>
              </a:ext>
            </a:extLst>
          </p:cNvPr>
          <p:cNvSpPr>
            <a:spLocks noGrp="1"/>
          </p:cNvSpPr>
          <p:nvPr>
            <p:ph type="body" sz="quarter" idx="15" hasCustomPrompt="1"/>
          </p:nvPr>
        </p:nvSpPr>
        <p:spPr>
          <a:xfrm>
            <a:off x="408519" y="3114655"/>
            <a:ext cx="2151803" cy="824992"/>
          </a:xfrm>
        </p:spPr>
        <p:txBody>
          <a:bodyPr lIns="0" tIns="0" rIns="0" bIns="0" anchor="ctr" anchorCtr="0">
            <a:noAutofit/>
          </a:bodyPr>
          <a:lstStyle>
            <a:lvl1pPr marL="0" indent="0" algn="ctr">
              <a:lnSpc>
                <a:spcPct val="100000"/>
              </a:lnSpc>
              <a:buFontTx/>
              <a:buNone/>
              <a:defRPr sz="1467"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11" name="Text Placeholder 18">
            <a:extLst>
              <a:ext uri="{FF2B5EF4-FFF2-40B4-BE49-F238E27FC236}">
                <a16:creationId xmlns:a16="http://schemas.microsoft.com/office/drawing/2014/main" id="{7A5BD12A-C8FB-2DCC-417A-ACE9F087293A}"/>
              </a:ext>
            </a:extLst>
          </p:cNvPr>
          <p:cNvSpPr>
            <a:spLocks noGrp="1"/>
          </p:cNvSpPr>
          <p:nvPr>
            <p:ph type="body" sz="quarter" idx="16" hasCustomPrompt="1"/>
          </p:nvPr>
        </p:nvSpPr>
        <p:spPr>
          <a:xfrm>
            <a:off x="408519" y="4090013"/>
            <a:ext cx="2151803" cy="824992"/>
          </a:xfrm>
        </p:spPr>
        <p:txBody>
          <a:bodyPr lIns="0" tIns="0" rIns="0" bIns="0" anchor="ctr" anchorCtr="0">
            <a:noAutofit/>
          </a:bodyPr>
          <a:lstStyle>
            <a:lvl1pPr marL="0" indent="0" algn="ctr">
              <a:lnSpc>
                <a:spcPct val="100000"/>
              </a:lnSpc>
              <a:buFontTx/>
              <a:buNone/>
              <a:defRPr sz="1333" b="0" i="0">
                <a:solidFill>
                  <a:srgbClr val="333333"/>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23" name="TextBox 22">
            <a:extLst>
              <a:ext uri="{FF2B5EF4-FFF2-40B4-BE49-F238E27FC236}">
                <a16:creationId xmlns:a16="http://schemas.microsoft.com/office/drawing/2014/main" id="{930AF789-1412-D105-F2FF-B9E3F8A6013E}"/>
              </a:ext>
            </a:extLst>
          </p:cNvPr>
          <p:cNvSpPr txBox="1">
            <a:spLocks/>
          </p:cNvSpPr>
          <p:nvPr userDrawn="1"/>
        </p:nvSpPr>
        <p:spPr>
          <a:xfrm>
            <a:off x="2712887" y="3114653"/>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467" b="1">
              <a:solidFill>
                <a:srgbClr val="333333"/>
              </a:solidFill>
              <a:latin typeface="Museo Sans 900" panose="02000000000000000000" pitchFamily="2" charset="77"/>
            </a:endParaRPr>
          </a:p>
        </p:txBody>
      </p:sp>
      <p:sp>
        <p:nvSpPr>
          <p:cNvPr id="24" name="TextBox 23">
            <a:extLst>
              <a:ext uri="{FF2B5EF4-FFF2-40B4-BE49-F238E27FC236}">
                <a16:creationId xmlns:a16="http://schemas.microsoft.com/office/drawing/2014/main" id="{332BB1D6-6127-AF00-688E-B03E49EAA952}"/>
              </a:ext>
            </a:extLst>
          </p:cNvPr>
          <p:cNvSpPr txBox="1">
            <a:spLocks/>
          </p:cNvSpPr>
          <p:nvPr userDrawn="1"/>
        </p:nvSpPr>
        <p:spPr>
          <a:xfrm>
            <a:off x="2712887" y="4090013"/>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333" b="0" i="0">
              <a:solidFill>
                <a:srgbClr val="333333"/>
              </a:solidFill>
              <a:latin typeface="Museo Sans 500" panose="02000000000000000000" pitchFamily="2" charset="77"/>
            </a:endParaRPr>
          </a:p>
        </p:txBody>
      </p:sp>
      <p:sp>
        <p:nvSpPr>
          <p:cNvPr id="25" name="Text Placeholder 18">
            <a:extLst>
              <a:ext uri="{FF2B5EF4-FFF2-40B4-BE49-F238E27FC236}">
                <a16:creationId xmlns:a16="http://schemas.microsoft.com/office/drawing/2014/main" id="{8DAB3800-6D28-E091-AB68-6D3E809027A6}"/>
              </a:ext>
            </a:extLst>
          </p:cNvPr>
          <p:cNvSpPr>
            <a:spLocks noGrp="1"/>
          </p:cNvSpPr>
          <p:nvPr>
            <p:ph type="body" sz="quarter" idx="17" hasCustomPrompt="1"/>
          </p:nvPr>
        </p:nvSpPr>
        <p:spPr>
          <a:xfrm>
            <a:off x="2714439" y="3114655"/>
            <a:ext cx="2151803" cy="824992"/>
          </a:xfrm>
        </p:spPr>
        <p:txBody>
          <a:bodyPr lIns="0" tIns="0" rIns="0" bIns="0" anchor="ctr" anchorCtr="0">
            <a:noAutofit/>
          </a:bodyPr>
          <a:lstStyle>
            <a:lvl1pPr marL="0" indent="0" algn="ctr">
              <a:lnSpc>
                <a:spcPct val="100000"/>
              </a:lnSpc>
              <a:buFontTx/>
              <a:buNone/>
              <a:defRPr sz="1467"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26" name="Text Placeholder 18">
            <a:extLst>
              <a:ext uri="{FF2B5EF4-FFF2-40B4-BE49-F238E27FC236}">
                <a16:creationId xmlns:a16="http://schemas.microsoft.com/office/drawing/2014/main" id="{408F15C1-13B2-9727-C8DA-3939DC9082B0}"/>
              </a:ext>
            </a:extLst>
          </p:cNvPr>
          <p:cNvSpPr>
            <a:spLocks noGrp="1"/>
          </p:cNvSpPr>
          <p:nvPr>
            <p:ph type="body" sz="quarter" idx="18" hasCustomPrompt="1"/>
          </p:nvPr>
        </p:nvSpPr>
        <p:spPr>
          <a:xfrm>
            <a:off x="2714439" y="4090013"/>
            <a:ext cx="2151803" cy="824992"/>
          </a:xfrm>
        </p:spPr>
        <p:txBody>
          <a:bodyPr lIns="0" tIns="0" rIns="0" bIns="0" anchor="ctr" anchorCtr="0">
            <a:noAutofit/>
          </a:bodyPr>
          <a:lstStyle>
            <a:lvl1pPr marL="0" indent="0" algn="ctr">
              <a:lnSpc>
                <a:spcPct val="100000"/>
              </a:lnSpc>
              <a:buFontTx/>
              <a:buNone/>
              <a:defRPr sz="1333" b="0" i="0">
                <a:solidFill>
                  <a:srgbClr val="333333"/>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28" name="TextBox 27">
            <a:extLst>
              <a:ext uri="{FF2B5EF4-FFF2-40B4-BE49-F238E27FC236}">
                <a16:creationId xmlns:a16="http://schemas.microsoft.com/office/drawing/2014/main" id="{F7878E48-BE16-8E9B-FDD3-5175474849AF}"/>
              </a:ext>
            </a:extLst>
          </p:cNvPr>
          <p:cNvSpPr txBox="1">
            <a:spLocks/>
          </p:cNvSpPr>
          <p:nvPr userDrawn="1"/>
        </p:nvSpPr>
        <p:spPr>
          <a:xfrm>
            <a:off x="5019324" y="3114653"/>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467" b="1">
              <a:solidFill>
                <a:srgbClr val="333333"/>
              </a:solidFill>
              <a:latin typeface="Museo Sans 900" panose="02000000000000000000" pitchFamily="2" charset="77"/>
            </a:endParaRPr>
          </a:p>
        </p:txBody>
      </p:sp>
      <p:sp>
        <p:nvSpPr>
          <p:cNvPr id="30" name="TextBox 29">
            <a:extLst>
              <a:ext uri="{FF2B5EF4-FFF2-40B4-BE49-F238E27FC236}">
                <a16:creationId xmlns:a16="http://schemas.microsoft.com/office/drawing/2014/main" id="{5DEEDF3D-7D6B-5ED7-A97C-98CB47B87374}"/>
              </a:ext>
            </a:extLst>
          </p:cNvPr>
          <p:cNvSpPr txBox="1">
            <a:spLocks/>
          </p:cNvSpPr>
          <p:nvPr userDrawn="1"/>
        </p:nvSpPr>
        <p:spPr>
          <a:xfrm>
            <a:off x="5019324" y="4090013"/>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333" b="0" i="0">
              <a:solidFill>
                <a:srgbClr val="333333"/>
              </a:solidFill>
              <a:latin typeface="Museo Sans 500" panose="02000000000000000000" pitchFamily="2" charset="77"/>
            </a:endParaRPr>
          </a:p>
        </p:txBody>
      </p:sp>
      <p:sp>
        <p:nvSpPr>
          <p:cNvPr id="31" name="Text Placeholder 18">
            <a:extLst>
              <a:ext uri="{FF2B5EF4-FFF2-40B4-BE49-F238E27FC236}">
                <a16:creationId xmlns:a16="http://schemas.microsoft.com/office/drawing/2014/main" id="{45D43DA5-DBBF-34B3-320A-7CB868F28E14}"/>
              </a:ext>
            </a:extLst>
          </p:cNvPr>
          <p:cNvSpPr>
            <a:spLocks noGrp="1"/>
          </p:cNvSpPr>
          <p:nvPr>
            <p:ph type="body" sz="quarter" idx="19" hasCustomPrompt="1"/>
          </p:nvPr>
        </p:nvSpPr>
        <p:spPr>
          <a:xfrm>
            <a:off x="5020358" y="3114655"/>
            <a:ext cx="2151803" cy="824992"/>
          </a:xfrm>
        </p:spPr>
        <p:txBody>
          <a:bodyPr lIns="0" tIns="0" rIns="0" bIns="0" anchor="ctr" anchorCtr="0">
            <a:noAutofit/>
          </a:bodyPr>
          <a:lstStyle>
            <a:lvl1pPr marL="0" indent="0" algn="ctr">
              <a:lnSpc>
                <a:spcPct val="100000"/>
              </a:lnSpc>
              <a:buFontTx/>
              <a:buNone/>
              <a:defRPr sz="1467"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32" name="Text Placeholder 18">
            <a:extLst>
              <a:ext uri="{FF2B5EF4-FFF2-40B4-BE49-F238E27FC236}">
                <a16:creationId xmlns:a16="http://schemas.microsoft.com/office/drawing/2014/main" id="{53B4D93E-2F68-4C00-5480-1A4453971880}"/>
              </a:ext>
            </a:extLst>
          </p:cNvPr>
          <p:cNvSpPr>
            <a:spLocks noGrp="1"/>
          </p:cNvSpPr>
          <p:nvPr>
            <p:ph type="body" sz="quarter" idx="20" hasCustomPrompt="1"/>
          </p:nvPr>
        </p:nvSpPr>
        <p:spPr>
          <a:xfrm>
            <a:off x="5020358" y="4090013"/>
            <a:ext cx="2151803" cy="824992"/>
          </a:xfrm>
        </p:spPr>
        <p:txBody>
          <a:bodyPr lIns="0" tIns="0" rIns="0" bIns="0" anchor="ctr" anchorCtr="0">
            <a:noAutofit/>
          </a:bodyPr>
          <a:lstStyle>
            <a:lvl1pPr marL="0" indent="0" algn="ctr">
              <a:lnSpc>
                <a:spcPct val="100000"/>
              </a:lnSpc>
              <a:buFontTx/>
              <a:buNone/>
              <a:defRPr sz="1333" b="0" i="0">
                <a:solidFill>
                  <a:srgbClr val="333333"/>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40" name="TextBox 39">
            <a:extLst>
              <a:ext uri="{FF2B5EF4-FFF2-40B4-BE49-F238E27FC236}">
                <a16:creationId xmlns:a16="http://schemas.microsoft.com/office/drawing/2014/main" id="{B22B0CFE-9E32-8EB2-2E3F-F1F0E430ED8E}"/>
              </a:ext>
            </a:extLst>
          </p:cNvPr>
          <p:cNvSpPr txBox="1">
            <a:spLocks/>
          </p:cNvSpPr>
          <p:nvPr userDrawn="1"/>
        </p:nvSpPr>
        <p:spPr>
          <a:xfrm>
            <a:off x="9607880" y="4090013"/>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333" b="0" i="0">
              <a:solidFill>
                <a:srgbClr val="333333"/>
              </a:solidFill>
              <a:latin typeface="Museo Sans 500" panose="02000000000000000000" pitchFamily="2" charset="77"/>
            </a:endParaRPr>
          </a:p>
        </p:txBody>
      </p:sp>
      <p:sp>
        <p:nvSpPr>
          <p:cNvPr id="54" name="TextBox 53">
            <a:extLst>
              <a:ext uri="{FF2B5EF4-FFF2-40B4-BE49-F238E27FC236}">
                <a16:creationId xmlns:a16="http://schemas.microsoft.com/office/drawing/2014/main" id="{8FCA6EF5-32DC-6F10-C360-36CD8F997B57}"/>
              </a:ext>
            </a:extLst>
          </p:cNvPr>
          <p:cNvSpPr txBox="1">
            <a:spLocks/>
          </p:cNvSpPr>
          <p:nvPr userDrawn="1"/>
        </p:nvSpPr>
        <p:spPr>
          <a:xfrm>
            <a:off x="7325760" y="5073239"/>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333" b="0" i="0">
              <a:solidFill>
                <a:srgbClr val="333333"/>
              </a:solidFill>
              <a:latin typeface="Museo Sans 500" panose="02000000000000000000" pitchFamily="2" charset="77"/>
            </a:endParaRPr>
          </a:p>
        </p:txBody>
      </p:sp>
      <p:sp>
        <p:nvSpPr>
          <p:cNvPr id="55" name="Text Placeholder 18">
            <a:extLst>
              <a:ext uri="{FF2B5EF4-FFF2-40B4-BE49-F238E27FC236}">
                <a16:creationId xmlns:a16="http://schemas.microsoft.com/office/drawing/2014/main" id="{61ABF343-B638-50D5-4CB4-77EAE1411C40}"/>
              </a:ext>
            </a:extLst>
          </p:cNvPr>
          <p:cNvSpPr>
            <a:spLocks noGrp="1"/>
          </p:cNvSpPr>
          <p:nvPr>
            <p:ph type="body" sz="quarter" idx="25" hasCustomPrompt="1"/>
          </p:nvPr>
        </p:nvSpPr>
        <p:spPr>
          <a:xfrm>
            <a:off x="7326279" y="5073239"/>
            <a:ext cx="2151803" cy="824992"/>
          </a:xfrm>
        </p:spPr>
        <p:txBody>
          <a:bodyPr lIns="0" tIns="0" rIns="0" bIns="0" anchor="ctr" anchorCtr="0">
            <a:noAutofit/>
          </a:bodyPr>
          <a:lstStyle>
            <a:lvl1pPr marL="0" indent="0" algn="ctr">
              <a:lnSpc>
                <a:spcPct val="100000"/>
              </a:lnSpc>
              <a:buFontTx/>
              <a:buNone/>
              <a:defRPr sz="1333" b="0" i="0">
                <a:solidFill>
                  <a:srgbClr val="333333"/>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56" name="TextBox 55">
            <a:extLst>
              <a:ext uri="{FF2B5EF4-FFF2-40B4-BE49-F238E27FC236}">
                <a16:creationId xmlns:a16="http://schemas.microsoft.com/office/drawing/2014/main" id="{F346A4B6-B5B1-3059-8845-433D0F4D2581}"/>
              </a:ext>
            </a:extLst>
          </p:cNvPr>
          <p:cNvSpPr txBox="1">
            <a:spLocks/>
          </p:cNvSpPr>
          <p:nvPr userDrawn="1"/>
        </p:nvSpPr>
        <p:spPr>
          <a:xfrm>
            <a:off x="408000" y="5073239"/>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333" b="0" i="0">
              <a:solidFill>
                <a:srgbClr val="333333"/>
              </a:solidFill>
              <a:latin typeface="Museo Sans 500" panose="02000000000000000000" pitchFamily="2" charset="77"/>
            </a:endParaRPr>
          </a:p>
        </p:txBody>
      </p:sp>
      <p:sp>
        <p:nvSpPr>
          <p:cNvPr id="57" name="Text Placeholder 18">
            <a:extLst>
              <a:ext uri="{FF2B5EF4-FFF2-40B4-BE49-F238E27FC236}">
                <a16:creationId xmlns:a16="http://schemas.microsoft.com/office/drawing/2014/main" id="{1898917B-6F10-E6B8-9BED-F46F6820D6D8}"/>
              </a:ext>
            </a:extLst>
          </p:cNvPr>
          <p:cNvSpPr>
            <a:spLocks noGrp="1"/>
          </p:cNvSpPr>
          <p:nvPr>
            <p:ph type="body" sz="quarter" idx="26" hasCustomPrompt="1"/>
          </p:nvPr>
        </p:nvSpPr>
        <p:spPr>
          <a:xfrm>
            <a:off x="408519" y="5073239"/>
            <a:ext cx="2151803" cy="824992"/>
          </a:xfrm>
        </p:spPr>
        <p:txBody>
          <a:bodyPr lIns="0" tIns="0" rIns="0" bIns="0" anchor="ctr" anchorCtr="0">
            <a:noAutofit/>
          </a:bodyPr>
          <a:lstStyle>
            <a:lvl1pPr marL="0" indent="0" algn="ctr">
              <a:lnSpc>
                <a:spcPct val="100000"/>
              </a:lnSpc>
              <a:buFontTx/>
              <a:buNone/>
              <a:defRPr sz="1333" b="0" i="0">
                <a:solidFill>
                  <a:srgbClr val="333333"/>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58" name="TextBox 57">
            <a:extLst>
              <a:ext uri="{FF2B5EF4-FFF2-40B4-BE49-F238E27FC236}">
                <a16:creationId xmlns:a16="http://schemas.microsoft.com/office/drawing/2014/main" id="{07CD671C-297E-F63A-BC19-9C3738457398}"/>
              </a:ext>
            </a:extLst>
          </p:cNvPr>
          <p:cNvSpPr txBox="1">
            <a:spLocks/>
          </p:cNvSpPr>
          <p:nvPr userDrawn="1"/>
        </p:nvSpPr>
        <p:spPr>
          <a:xfrm>
            <a:off x="2712887" y="5073239"/>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333" b="0" i="0">
              <a:solidFill>
                <a:srgbClr val="333333"/>
              </a:solidFill>
              <a:latin typeface="Museo Sans 500" panose="02000000000000000000" pitchFamily="2" charset="77"/>
            </a:endParaRPr>
          </a:p>
        </p:txBody>
      </p:sp>
      <p:sp>
        <p:nvSpPr>
          <p:cNvPr id="59" name="Text Placeholder 18">
            <a:extLst>
              <a:ext uri="{FF2B5EF4-FFF2-40B4-BE49-F238E27FC236}">
                <a16:creationId xmlns:a16="http://schemas.microsoft.com/office/drawing/2014/main" id="{49C9BDC4-0859-80ED-5857-78B53318A07C}"/>
              </a:ext>
            </a:extLst>
          </p:cNvPr>
          <p:cNvSpPr>
            <a:spLocks noGrp="1"/>
          </p:cNvSpPr>
          <p:nvPr>
            <p:ph type="body" sz="quarter" idx="27" hasCustomPrompt="1"/>
          </p:nvPr>
        </p:nvSpPr>
        <p:spPr>
          <a:xfrm>
            <a:off x="2714439" y="5073239"/>
            <a:ext cx="2151803" cy="824992"/>
          </a:xfrm>
        </p:spPr>
        <p:txBody>
          <a:bodyPr lIns="0" tIns="0" rIns="0" bIns="0" anchor="ctr" anchorCtr="0">
            <a:noAutofit/>
          </a:bodyPr>
          <a:lstStyle>
            <a:lvl1pPr marL="0" indent="0" algn="ctr">
              <a:lnSpc>
                <a:spcPct val="100000"/>
              </a:lnSpc>
              <a:buFontTx/>
              <a:buNone/>
              <a:defRPr sz="1333" b="0" i="0">
                <a:solidFill>
                  <a:srgbClr val="333333"/>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60" name="TextBox 59">
            <a:extLst>
              <a:ext uri="{FF2B5EF4-FFF2-40B4-BE49-F238E27FC236}">
                <a16:creationId xmlns:a16="http://schemas.microsoft.com/office/drawing/2014/main" id="{75497B03-7B10-0D24-3016-DA3D94A607B1}"/>
              </a:ext>
            </a:extLst>
          </p:cNvPr>
          <p:cNvSpPr txBox="1">
            <a:spLocks/>
          </p:cNvSpPr>
          <p:nvPr userDrawn="1"/>
        </p:nvSpPr>
        <p:spPr>
          <a:xfrm>
            <a:off x="5019324" y="5073239"/>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333" b="0" i="0">
              <a:solidFill>
                <a:srgbClr val="333333"/>
              </a:solidFill>
              <a:latin typeface="Museo Sans 500" panose="02000000000000000000" pitchFamily="2" charset="77"/>
            </a:endParaRPr>
          </a:p>
        </p:txBody>
      </p:sp>
      <p:sp>
        <p:nvSpPr>
          <p:cNvPr id="61" name="Text Placeholder 18">
            <a:extLst>
              <a:ext uri="{FF2B5EF4-FFF2-40B4-BE49-F238E27FC236}">
                <a16:creationId xmlns:a16="http://schemas.microsoft.com/office/drawing/2014/main" id="{5AAA151E-9974-750C-684F-94B1BC62E5D0}"/>
              </a:ext>
            </a:extLst>
          </p:cNvPr>
          <p:cNvSpPr>
            <a:spLocks noGrp="1"/>
          </p:cNvSpPr>
          <p:nvPr>
            <p:ph type="body" sz="quarter" idx="28" hasCustomPrompt="1"/>
          </p:nvPr>
        </p:nvSpPr>
        <p:spPr>
          <a:xfrm>
            <a:off x="5020358" y="5073239"/>
            <a:ext cx="2151803" cy="824992"/>
          </a:xfrm>
        </p:spPr>
        <p:txBody>
          <a:bodyPr lIns="0" tIns="0" rIns="0" bIns="0" anchor="ctr" anchorCtr="0">
            <a:noAutofit/>
          </a:bodyPr>
          <a:lstStyle>
            <a:lvl1pPr marL="0" indent="0" algn="ctr">
              <a:lnSpc>
                <a:spcPct val="100000"/>
              </a:lnSpc>
              <a:buFontTx/>
              <a:buNone/>
              <a:defRPr sz="1333" b="0" i="0">
                <a:solidFill>
                  <a:srgbClr val="333333"/>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62" name="TextBox 61">
            <a:extLst>
              <a:ext uri="{FF2B5EF4-FFF2-40B4-BE49-F238E27FC236}">
                <a16:creationId xmlns:a16="http://schemas.microsoft.com/office/drawing/2014/main" id="{E2320B2A-767E-15E8-6DAF-9B21E15C93B5}"/>
              </a:ext>
            </a:extLst>
          </p:cNvPr>
          <p:cNvSpPr txBox="1">
            <a:spLocks/>
          </p:cNvSpPr>
          <p:nvPr userDrawn="1"/>
        </p:nvSpPr>
        <p:spPr>
          <a:xfrm>
            <a:off x="9607880" y="5073239"/>
            <a:ext cx="2152320" cy="824992"/>
          </a:xfrm>
          <a:prstGeom prst="roundRect">
            <a:avLst>
              <a:gd name="adj" fmla="val 12190"/>
            </a:avLst>
          </a:prstGeom>
          <a:solidFill>
            <a:srgbClr val="EEEEEE"/>
          </a:solidFill>
        </p:spPr>
        <p:txBody>
          <a:bodyPr wrap="square" lIns="0" tIns="0" rIns="0" rtlCol="0" anchor="ctr" anchorCtr="0">
            <a:noAutofit/>
          </a:bodyPr>
          <a:lstStyle/>
          <a:p>
            <a:pPr algn="ctr"/>
            <a:endParaRPr lang="en-US" sz="1333" b="0" i="0">
              <a:solidFill>
                <a:srgbClr val="333333"/>
              </a:solidFill>
              <a:latin typeface="Museo Sans 500" panose="02000000000000000000" pitchFamily="2" charset="77"/>
            </a:endParaRPr>
          </a:p>
        </p:txBody>
      </p:sp>
      <p:sp>
        <p:nvSpPr>
          <p:cNvPr id="13" name="Text Placeholder 18">
            <a:extLst>
              <a:ext uri="{FF2B5EF4-FFF2-40B4-BE49-F238E27FC236}">
                <a16:creationId xmlns:a16="http://schemas.microsoft.com/office/drawing/2014/main" id="{160978D5-9A34-57DA-8939-23730E34CC33}"/>
              </a:ext>
            </a:extLst>
          </p:cNvPr>
          <p:cNvSpPr>
            <a:spLocks noGrp="1"/>
          </p:cNvSpPr>
          <p:nvPr>
            <p:ph type="body" sz="quarter" idx="34" hasCustomPrompt="1"/>
          </p:nvPr>
        </p:nvSpPr>
        <p:spPr>
          <a:xfrm>
            <a:off x="9608840" y="3114655"/>
            <a:ext cx="2151803" cy="824992"/>
          </a:xfrm>
        </p:spPr>
        <p:txBody>
          <a:bodyPr lIns="0" tIns="0" rIns="0" bIns="0" anchor="ctr" anchorCtr="0">
            <a:noAutofit/>
          </a:bodyPr>
          <a:lstStyle>
            <a:lvl1pPr marL="0" indent="0" algn="ctr">
              <a:lnSpc>
                <a:spcPct val="100000"/>
              </a:lnSpc>
              <a:buFontTx/>
              <a:buNone/>
              <a:defRPr sz="1467"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15" name="Text Placeholder 18">
            <a:extLst>
              <a:ext uri="{FF2B5EF4-FFF2-40B4-BE49-F238E27FC236}">
                <a16:creationId xmlns:a16="http://schemas.microsoft.com/office/drawing/2014/main" id="{0EB6E3A2-C257-5D46-BB8B-39AF7FA5C527}"/>
              </a:ext>
            </a:extLst>
          </p:cNvPr>
          <p:cNvSpPr>
            <a:spLocks noGrp="1"/>
          </p:cNvSpPr>
          <p:nvPr>
            <p:ph type="body" sz="quarter" idx="35" hasCustomPrompt="1"/>
          </p:nvPr>
        </p:nvSpPr>
        <p:spPr>
          <a:xfrm>
            <a:off x="9608840" y="4090013"/>
            <a:ext cx="2151803" cy="824992"/>
          </a:xfrm>
        </p:spPr>
        <p:txBody>
          <a:bodyPr lIns="0" tIns="0" rIns="0" bIns="0" anchor="ctr" anchorCtr="0">
            <a:noAutofit/>
          </a:bodyPr>
          <a:lstStyle>
            <a:lvl1pPr marL="0" indent="0" algn="ctr">
              <a:lnSpc>
                <a:spcPct val="100000"/>
              </a:lnSpc>
              <a:buFontTx/>
              <a:buNone/>
              <a:defRPr sz="1333" b="0" i="0">
                <a:solidFill>
                  <a:srgbClr val="333333"/>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18" name="Text Placeholder 18">
            <a:extLst>
              <a:ext uri="{FF2B5EF4-FFF2-40B4-BE49-F238E27FC236}">
                <a16:creationId xmlns:a16="http://schemas.microsoft.com/office/drawing/2014/main" id="{800B951B-E6B3-74D7-7888-9C8564CC9A6E}"/>
              </a:ext>
            </a:extLst>
          </p:cNvPr>
          <p:cNvSpPr>
            <a:spLocks noGrp="1"/>
          </p:cNvSpPr>
          <p:nvPr>
            <p:ph type="body" sz="quarter" idx="36" hasCustomPrompt="1"/>
          </p:nvPr>
        </p:nvSpPr>
        <p:spPr>
          <a:xfrm>
            <a:off x="9608840" y="5073239"/>
            <a:ext cx="2151803" cy="824992"/>
          </a:xfrm>
        </p:spPr>
        <p:txBody>
          <a:bodyPr lIns="0" tIns="0" rIns="0" bIns="0" anchor="ctr" anchorCtr="0">
            <a:noAutofit/>
          </a:bodyPr>
          <a:lstStyle>
            <a:lvl1pPr marL="0" indent="0" algn="ctr">
              <a:lnSpc>
                <a:spcPct val="100000"/>
              </a:lnSpc>
              <a:buFontTx/>
              <a:buNone/>
              <a:defRPr sz="1333" b="0" i="0">
                <a:solidFill>
                  <a:srgbClr val="333333"/>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 text styles</a:t>
            </a:r>
          </a:p>
        </p:txBody>
      </p:sp>
      <p:sp>
        <p:nvSpPr>
          <p:cNvPr id="9" name="TextBox 8">
            <a:extLst>
              <a:ext uri="{FF2B5EF4-FFF2-40B4-BE49-F238E27FC236}">
                <a16:creationId xmlns:a16="http://schemas.microsoft.com/office/drawing/2014/main" id="{A73D8F19-EC61-597A-85E8-8CA01953D78E}"/>
              </a:ext>
            </a:extLst>
          </p:cNvPr>
          <p:cNvSpPr txBox="1"/>
          <p:nvPr userDrawn="1"/>
        </p:nvSpPr>
        <p:spPr>
          <a:xfrm>
            <a:off x="12837459" y="-778"/>
            <a:ext cx="2510117" cy="1734449"/>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This grid slide can be used for purposes such as itineraries.</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Please do not try to squeeze more sections in, or change the size of sections. </a:t>
            </a:r>
            <a:br>
              <a:rPr lang="en-GB" sz="1067" b="0" i="0">
                <a:solidFill>
                  <a:srgbClr val="333333"/>
                </a:solidFill>
                <a:latin typeface="Museo Sans 500" panose="02000000000000000000" pitchFamily="2" charset="77"/>
              </a:rPr>
            </a:b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If you need more sections, please duplicate the slide and spread the information out.</a:t>
            </a:r>
          </a:p>
        </p:txBody>
      </p:sp>
      <p:grpSp>
        <p:nvGrpSpPr>
          <p:cNvPr id="10" name="Group 9">
            <a:extLst>
              <a:ext uri="{FF2B5EF4-FFF2-40B4-BE49-F238E27FC236}">
                <a16:creationId xmlns:a16="http://schemas.microsoft.com/office/drawing/2014/main" id="{3000D12E-C0CE-685F-CE55-5175A8458ABB}"/>
              </a:ext>
            </a:extLst>
          </p:cNvPr>
          <p:cNvGrpSpPr/>
          <p:nvPr userDrawn="1"/>
        </p:nvGrpSpPr>
        <p:grpSpPr>
          <a:xfrm>
            <a:off x="10609008" y="6203793"/>
            <a:ext cx="1111864" cy="408104"/>
            <a:chOff x="397414" y="755885"/>
            <a:chExt cx="2901256" cy="1064892"/>
          </a:xfrm>
        </p:grpSpPr>
        <p:grpSp>
          <p:nvGrpSpPr>
            <p:cNvPr id="20" name="Graphic 4">
              <a:extLst>
                <a:ext uri="{FF2B5EF4-FFF2-40B4-BE49-F238E27FC236}">
                  <a16:creationId xmlns:a16="http://schemas.microsoft.com/office/drawing/2014/main" id="{0CDCEE8A-A36E-4104-8FF9-E3AD6CAB1667}"/>
                </a:ext>
              </a:extLst>
            </p:cNvPr>
            <p:cNvGrpSpPr/>
            <p:nvPr/>
          </p:nvGrpSpPr>
          <p:grpSpPr>
            <a:xfrm>
              <a:off x="397414" y="755885"/>
              <a:ext cx="1031033" cy="1064892"/>
              <a:chOff x="397414" y="755885"/>
              <a:chExt cx="1031033" cy="1064892"/>
            </a:xfrm>
          </p:grpSpPr>
          <p:sp>
            <p:nvSpPr>
              <p:cNvPr id="73" name="Freeform 72">
                <a:extLst>
                  <a:ext uri="{FF2B5EF4-FFF2-40B4-BE49-F238E27FC236}">
                    <a16:creationId xmlns:a16="http://schemas.microsoft.com/office/drawing/2014/main" id="{9E7F2C4F-F661-E1E8-A2B9-E6AA41E898F8}"/>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74" name="Freeform 73">
                <a:extLst>
                  <a:ext uri="{FF2B5EF4-FFF2-40B4-BE49-F238E27FC236}">
                    <a16:creationId xmlns:a16="http://schemas.microsoft.com/office/drawing/2014/main" id="{E8ED8EF1-B95B-0BAA-0468-BA9711B569B1}"/>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75" name="Freeform 74">
                <a:extLst>
                  <a:ext uri="{FF2B5EF4-FFF2-40B4-BE49-F238E27FC236}">
                    <a16:creationId xmlns:a16="http://schemas.microsoft.com/office/drawing/2014/main" id="{75A0D678-DBC5-AFC5-CEED-D2B52AE6A387}"/>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21" name="Graphic 4">
              <a:extLst>
                <a:ext uri="{FF2B5EF4-FFF2-40B4-BE49-F238E27FC236}">
                  <a16:creationId xmlns:a16="http://schemas.microsoft.com/office/drawing/2014/main" id="{7194DB28-6B56-2207-F216-9EEAFBA3F1A8}"/>
                </a:ext>
              </a:extLst>
            </p:cNvPr>
            <p:cNvGrpSpPr/>
            <p:nvPr/>
          </p:nvGrpSpPr>
          <p:grpSpPr>
            <a:xfrm>
              <a:off x="1208140" y="933050"/>
              <a:ext cx="2090530" cy="573060"/>
              <a:chOff x="1208140" y="933050"/>
              <a:chExt cx="2090530" cy="573060"/>
            </a:xfrm>
            <a:solidFill>
              <a:srgbClr val="333333"/>
            </a:solidFill>
          </p:grpSpPr>
          <p:sp>
            <p:nvSpPr>
              <p:cNvPr id="22" name="Freeform 21">
                <a:extLst>
                  <a:ext uri="{FF2B5EF4-FFF2-40B4-BE49-F238E27FC236}">
                    <a16:creationId xmlns:a16="http://schemas.microsoft.com/office/drawing/2014/main" id="{A0379D96-5516-A920-CC3A-433E86FA53E7}"/>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99A369B1-7A49-6DE8-3FE7-36E9E5FAC39E}"/>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F77A0363-8BD4-093B-C1F7-951B64C67C61}"/>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8" name="Freeform 37">
                <a:extLst>
                  <a:ext uri="{FF2B5EF4-FFF2-40B4-BE49-F238E27FC236}">
                    <a16:creationId xmlns:a16="http://schemas.microsoft.com/office/drawing/2014/main" id="{D8F598EC-A063-3233-F038-05651F0AB41A}"/>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1" name="Freeform 40">
                <a:extLst>
                  <a:ext uri="{FF2B5EF4-FFF2-40B4-BE49-F238E27FC236}">
                    <a16:creationId xmlns:a16="http://schemas.microsoft.com/office/drawing/2014/main" id="{91637FAE-986F-8307-AC23-28503A0ED5B4}"/>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2" name="Freeform 41">
                <a:extLst>
                  <a:ext uri="{FF2B5EF4-FFF2-40B4-BE49-F238E27FC236}">
                    <a16:creationId xmlns:a16="http://schemas.microsoft.com/office/drawing/2014/main" id="{A32EBCA0-1A74-8C0D-C0E9-C2049B0F985A}"/>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3" name="Freeform 42">
                <a:extLst>
                  <a:ext uri="{FF2B5EF4-FFF2-40B4-BE49-F238E27FC236}">
                    <a16:creationId xmlns:a16="http://schemas.microsoft.com/office/drawing/2014/main" id="{FD25D355-A5A5-4876-3231-060CFBFE6803}"/>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4" name="Freeform 43">
                <a:extLst>
                  <a:ext uri="{FF2B5EF4-FFF2-40B4-BE49-F238E27FC236}">
                    <a16:creationId xmlns:a16="http://schemas.microsoft.com/office/drawing/2014/main" id="{57F198CB-EB2D-C60A-6861-1F8C74800F0F}"/>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5" name="Freeform 44">
                <a:extLst>
                  <a:ext uri="{FF2B5EF4-FFF2-40B4-BE49-F238E27FC236}">
                    <a16:creationId xmlns:a16="http://schemas.microsoft.com/office/drawing/2014/main" id="{E4A555D0-0CD9-7B63-CF8A-4EE30C5D9C21}"/>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6" name="Freeform 45">
                <a:extLst>
                  <a:ext uri="{FF2B5EF4-FFF2-40B4-BE49-F238E27FC236}">
                    <a16:creationId xmlns:a16="http://schemas.microsoft.com/office/drawing/2014/main" id="{53E3101A-BB02-F6E8-E3B9-936AC96698EA}"/>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7" name="Freeform 46">
                <a:extLst>
                  <a:ext uri="{FF2B5EF4-FFF2-40B4-BE49-F238E27FC236}">
                    <a16:creationId xmlns:a16="http://schemas.microsoft.com/office/drawing/2014/main" id="{4A75A01B-2FDC-B118-47A0-D7B274E5F716}"/>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8" name="Freeform 47">
                <a:extLst>
                  <a:ext uri="{FF2B5EF4-FFF2-40B4-BE49-F238E27FC236}">
                    <a16:creationId xmlns:a16="http://schemas.microsoft.com/office/drawing/2014/main" id="{629ACF41-67F9-A405-06E9-0CD509B70DAA}"/>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9" name="Freeform 48">
                <a:extLst>
                  <a:ext uri="{FF2B5EF4-FFF2-40B4-BE49-F238E27FC236}">
                    <a16:creationId xmlns:a16="http://schemas.microsoft.com/office/drawing/2014/main" id="{5EDF202D-6BF6-7EF1-8B50-7592CF89E23B}"/>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0" name="Freeform 49">
                <a:extLst>
                  <a:ext uri="{FF2B5EF4-FFF2-40B4-BE49-F238E27FC236}">
                    <a16:creationId xmlns:a16="http://schemas.microsoft.com/office/drawing/2014/main" id="{08557BC8-FAF2-3E13-5AC4-607ED8524A01}"/>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1" name="Freeform 50">
                <a:extLst>
                  <a:ext uri="{FF2B5EF4-FFF2-40B4-BE49-F238E27FC236}">
                    <a16:creationId xmlns:a16="http://schemas.microsoft.com/office/drawing/2014/main" id="{C6F9899B-CA64-1168-BE9D-A9DAB67B770C}"/>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2" name="Freeform 51">
                <a:extLst>
                  <a:ext uri="{FF2B5EF4-FFF2-40B4-BE49-F238E27FC236}">
                    <a16:creationId xmlns:a16="http://schemas.microsoft.com/office/drawing/2014/main" id="{FB8561BE-675C-39B5-A7E7-36BBAF918D8F}"/>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3" name="Freeform 52">
                <a:extLst>
                  <a:ext uri="{FF2B5EF4-FFF2-40B4-BE49-F238E27FC236}">
                    <a16:creationId xmlns:a16="http://schemas.microsoft.com/office/drawing/2014/main" id="{E789BD84-F0D4-07CE-E431-C95A95150BF2}"/>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3" name="Freeform 62">
                <a:extLst>
                  <a:ext uri="{FF2B5EF4-FFF2-40B4-BE49-F238E27FC236}">
                    <a16:creationId xmlns:a16="http://schemas.microsoft.com/office/drawing/2014/main" id="{6C3F82B9-6CF0-979F-31F1-4FC9B8E9D755}"/>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80" name="Text Placeholder 24">
            <a:extLst>
              <a:ext uri="{FF2B5EF4-FFF2-40B4-BE49-F238E27FC236}">
                <a16:creationId xmlns:a16="http://schemas.microsoft.com/office/drawing/2014/main" id="{8EC19B1D-AA2D-BAA4-639D-0FCD109D3D66}"/>
              </a:ext>
            </a:extLst>
          </p:cNvPr>
          <p:cNvSpPr>
            <a:spLocks noGrp="1"/>
          </p:cNvSpPr>
          <p:nvPr>
            <p:ph type="body" sz="quarter" idx="14"/>
          </p:nvPr>
        </p:nvSpPr>
        <p:spPr>
          <a:xfrm>
            <a:off x="7180997" y="966143"/>
            <a:ext cx="4579203" cy="1131759"/>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pic>
        <p:nvPicPr>
          <p:cNvPr id="82" name="Graphic 81">
            <a:extLst>
              <a:ext uri="{FF2B5EF4-FFF2-40B4-BE49-F238E27FC236}">
                <a16:creationId xmlns:a16="http://schemas.microsoft.com/office/drawing/2014/main" id="{37FA7B91-6E0C-E756-C4F7-A12430565690}"/>
              </a:ext>
            </a:extLst>
          </p:cNvPr>
          <p:cNvPicPr>
            <a:picLocks/>
          </p:cNvPicPr>
          <p:nvPr userDrawn="1"/>
        </p:nvPicPr>
        <p:blipFill>
          <a:blip>
            <a:extLst>
              <a:ext uri="{96DAC541-7B7A-43D3-8B79-37D633B846F1}">
                <asvg:svgBlip xmlns:asvg="http://schemas.microsoft.com/office/drawing/2016/SVG/main" r:embed="rId3"/>
              </a:ext>
            </a:extLst>
          </a:blip>
          <a:stretch>
            <a:fillRect/>
          </a:stretch>
        </p:blipFill>
        <p:spPr>
          <a:xfrm>
            <a:off x="408000" y="408000"/>
            <a:ext cx="11400000" cy="192000"/>
          </a:xfrm>
          <a:prstGeom prst="rect">
            <a:avLst/>
          </a:prstGeom>
        </p:spPr>
      </p:pic>
      <p:sp>
        <p:nvSpPr>
          <p:cNvPr id="83" name="Slide Number Placeholder 5">
            <a:extLst>
              <a:ext uri="{FF2B5EF4-FFF2-40B4-BE49-F238E27FC236}">
                <a16:creationId xmlns:a16="http://schemas.microsoft.com/office/drawing/2014/main" id="{F41A787C-16D2-7C77-3CC2-0F5949D61E0E}"/>
              </a:ext>
            </a:extLst>
          </p:cNvPr>
          <p:cNvSpPr>
            <a:spLocks noGrp="1"/>
          </p:cNvSpPr>
          <p:nvPr>
            <p:ph type="sldNum" sz="quarter" idx="12"/>
          </p:nvPr>
        </p:nvSpPr>
        <p:spPr>
          <a:xfrm>
            <a:off x="11273400" y="402113"/>
            <a:ext cx="480000" cy="203143"/>
          </a:xfrm>
        </p:spPr>
        <p:txBody>
          <a:bodyPr/>
          <a:lstStyle>
            <a:lvl1pPr>
              <a:defRPr sz="800" b="0" i="0">
                <a:solidFill>
                  <a:schemeClr val="tx1"/>
                </a:solidFill>
                <a:latin typeface="Museo Sans 500" panose="02000000000000000000" pitchFamily="2" charset="77"/>
              </a:defRPr>
            </a:lvl1pPr>
          </a:lstStyle>
          <a:p>
            <a:fld id="{837EA21B-C1CD-FF4F-B5B3-C7F194F4D1C4}" type="slidenum">
              <a:rPr lang="en-US" smtClean="0"/>
              <a:pPr/>
              <a:t>‹#›</a:t>
            </a:fld>
            <a:endParaRPr lang="en-US"/>
          </a:p>
        </p:txBody>
      </p:sp>
      <p:sp>
        <p:nvSpPr>
          <p:cNvPr id="86" name="Text Placeholder 18">
            <a:extLst>
              <a:ext uri="{FF2B5EF4-FFF2-40B4-BE49-F238E27FC236}">
                <a16:creationId xmlns:a16="http://schemas.microsoft.com/office/drawing/2014/main" id="{2B095656-8266-B697-C432-2C45262ED6C6}"/>
              </a:ext>
            </a:extLst>
          </p:cNvPr>
          <p:cNvSpPr>
            <a:spLocks noGrp="1"/>
          </p:cNvSpPr>
          <p:nvPr>
            <p:ph type="body" sz="quarter" idx="13" hasCustomPrompt="1"/>
          </p:nvPr>
        </p:nvSpPr>
        <p:spPr>
          <a:xfrm>
            <a:off x="408000" y="936001"/>
            <a:ext cx="5688000" cy="962247"/>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a:t>
            </a:r>
          </a:p>
        </p:txBody>
      </p:sp>
      <p:sp>
        <p:nvSpPr>
          <p:cNvPr id="87" name="Text Placeholder 24">
            <a:extLst>
              <a:ext uri="{FF2B5EF4-FFF2-40B4-BE49-F238E27FC236}">
                <a16:creationId xmlns:a16="http://schemas.microsoft.com/office/drawing/2014/main" id="{29A8A10B-3B37-FF05-D5CC-297BD8C85B88}"/>
              </a:ext>
            </a:extLst>
          </p:cNvPr>
          <p:cNvSpPr>
            <a:spLocks noGrp="1"/>
          </p:cNvSpPr>
          <p:nvPr>
            <p:ph type="body" sz="quarter" idx="39"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2" name="TextBox 1">
            <a:extLst>
              <a:ext uri="{FF2B5EF4-FFF2-40B4-BE49-F238E27FC236}">
                <a16:creationId xmlns:a16="http://schemas.microsoft.com/office/drawing/2014/main" id="{CE28AF15-7F86-636F-7E98-6F971B5884F3}"/>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3" name="TextBox 2">
            <a:extLst>
              <a:ext uri="{FF2B5EF4-FFF2-40B4-BE49-F238E27FC236}">
                <a16:creationId xmlns:a16="http://schemas.microsoft.com/office/drawing/2014/main" id="{8C0E391E-0314-FAC1-CD4C-0EBCA7728D80}"/>
              </a:ext>
            </a:extLst>
          </p:cNvPr>
          <p:cNvSpPr txBox="1"/>
          <p:nvPr userDrawn="1"/>
        </p:nvSpPr>
        <p:spPr>
          <a:xfrm>
            <a:off x="1515166" y="410216"/>
            <a:ext cx="1749197" cy="200055"/>
          </a:xfrm>
          <a:prstGeom prst="rect">
            <a:avLst/>
          </a:prstGeom>
          <a:noFill/>
        </p:spPr>
        <p:txBody>
          <a:bodyPr wrap="none" rtlCol="0">
            <a:spAutoFit/>
          </a:bodyPr>
          <a:lstStyle/>
          <a:p>
            <a:r>
              <a:rPr lang="en-US" sz="700"/>
              <a:t>Automation </a:t>
            </a:r>
            <a:r>
              <a:rPr lang="en-US" sz="700" err="1"/>
              <a:t>Anywhere’s</a:t>
            </a:r>
            <a:r>
              <a:rPr lang="en-US" sz="700"/>
              <a:t> APA Platform</a:t>
            </a:r>
          </a:p>
        </p:txBody>
      </p:sp>
    </p:spTree>
    <p:extLst>
      <p:ext uri="{BB962C8B-B14F-4D97-AF65-F5344CB8AC3E}">
        <p14:creationId xmlns:p14="http://schemas.microsoft.com/office/powerpoint/2010/main" val="299729760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able B">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B9F2690-0046-8E43-D8DE-7C97749C6809}"/>
              </a:ext>
            </a:extLst>
          </p:cNvPr>
          <p:cNvGraphicFramePr>
            <a:graphicFrameLocks noGrp="1"/>
          </p:cNvGraphicFramePr>
          <p:nvPr userDrawn="1">
            <p:extLst>
              <p:ext uri="{D42A27DB-BD31-4B8C-83A1-F6EECF244321}">
                <p14:modId xmlns:p14="http://schemas.microsoft.com/office/powerpoint/2010/main" val="2823015103"/>
              </p:ext>
            </p:extLst>
          </p:nvPr>
        </p:nvGraphicFramePr>
        <p:xfrm>
          <a:off x="417811" y="2515520"/>
          <a:ext cx="11380380" cy="1656508"/>
        </p:xfrm>
        <a:graphic>
          <a:graphicData uri="http://schemas.openxmlformats.org/drawingml/2006/table">
            <a:tbl>
              <a:tblPr firstRow="1" bandRow="1">
                <a:tableStyleId>{5C22544A-7EE6-4342-B048-85BDC9FD1C3A}</a:tableStyleId>
              </a:tblPr>
              <a:tblGrid>
                <a:gridCol w="2845095">
                  <a:extLst>
                    <a:ext uri="{9D8B030D-6E8A-4147-A177-3AD203B41FA5}">
                      <a16:colId xmlns:a16="http://schemas.microsoft.com/office/drawing/2014/main" val="2953749970"/>
                    </a:ext>
                  </a:extLst>
                </a:gridCol>
                <a:gridCol w="2845095">
                  <a:extLst>
                    <a:ext uri="{9D8B030D-6E8A-4147-A177-3AD203B41FA5}">
                      <a16:colId xmlns:a16="http://schemas.microsoft.com/office/drawing/2014/main" val="2200142871"/>
                    </a:ext>
                  </a:extLst>
                </a:gridCol>
                <a:gridCol w="2845095">
                  <a:extLst>
                    <a:ext uri="{9D8B030D-6E8A-4147-A177-3AD203B41FA5}">
                      <a16:colId xmlns:a16="http://schemas.microsoft.com/office/drawing/2014/main" val="2376788986"/>
                    </a:ext>
                  </a:extLst>
                </a:gridCol>
                <a:gridCol w="2845095">
                  <a:extLst>
                    <a:ext uri="{9D8B030D-6E8A-4147-A177-3AD203B41FA5}">
                      <a16:colId xmlns:a16="http://schemas.microsoft.com/office/drawing/2014/main" val="4266094069"/>
                    </a:ext>
                  </a:extLst>
                </a:gridCol>
              </a:tblGrid>
              <a:tr h="414127">
                <a:tc>
                  <a:txBody>
                    <a:bodyPr/>
                    <a:lstStyle/>
                    <a:p>
                      <a:r>
                        <a:rPr lang="en-US" sz="1600" b="1" i="0">
                          <a:solidFill>
                            <a:srgbClr val="FF5A10"/>
                          </a:solidFill>
                          <a:latin typeface="Museo Sans 900" panose="02000000000000000000" pitchFamily="2" charset="77"/>
                        </a:rPr>
                        <a:t>Tab Title</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5A1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1" i="0">
                          <a:solidFill>
                            <a:srgbClr val="FF5A10"/>
                          </a:solidFill>
                          <a:latin typeface="Museo Sans 900" panose="02000000000000000000" pitchFamily="2" charset="77"/>
                        </a:rPr>
                        <a:t>Tab Title</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5A1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1" i="0">
                          <a:solidFill>
                            <a:srgbClr val="FF5A10"/>
                          </a:solidFill>
                          <a:latin typeface="Museo Sans 900" panose="02000000000000000000" pitchFamily="2" charset="77"/>
                        </a:rPr>
                        <a:t>Tab Title</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5A1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1" i="0">
                          <a:solidFill>
                            <a:srgbClr val="FF5A10"/>
                          </a:solidFill>
                          <a:latin typeface="Museo Sans 900" panose="02000000000000000000" pitchFamily="2" charset="77"/>
                        </a:rPr>
                        <a:t>Tab Title</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5A1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7555641"/>
                  </a:ext>
                </a:extLst>
              </a:tr>
              <a:tr h="414127">
                <a:tc>
                  <a:txBody>
                    <a:bodyPr/>
                    <a:lstStyle/>
                    <a:p>
                      <a:r>
                        <a:rPr lang="en-US" sz="1200" b="0" i="0">
                          <a:solidFill>
                            <a:srgbClr val="FF5A10"/>
                          </a:solidFill>
                          <a:latin typeface="Museo Sans 500" panose="02000000000000000000" pitchFamily="2" charset="77"/>
                        </a:rPr>
                        <a:t>This is info</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FF5A10"/>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FF5A10"/>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FF5A10"/>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FF5A10"/>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extLst>
                  <a:ext uri="{0D108BD9-81ED-4DB2-BD59-A6C34878D82A}">
                    <a16:rowId xmlns:a16="http://schemas.microsoft.com/office/drawing/2014/main" val="3310869499"/>
                  </a:ext>
                </a:extLst>
              </a:tr>
              <a:tr h="41412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873474"/>
                  </a:ext>
                </a:extLst>
              </a:tr>
              <a:tr h="41412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extLst>
                  <a:ext uri="{0D108BD9-81ED-4DB2-BD59-A6C34878D82A}">
                    <a16:rowId xmlns:a16="http://schemas.microsoft.com/office/drawing/2014/main" val="4107531673"/>
                  </a:ext>
                </a:extLst>
              </a:tr>
            </a:tbl>
          </a:graphicData>
        </a:graphic>
      </p:graphicFrame>
      <p:graphicFrame>
        <p:nvGraphicFramePr>
          <p:cNvPr id="5" name="Table 4">
            <a:extLst>
              <a:ext uri="{FF2B5EF4-FFF2-40B4-BE49-F238E27FC236}">
                <a16:creationId xmlns:a16="http://schemas.microsoft.com/office/drawing/2014/main" id="{62020748-D4FA-0590-742D-90D6113BFC63}"/>
              </a:ext>
            </a:extLst>
          </p:cNvPr>
          <p:cNvGraphicFramePr>
            <a:graphicFrameLocks noGrp="1"/>
          </p:cNvGraphicFramePr>
          <p:nvPr userDrawn="1">
            <p:extLst>
              <p:ext uri="{D42A27DB-BD31-4B8C-83A1-F6EECF244321}">
                <p14:modId xmlns:p14="http://schemas.microsoft.com/office/powerpoint/2010/main" val="3067018860"/>
              </p:ext>
            </p:extLst>
          </p:nvPr>
        </p:nvGraphicFramePr>
        <p:xfrm>
          <a:off x="417811" y="4244759"/>
          <a:ext cx="11380380" cy="1656508"/>
        </p:xfrm>
        <a:graphic>
          <a:graphicData uri="http://schemas.openxmlformats.org/drawingml/2006/table">
            <a:tbl>
              <a:tblPr firstRow="1" bandRow="1">
                <a:tableStyleId>{5C22544A-7EE6-4342-B048-85BDC9FD1C3A}</a:tableStyleId>
              </a:tblPr>
              <a:tblGrid>
                <a:gridCol w="2845095">
                  <a:extLst>
                    <a:ext uri="{9D8B030D-6E8A-4147-A177-3AD203B41FA5}">
                      <a16:colId xmlns:a16="http://schemas.microsoft.com/office/drawing/2014/main" val="2953749970"/>
                    </a:ext>
                  </a:extLst>
                </a:gridCol>
                <a:gridCol w="2845095">
                  <a:extLst>
                    <a:ext uri="{9D8B030D-6E8A-4147-A177-3AD203B41FA5}">
                      <a16:colId xmlns:a16="http://schemas.microsoft.com/office/drawing/2014/main" val="2200142871"/>
                    </a:ext>
                  </a:extLst>
                </a:gridCol>
                <a:gridCol w="2845095">
                  <a:extLst>
                    <a:ext uri="{9D8B030D-6E8A-4147-A177-3AD203B41FA5}">
                      <a16:colId xmlns:a16="http://schemas.microsoft.com/office/drawing/2014/main" val="2376788986"/>
                    </a:ext>
                  </a:extLst>
                </a:gridCol>
                <a:gridCol w="2845095">
                  <a:extLst>
                    <a:ext uri="{9D8B030D-6E8A-4147-A177-3AD203B41FA5}">
                      <a16:colId xmlns:a16="http://schemas.microsoft.com/office/drawing/2014/main" val="4266094069"/>
                    </a:ext>
                  </a:extLst>
                </a:gridCol>
              </a:tblGrid>
              <a:tr h="414127">
                <a:tc>
                  <a:txBody>
                    <a:bodyPr/>
                    <a:lstStyle/>
                    <a:p>
                      <a:r>
                        <a:rPr lang="en-US" sz="1600" b="1" i="0">
                          <a:solidFill>
                            <a:srgbClr val="FF5A10"/>
                          </a:solidFill>
                          <a:latin typeface="Museo Sans 900" panose="02000000000000000000" pitchFamily="2" charset="77"/>
                        </a:rPr>
                        <a:t>Tab Title</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5A1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1" i="0">
                          <a:solidFill>
                            <a:srgbClr val="FF5A10"/>
                          </a:solidFill>
                          <a:latin typeface="Museo Sans 900" panose="02000000000000000000" pitchFamily="2" charset="77"/>
                        </a:rPr>
                        <a:t>Tab Title</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5A1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1" i="0">
                          <a:solidFill>
                            <a:srgbClr val="FF5A10"/>
                          </a:solidFill>
                          <a:latin typeface="Museo Sans 900" panose="02000000000000000000" pitchFamily="2" charset="77"/>
                        </a:rPr>
                        <a:t>Tab Title</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5A1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1" i="0">
                          <a:solidFill>
                            <a:srgbClr val="FF5A10"/>
                          </a:solidFill>
                          <a:latin typeface="Museo Sans 900" panose="02000000000000000000" pitchFamily="2" charset="77"/>
                        </a:rPr>
                        <a:t>Tab Title</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5A1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7555641"/>
                  </a:ext>
                </a:extLst>
              </a:tr>
              <a:tr h="414127">
                <a:tc>
                  <a:txBody>
                    <a:bodyPr/>
                    <a:lstStyle/>
                    <a:p>
                      <a:r>
                        <a:rPr lang="en-US" sz="1200" b="0" i="0">
                          <a:solidFill>
                            <a:srgbClr val="FF5A10"/>
                          </a:solidFill>
                          <a:latin typeface="Museo Sans 500" panose="02000000000000000000" pitchFamily="2" charset="77"/>
                        </a:rPr>
                        <a:t>This is info</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FF5A10"/>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FF5A10"/>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FF5A10"/>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FF5A10"/>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extLst>
                  <a:ext uri="{0D108BD9-81ED-4DB2-BD59-A6C34878D82A}">
                    <a16:rowId xmlns:a16="http://schemas.microsoft.com/office/drawing/2014/main" val="3310869499"/>
                  </a:ext>
                </a:extLst>
              </a:tr>
              <a:tr h="41412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873474"/>
                  </a:ext>
                </a:extLst>
              </a:tr>
              <a:tr h="41412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a:solidFill>
                            <a:srgbClr val="FF5A10"/>
                          </a:solidFill>
                          <a:latin typeface="Museo Sans 500" panose="02000000000000000000" pitchFamily="2" charset="77"/>
                        </a:rPr>
                        <a:t>This is info</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extLst>
                  <a:ext uri="{0D108BD9-81ED-4DB2-BD59-A6C34878D82A}">
                    <a16:rowId xmlns:a16="http://schemas.microsoft.com/office/drawing/2014/main" val="4107531673"/>
                  </a:ext>
                </a:extLst>
              </a:tr>
            </a:tbl>
          </a:graphicData>
        </a:graphic>
      </p:graphicFrame>
      <p:sp>
        <p:nvSpPr>
          <p:cNvPr id="8" name="TextBox 7">
            <a:extLst>
              <a:ext uri="{FF2B5EF4-FFF2-40B4-BE49-F238E27FC236}">
                <a16:creationId xmlns:a16="http://schemas.microsoft.com/office/drawing/2014/main" id="{9CBEC4CA-39D2-E59D-051E-C9C0EB5072BD}"/>
              </a:ext>
            </a:extLst>
          </p:cNvPr>
          <p:cNvSpPr txBox="1"/>
          <p:nvPr userDrawn="1"/>
        </p:nvSpPr>
        <p:spPr>
          <a:xfrm>
            <a:off x="12837459" y="-778"/>
            <a:ext cx="2510117" cy="1406026"/>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The table is built into the presentation.</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To edit, click the table and add whatever data you want. </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You can add more columns and rows if needed.</a:t>
            </a:r>
          </a:p>
        </p:txBody>
      </p:sp>
      <p:grpSp>
        <p:nvGrpSpPr>
          <p:cNvPr id="9" name="Group 8">
            <a:extLst>
              <a:ext uri="{FF2B5EF4-FFF2-40B4-BE49-F238E27FC236}">
                <a16:creationId xmlns:a16="http://schemas.microsoft.com/office/drawing/2014/main" id="{CF5260FE-8A58-FA6B-16F3-CDBAFD7AEB8F}"/>
              </a:ext>
            </a:extLst>
          </p:cNvPr>
          <p:cNvGrpSpPr/>
          <p:nvPr userDrawn="1"/>
        </p:nvGrpSpPr>
        <p:grpSpPr>
          <a:xfrm>
            <a:off x="10609008" y="6203793"/>
            <a:ext cx="1111864" cy="408104"/>
            <a:chOff x="397414" y="755885"/>
            <a:chExt cx="2901256" cy="1064892"/>
          </a:xfrm>
        </p:grpSpPr>
        <p:grpSp>
          <p:nvGrpSpPr>
            <p:cNvPr id="10" name="Graphic 4">
              <a:extLst>
                <a:ext uri="{FF2B5EF4-FFF2-40B4-BE49-F238E27FC236}">
                  <a16:creationId xmlns:a16="http://schemas.microsoft.com/office/drawing/2014/main" id="{F83DD8E3-03DE-F164-3B64-57B9DA6DFCEC}"/>
                </a:ext>
              </a:extLst>
            </p:cNvPr>
            <p:cNvGrpSpPr/>
            <p:nvPr/>
          </p:nvGrpSpPr>
          <p:grpSpPr>
            <a:xfrm>
              <a:off x="397414" y="755885"/>
              <a:ext cx="1031033" cy="1064892"/>
              <a:chOff x="397414" y="755885"/>
              <a:chExt cx="1031033" cy="1064892"/>
            </a:xfrm>
          </p:grpSpPr>
          <p:sp>
            <p:nvSpPr>
              <p:cNvPr id="34" name="Freeform 33">
                <a:extLst>
                  <a:ext uri="{FF2B5EF4-FFF2-40B4-BE49-F238E27FC236}">
                    <a16:creationId xmlns:a16="http://schemas.microsoft.com/office/drawing/2014/main" id="{716921A4-FA0C-202D-DCDF-F3904C8F5F75}"/>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992625BC-CEB0-509E-1D7F-16FD599A25BB}"/>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7649CE5C-86C4-1082-6D9E-867AB0CAD264}"/>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11" name="Graphic 4">
              <a:extLst>
                <a:ext uri="{FF2B5EF4-FFF2-40B4-BE49-F238E27FC236}">
                  <a16:creationId xmlns:a16="http://schemas.microsoft.com/office/drawing/2014/main" id="{25A23A6A-7B5C-8130-D65C-018043DE8A56}"/>
                </a:ext>
              </a:extLst>
            </p:cNvPr>
            <p:cNvGrpSpPr/>
            <p:nvPr/>
          </p:nvGrpSpPr>
          <p:grpSpPr>
            <a:xfrm>
              <a:off x="1208140" y="933050"/>
              <a:ext cx="2090530" cy="573060"/>
              <a:chOff x="1208140" y="933050"/>
              <a:chExt cx="2090530" cy="573060"/>
            </a:xfrm>
            <a:solidFill>
              <a:srgbClr val="333333"/>
            </a:solidFill>
          </p:grpSpPr>
          <p:sp>
            <p:nvSpPr>
              <p:cNvPr id="12" name="Freeform 11">
                <a:extLst>
                  <a:ext uri="{FF2B5EF4-FFF2-40B4-BE49-F238E27FC236}">
                    <a16:creationId xmlns:a16="http://schemas.microsoft.com/office/drawing/2014/main" id="{5ED7E4C9-2A14-95A7-EBA1-4EFD3D35A93D}"/>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D57C6748-89A0-7673-60DB-D7E7BD11EDF1}"/>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1FC2727D-A9F0-D9D0-DA26-49EF65F98FC2}"/>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96708D48-495B-8323-B1B6-0B64AE75BE5C}"/>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3F1A7F39-3F17-B72C-F968-32B9A1860526}"/>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ADCA49B7-10D1-A1E1-03F5-CAB30D1A88D3}"/>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8C877EF9-E535-61BD-5B17-8F7FEEB06257}"/>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EDADB54E-D6CE-3866-52C1-E414642AD377}"/>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C776360A-F8F1-C0CD-D70E-7368A67A374B}"/>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44CBB8A9-CC06-6533-B9C8-0AFABB193BA3}"/>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5" name="Freeform 24">
                <a:extLst>
                  <a:ext uri="{FF2B5EF4-FFF2-40B4-BE49-F238E27FC236}">
                    <a16:creationId xmlns:a16="http://schemas.microsoft.com/office/drawing/2014/main" id="{8452D982-68EB-7263-A54A-94E4833F87E4}"/>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42223B17-7133-4739-3361-B0F9A5E5445E}"/>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2C3B24C5-BAEC-77DC-23EA-244AC4E15740}"/>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8B4FB536-2C35-AAA6-63D3-B8D02AF0FE57}"/>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790CF654-512C-A860-DD67-70B239730D4B}"/>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F38130B7-CDCD-8C21-AC9A-B39E1930D73E}"/>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4B5AB875-4C02-D16A-5379-21AAFE1B669A}"/>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DC6F62B4-C619-5F20-8AAC-4BA47A65C5D9}"/>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pic>
        <p:nvPicPr>
          <p:cNvPr id="42" name="Graphic 41">
            <a:extLst>
              <a:ext uri="{FF2B5EF4-FFF2-40B4-BE49-F238E27FC236}">
                <a16:creationId xmlns:a16="http://schemas.microsoft.com/office/drawing/2014/main" id="{8774FBAA-222C-70A5-7751-C4556FE64617}"/>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408000" y="408000"/>
            <a:ext cx="11400000" cy="192000"/>
          </a:xfrm>
          <a:prstGeom prst="rect">
            <a:avLst/>
          </a:prstGeom>
        </p:spPr>
      </p:pic>
      <p:sp>
        <p:nvSpPr>
          <p:cNvPr id="43" name="Slide Number Placeholder 5">
            <a:extLst>
              <a:ext uri="{FF2B5EF4-FFF2-40B4-BE49-F238E27FC236}">
                <a16:creationId xmlns:a16="http://schemas.microsoft.com/office/drawing/2014/main" id="{19702FEC-A3B2-1BEE-6F63-AC49EB3133BB}"/>
              </a:ext>
            </a:extLst>
          </p:cNvPr>
          <p:cNvSpPr>
            <a:spLocks noGrp="1"/>
          </p:cNvSpPr>
          <p:nvPr>
            <p:ph type="sldNum" sz="quarter" idx="12"/>
          </p:nvPr>
        </p:nvSpPr>
        <p:spPr>
          <a:xfrm>
            <a:off x="11273400" y="402113"/>
            <a:ext cx="480000" cy="203143"/>
          </a:xfrm>
        </p:spPr>
        <p:txBody>
          <a:bodyPr/>
          <a:lstStyle>
            <a:lvl1pPr>
              <a:defRPr sz="800" b="0" i="0">
                <a:solidFill>
                  <a:schemeClr val="tx1"/>
                </a:solidFill>
                <a:latin typeface="Museo Sans 500" panose="02000000000000000000" pitchFamily="2" charset="77"/>
              </a:defRPr>
            </a:lvl1pPr>
          </a:lstStyle>
          <a:p>
            <a:fld id="{837EA21B-C1CD-FF4F-B5B3-C7F194F4D1C4}" type="slidenum">
              <a:rPr lang="en-US" smtClean="0"/>
              <a:pPr/>
              <a:t>‹#›</a:t>
            </a:fld>
            <a:endParaRPr lang="en-US"/>
          </a:p>
        </p:txBody>
      </p:sp>
      <p:sp>
        <p:nvSpPr>
          <p:cNvPr id="46" name="Text Placeholder 24">
            <a:extLst>
              <a:ext uri="{FF2B5EF4-FFF2-40B4-BE49-F238E27FC236}">
                <a16:creationId xmlns:a16="http://schemas.microsoft.com/office/drawing/2014/main" id="{9FC36A24-11CF-AE01-C8DA-8320D47A4AC5}"/>
              </a:ext>
            </a:extLst>
          </p:cNvPr>
          <p:cNvSpPr>
            <a:spLocks noGrp="1"/>
          </p:cNvSpPr>
          <p:nvPr>
            <p:ph type="body" sz="quarter" idx="14"/>
          </p:nvPr>
        </p:nvSpPr>
        <p:spPr>
          <a:xfrm>
            <a:off x="7180997" y="966143"/>
            <a:ext cx="4579203" cy="1131759"/>
          </a:xfrm>
        </p:spPr>
        <p:txBody>
          <a:bodyPr lIns="0" tIns="0" rIns="0" bIns="0">
            <a:noAutofit/>
          </a:bodyPr>
          <a:lstStyle>
            <a:lvl1pPr marL="0" indent="0">
              <a:lnSpc>
                <a:spcPts val="1867"/>
              </a:lnSpc>
              <a:buFontTx/>
              <a:buNone/>
              <a:defRPr sz="1600" b="0" i="0">
                <a:solidFill>
                  <a:srgbClr val="333333"/>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Click to edit Master text styles</a:t>
            </a:r>
          </a:p>
        </p:txBody>
      </p:sp>
      <p:sp>
        <p:nvSpPr>
          <p:cNvPr id="47" name="Text Placeholder 18">
            <a:extLst>
              <a:ext uri="{FF2B5EF4-FFF2-40B4-BE49-F238E27FC236}">
                <a16:creationId xmlns:a16="http://schemas.microsoft.com/office/drawing/2014/main" id="{B304BE18-DC0B-E452-3B9E-A4AABD065835}"/>
              </a:ext>
            </a:extLst>
          </p:cNvPr>
          <p:cNvSpPr>
            <a:spLocks noGrp="1"/>
          </p:cNvSpPr>
          <p:nvPr>
            <p:ph type="body" sz="quarter" idx="13" hasCustomPrompt="1"/>
          </p:nvPr>
        </p:nvSpPr>
        <p:spPr>
          <a:xfrm>
            <a:off x="408000" y="936001"/>
            <a:ext cx="5688000" cy="962247"/>
          </a:xfrm>
        </p:spPr>
        <p:txBody>
          <a:bodyPr lIns="0" tIns="0" rIns="0" bIns="0">
            <a:noAutofit/>
          </a:bodyPr>
          <a:lstStyle>
            <a:lvl1pPr marL="0" indent="0">
              <a:lnSpc>
                <a:spcPct val="100000"/>
              </a:lnSpc>
              <a:buFontTx/>
              <a:buNone/>
              <a:defRPr sz="3200"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a:t>
            </a:r>
          </a:p>
        </p:txBody>
      </p:sp>
      <p:sp>
        <p:nvSpPr>
          <p:cNvPr id="48" name="Text Placeholder 24">
            <a:extLst>
              <a:ext uri="{FF2B5EF4-FFF2-40B4-BE49-F238E27FC236}">
                <a16:creationId xmlns:a16="http://schemas.microsoft.com/office/drawing/2014/main" id="{3A496856-65D5-8FEA-517F-1D9CA25272DC}"/>
              </a:ext>
            </a:extLst>
          </p:cNvPr>
          <p:cNvSpPr>
            <a:spLocks noGrp="1"/>
          </p:cNvSpPr>
          <p:nvPr>
            <p:ph type="body" sz="quarter" idx="39"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2" name="TextBox 1">
            <a:extLst>
              <a:ext uri="{FF2B5EF4-FFF2-40B4-BE49-F238E27FC236}">
                <a16:creationId xmlns:a16="http://schemas.microsoft.com/office/drawing/2014/main" id="{8464DAAA-ABC3-6A20-7A73-194D7A5B25A2}"/>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3" name="TextBox 2">
            <a:extLst>
              <a:ext uri="{FF2B5EF4-FFF2-40B4-BE49-F238E27FC236}">
                <a16:creationId xmlns:a16="http://schemas.microsoft.com/office/drawing/2014/main" id="{2660C634-E7E8-D7E6-4BFB-8EB206F72733}"/>
              </a:ext>
            </a:extLst>
          </p:cNvPr>
          <p:cNvSpPr txBox="1"/>
          <p:nvPr userDrawn="1"/>
        </p:nvSpPr>
        <p:spPr>
          <a:xfrm>
            <a:off x="1515166" y="410216"/>
            <a:ext cx="1749197" cy="200055"/>
          </a:xfrm>
          <a:prstGeom prst="rect">
            <a:avLst/>
          </a:prstGeom>
          <a:noFill/>
        </p:spPr>
        <p:txBody>
          <a:bodyPr wrap="none" rtlCol="0">
            <a:spAutoFit/>
          </a:bodyPr>
          <a:lstStyle/>
          <a:p>
            <a:r>
              <a:rPr lang="en-US" sz="700"/>
              <a:t>Automation </a:t>
            </a:r>
            <a:r>
              <a:rPr lang="en-US" sz="700" err="1"/>
              <a:t>Anywhere’s</a:t>
            </a:r>
            <a:r>
              <a:rPr lang="en-US" sz="700"/>
              <a:t> APA Platform</a:t>
            </a:r>
          </a:p>
        </p:txBody>
      </p:sp>
    </p:spTree>
    <p:extLst>
      <p:ext uri="{BB962C8B-B14F-4D97-AF65-F5344CB8AC3E}">
        <p14:creationId xmlns:p14="http://schemas.microsoft.com/office/powerpoint/2010/main" val="109485536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Quote">
    <p:bg>
      <p:bgPr>
        <a:solidFill>
          <a:srgbClr val="333333"/>
        </a:solidFill>
        <a:effectLst/>
      </p:bgPr>
    </p:bg>
    <p:spTree>
      <p:nvGrpSpPr>
        <p:cNvPr id="1" name=""/>
        <p:cNvGrpSpPr/>
        <p:nvPr/>
      </p:nvGrpSpPr>
      <p:grpSpPr>
        <a:xfrm>
          <a:off x="0" y="0"/>
          <a:ext cx="0" cy="0"/>
          <a:chOff x="0" y="0"/>
          <a:chExt cx="0" cy="0"/>
        </a:xfrm>
      </p:grpSpPr>
      <p:sp>
        <p:nvSpPr>
          <p:cNvPr id="12" name="Text Placeholder 18">
            <a:extLst>
              <a:ext uri="{FF2B5EF4-FFF2-40B4-BE49-F238E27FC236}">
                <a16:creationId xmlns:a16="http://schemas.microsoft.com/office/drawing/2014/main" id="{32CADCBD-CF2C-D249-68EC-6B39F9101555}"/>
              </a:ext>
            </a:extLst>
          </p:cNvPr>
          <p:cNvSpPr>
            <a:spLocks noGrp="1"/>
          </p:cNvSpPr>
          <p:nvPr>
            <p:ph type="body" sz="quarter" idx="13" hasCustomPrompt="1"/>
          </p:nvPr>
        </p:nvSpPr>
        <p:spPr>
          <a:xfrm>
            <a:off x="1531832" y="2272839"/>
            <a:ext cx="9128336" cy="2171840"/>
          </a:xfrm>
        </p:spPr>
        <p:txBody>
          <a:bodyPr lIns="0" tIns="0" rIns="0" bIns="0" anchor="ctr" anchorCtr="0">
            <a:noAutofit/>
          </a:bodyPr>
          <a:lstStyle>
            <a:lvl1pPr marL="0" indent="0" algn="ctr">
              <a:lnSpc>
                <a:spcPts val="5333"/>
              </a:lnSpc>
              <a:buFontTx/>
              <a:buNone/>
              <a:defRPr sz="5333"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a:t>
            </a:r>
            <a:br>
              <a:rPr lang="en-GB"/>
            </a:br>
            <a:r>
              <a:rPr lang="en-GB"/>
              <a:t>text styles</a:t>
            </a:r>
          </a:p>
        </p:txBody>
      </p:sp>
      <p:sp>
        <p:nvSpPr>
          <p:cNvPr id="15" name="Text Placeholder 18">
            <a:extLst>
              <a:ext uri="{FF2B5EF4-FFF2-40B4-BE49-F238E27FC236}">
                <a16:creationId xmlns:a16="http://schemas.microsoft.com/office/drawing/2014/main" id="{3790B83C-692B-1138-46F4-E234A4573381}"/>
              </a:ext>
            </a:extLst>
          </p:cNvPr>
          <p:cNvSpPr>
            <a:spLocks noGrp="1"/>
          </p:cNvSpPr>
          <p:nvPr>
            <p:ph type="body" sz="quarter" idx="14"/>
          </p:nvPr>
        </p:nvSpPr>
        <p:spPr>
          <a:xfrm>
            <a:off x="1531832" y="4591739"/>
            <a:ext cx="9128336" cy="405687"/>
          </a:xfrm>
        </p:spPr>
        <p:txBody>
          <a:bodyPr lIns="0" tIns="0" rIns="0" bIns="0" anchor="ctr" anchorCtr="0">
            <a:noAutofit/>
          </a:bodyPr>
          <a:lstStyle>
            <a:lvl1pPr marL="0" indent="0" algn="ctr">
              <a:lnSpc>
                <a:spcPct val="100000"/>
              </a:lnSpc>
              <a:buFontTx/>
              <a:buNone/>
              <a:defRPr sz="1600" b="1" i="0">
                <a:solidFill>
                  <a:srgbClr val="FF5A10"/>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 Master text styles</a:t>
            </a:r>
          </a:p>
        </p:txBody>
      </p:sp>
      <p:pic>
        <p:nvPicPr>
          <p:cNvPr id="21" name="Graphic 20">
            <a:extLst>
              <a:ext uri="{FF2B5EF4-FFF2-40B4-BE49-F238E27FC236}">
                <a16:creationId xmlns:a16="http://schemas.microsoft.com/office/drawing/2014/main" id="{C925E07B-60BF-1B7C-2107-5E0F6307704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8001" y="3043689"/>
            <a:ext cx="744065" cy="590400"/>
          </a:xfrm>
          <a:prstGeom prst="rect">
            <a:avLst/>
          </a:prstGeom>
        </p:spPr>
      </p:pic>
      <p:pic>
        <p:nvPicPr>
          <p:cNvPr id="22" name="Graphic 21">
            <a:extLst>
              <a:ext uri="{FF2B5EF4-FFF2-40B4-BE49-F238E27FC236}">
                <a16:creationId xmlns:a16="http://schemas.microsoft.com/office/drawing/2014/main" id="{15D5A43B-305A-2987-0749-7FAA315F269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39936" y="3043689"/>
            <a:ext cx="744417" cy="590400"/>
          </a:xfrm>
          <a:prstGeom prst="rect">
            <a:avLst/>
          </a:prstGeom>
        </p:spPr>
      </p:pic>
      <p:sp>
        <p:nvSpPr>
          <p:cNvPr id="4" name="TextBox 3">
            <a:extLst>
              <a:ext uri="{FF2B5EF4-FFF2-40B4-BE49-F238E27FC236}">
                <a16:creationId xmlns:a16="http://schemas.microsoft.com/office/drawing/2014/main" id="{4974F735-9412-D54C-2C7B-01EA65BC233A}"/>
              </a:ext>
            </a:extLst>
          </p:cNvPr>
          <p:cNvSpPr txBox="1"/>
          <p:nvPr userDrawn="1"/>
        </p:nvSpPr>
        <p:spPr>
          <a:xfrm>
            <a:off x="12837459" y="-778"/>
            <a:ext cx="2510117" cy="913392"/>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You can only use one quote per slide, so try to make it a good one.</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If you have more quotations, each one needs to have its own slide.</a:t>
            </a:r>
          </a:p>
        </p:txBody>
      </p:sp>
      <p:grpSp>
        <p:nvGrpSpPr>
          <p:cNvPr id="37" name="Group 36">
            <a:extLst>
              <a:ext uri="{FF2B5EF4-FFF2-40B4-BE49-F238E27FC236}">
                <a16:creationId xmlns:a16="http://schemas.microsoft.com/office/drawing/2014/main" id="{A08C6204-450C-9A2B-3E55-2272BD0A99C1}"/>
              </a:ext>
            </a:extLst>
          </p:cNvPr>
          <p:cNvGrpSpPr/>
          <p:nvPr userDrawn="1"/>
        </p:nvGrpSpPr>
        <p:grpSpPr>
          <a:xfrm>
            <a:off x="10609008" y="6203793"/>
            <a:ext cx="1111864" cy="408104"/>
            <a:chOff x="7956756" y="4652845"/>
            <a:chExt cx="833898" cy="306078"/>
          </a:xfrm>
        </p:grpSpPr>
        <p:grpSp>
          <p:nvGrpSpPr>
            <p:cNvPr id="8" name="Graphic 4">
              <a:extLst>
                <a:ext uri="{FF2B5EF4-FFF2-40B4-BE49-F238E27FC236}">
                  <a16:creationId xmlns:a16="http://schemas.microsoft.com/office/drawing/2014/main" id="{4BEC583E-8325-7AFA-D61B-BCEDABCAEE6F}"/>
                </a:ext>
              </a:extLst>
            </p:cNvPr>
            <p:cNvGrpSpPr/>
            <p:nvPr/>
          </p:nvGrpSpPr>
          <p:grpSpPr>
            <a:xfrm>
              <a:off x="7956756" y="4652845"/>
              <a:ext cx="296346" cy="306078"/>
              <a:chOff x="397414" y="755885"/>
              <a:chExt cx="1031033" cy="1064892"/>
            </a:xfrm>
          </p:grpSpPr>
          <p:sp>
            <p:nvSpPr>
              <p:cNvPr id="34" name="Freeform 33">
                <a:extLst>
                  <a:ext uri="{FF2B5EF4-FFF2-40B4-BE49-F238E27FC236}">
                    <a16:creationId xmlns:a16="http://schemas.microsoft.com/office/drawing/2014/main" id="{63D431F1-6BA9-092C-C452-60F1BFA779B2}"/>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90B69FF6-074A-7226-4ACB-05528E5D602E}"/>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A249B8D6-0351-075C-8AB8-EDFEDDB895B1}"/>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9" name="Graphic 4">
              <a:extLst>
                <a:ext uri="{FF2B5EF4-FFF2-40B4-BE49-F238E27FC236}">
                  <a16:creationId xmlns:a16="http://schemas.microsoft.com/office/drawing/2014/main" id="{C428CC5C-FEED-BE4F-4872-7745767D448A}"/>
                </a:ext>
              </a:extLst>
            </p:cNvPr>
            <p:cNvGrpSpPr/>
            <p:nvPr/>
          </p:nvGrpSpPr>
          <p:grpSpPr>
            <a:xfrm>
              <a:off x="8189780" y="4703767"/>
              <a:ext cx="600874" cy="164713"/>
              <a:chOff x="1208140" y="933050"/>
              <a:chExt cx="2090530" cy="573060"/>
            </a:xfrm>
            <a:solidFill>
              <a:schemeClr val="bg1"/>
            </a:solidFill>
          </p:grpSpPr>
          <p:sp>
            <p:nvSpPr>
              <p:cNvPr id="10" name="Freeform 9">
                <a:extLst>
                  <a:ext uri="{FF2B5EF4-FFF2-40B4-BE49-F238E27FC236}">
                    <a16:creationId xmlns:a16="http://schemas.microsoft.com/office/drawing/2014/main" id="{3F08B0F9-2173-89CC-AAF5-01E5342558B1}"/>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1" name="Freeform 10">
                <a:extLst>
                  <a:ext uri="{FF2B5EF4-FFF2-40B4-BE49-F238E27FC236}">
                    <a16:creationId xmlns:a16="http://schemas.microsoft.com/office/drawing/2014/main" id="{ABA5602F-15C2-68C7-784C-98A694654EB2}"/>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F14C6E7A-2526-4E41-A1A4-06192F1ED7F8}"/>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6" name="Freeform 15">
                <a:extLst>
                  <a:ext uri="{FF2B5EF4-FFF2-40B4-BE49-F238E27FC236}">
                    <a16:creationId xmlns:a16="http://schemas.microsoft.com/office/drawing/2014/main" id="{D174C0C2-CA68-8DB9-DEDC-E2FDD5B55080}"/>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409FC8AC-0AC4-7BF4-D8D8-53CDE5B3CF45}"/>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1D41B742-408B-4DD8-39C5-B159FE48D53F}"/>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C86C9FEE-DC52-D3D3-354F-3AC82FFEF27D}"/>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6D263447-F229-7555-B765-FBA5D192BE86}"/>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D28BBC8D-C15C-8D1F-B8C4-940D0860F953}"/>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A6158458-8537-E196-8D76-6349CD94F11F}"/>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5" name="Freeform 24">
                <a:extLst>
                  <a:ext uri="{FF2B5EF4-FFF2-40B4-BE49-F238E27FC236}">
                    <a16:creationId xmlns:a16="http://schemas.microsoft.com/office/drawing/2014/main" id="{938E0C9B-DCC9-C534-AF87-3C8839D7DB4F}"/>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F086BE21-9766-482F-C004-F690182D4FC9}"/>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D74ECFBA-8419-327E-E09C-9392D350B1B9}"/>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6628DABA-2197-2E9C-33F7-854755E8F03D}"/>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13183DA8-A1B5-21FD-99FE-BFDF87F46D2C}"/>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A65193D9-16EB-5F02-734B-DFC96C98160B}"/>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2ED94CFC-08C2-5D97-BF54-8000413A7A45}"/>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DE3C44DF-2CF2-7392-E601-78A0CFF0D58E}"/>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grpSp>
      </p:grpSp>
      <p:pic>
        <p:nvPicPr>
          <p:cNvPr id="5" name="Graphic 4">
            <a:extLst>
              <a:ext uri="{FF2B5EF4-FFF2-40B4-BE49-F238E27FC236}">
                <a16:creationId xmlns:a16="http://schemas.microsoft.com/office/drawing/2014/main" id="{5FF113A1-BFF8-98A8-EC5F-A494A883EC9B}"/>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407999" y="408000"/>
            <a:ext cx="11400000" cy="192000"/>
          </a:xfrm>
          <a:prstGeom prst="rect">
            <a:avLst/>
          </a:prstGeom>
        </p:spPr>
      </p:pic>
      <p:sp>
        <p:nvSpPr>
          <p:cNvPr id="14" name="Slide Number Placeholder 5">
            <a:extLst>
              <a:ext uri="{FF2B5EF4-FFF2-40B4-BE49-F238E27FC236}">
                <a16:creationId xmlns:a16="http://schemas.microsoft.com/office/drawing/2014/main" id="{67F6CB91-A6D8-1112-3CFD-441724A39CC7}"/>
              </a:ext>
            </a:extLst>
          </p:cNvPr>
          <p:cNvSpPr>
            <a:spLocks noGrp="1"/>
          </p:cNvSpPr>
          <p:nvPr>
            <p:ph type="sldNum" sz="quarter" idx="12"/>
          </p:nvPr>
        </p:nvSpPr>
        <p:spPr>
          <a:xfrm>
            <a:off x="11273400" y="402113"/>
            <a:ext cx="480000" cy="203143"/>
          </a:xfrm>
        </p:spPr>
        <p:txBody>
          <a:bodyPr/>
          <a:lstStyle>
            <a:lvl1pPr>
              <a:defRPr sz="800" b="0" i="0">
                <a:solidFill>
                  <a:schemeClr val="bg1"/>
                </a:solidFill>
                <a:latin typeface="Museo Sans 500" panose="02000000000000000000" pitchFamily="2" charset="77"/>
              </a:defRPr>
            </a:lvl1pPr>
          </a:lstStyle>
          <a:p>
            <a:fld id="{837EA21B-C1CD-FF4F-B5B3-C7F194F4D1C4}" type="slidenum">
              <a:rPr lang="en-US" smtClean="0"/>
              <a:pPr/>
              <a:t>‹#›</a:t>
            </a:fld>
            <a:endParaRPr lang="en-US"/>
          </a:p>
        </p:txBody>
      </p:sp>
      <p:pic>
        <p:nvPicPr>
          <p:cNvPr id="38" name="Graphic 37">
            <a:extLst>
              <a:ext uri="{FF2B5EF4-FFF2-40B4-BE49-F238E27FC236}">
                <a16:creationId xmlns:a16="http://schemas.microsoft.com/office/drawing/2014/main" id="{E1A8028D-562A-2635-D7DF-41AFCAB89B2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0" y="1"/>
            <a:ext cx="12192000" cy="25399"/>
          </a:xfrm>
          <a:prstGeom prst="rect">
            <a:avLst/>
          </a:prstGeom>
        </p:spPr>
      </p:pic>
      <p:sp>
        <p:nvSpPr>
          <p:cNvPr id="2" name="TextBox 1">
            <a:extLst>
              <a:ext uri="{FF2B5EF4-FFF2-40B4-BE49-F238E27FC236}">
                <a16:creationId xmlns:a16="http://schemas.microsoft.com/office/drawing/2014/main" id="{D3490AD1-F1A0-30B6-1B2C-8305950D2EAD}"/>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3" name="TextBox 2">
            <a:extLst>
              <a:ext uri="{FF2B5EF4-FFF2-40B4-BE49-F238E27FC236}">
                <a16:creationId xmlns:a16="http://schemas.microsoft.com/office/drawing/2014/main" id="{85155584-D5E7-E3DE-138E-918B104E80FA}"/>
              </a:ext>
            </a:extLst>
          </p:cNvPr>
          <p:cNvSpPr txBox="1"/>
          <p:nvPr userDrawn="1"/>
        </p:nvSpPr>
        <p:spPr>
          <a:xfrm>
            <a:off x="1515166" y="410216"/>
            <a:ext cx="1749197" cy="200055"/>
          </a:xfrm>
          <a:prstGeom prst="rect">
            <a:avLst/>
          </a:prstGeom>
          <a:noFill/>
        </p:spPr>
        <p:txBody>
          <a:bodyPr wrap="none" rtlCol="0">
            <a:spAutoFit/>
          </a:bodyPr>
          <a:lstStyle/>
          <a:p>
            <a:r>
              <a:rPr lang="en-US" sz="700">
                <a:solidFill>
                  <a:schemeClr val="bg1"/>
                </a:solidFill>
              </a:rPr>
              <a:t>Automation </a:t>
            </a:r>
            <a:r>
              <a:rPr lang="en-US" sz="700" err="1">
                <a:solidFill>
                  <a:schemeClr val="bg1"/>
                </a:solidFill>
              </a:rPr>
              <a:t>Anywhere’s</a:t>
            </a:r>
            <a:r>
              <a:rPr lang="en-US" sz="700">
                <a:solidFill>
                  <a:schemeClr val="bg1"/>
                </a:solidFill>
              </a:rPr>
              <a:t> APA Platform</a:t>
            </a:r>
          </a:p>
        </p:txBody>
      </p:sp>
    </p:spTree>
    <p:extLst>
      <p:ext uri="{BB962C8B-B14F-4D97-AF65-F5344CB8AC3E}">
        <p14:creationId xmlns:p14="http://schemas.microsoft.com/office/powerpoint/2010/main" val="348881761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Quote">
    <p:bg>
      <p:bgPr>
        <a:solidFill>
          <a:srgbClr val="333333"/>
        </a:solidFill>
        <a:effectLst/>
      </p:bgPr>
    </p:bg>
    <p:spTree>
      <p:nvGrpSpPr>
        <p:cNvPr id="1" name=""/>
        <p:cNvGrpSpPr/>
        <p:nvPr/>
      </p:nvGrpSpPr>
      <p:grpSpPr>
        <a:xfrm>
          <a:off x="0" y="0"/>
          <a:ext cx="0" cy="0"/>
          <a:chOff x="0" y="0"/>
          <a:chExt cx="0" cy="0"/>
        </a:xfrm>
      </p:grpSpPr>
      <p:sp>
        <p:nvSpPr>
          <p:cNvPr id="12" name="Text Placeholder 18">
            <a:extLst>
              <a:ext uri="{FF2B5EF4-FFF2-40B4-BE49-F238E27FC236}">
                <a16:creationId xmlns:a16="http://schemas.microsoft.com/office/drawing/2014/main" id="{32CADCBD-CF2C-D249-68EC-6B39F9101555}"/>
              </a:ext>
            </a:extLst>
          </p:cNvPr>
          <p:cNvSpPr>
            <a:spLocks noGrp="1"/>
          </p:cNvSpPr>
          <p:nvPr>
            <p:ph type="body" sz="quarter" idx="13" hasCustomPrompt="1"/>
          </p:nvPr>
        </p:nvSpPr>
        <p:spPr>
          <a:xfrm>
            <a:off x="1531832" y="2272839"/>
            <a:ext cx="9128336" cy="2171840"/>
          </a:xfrm>
        </p:spPr>
        <p:txBody>
          <a:bodyPr lIns="0" tIns="0" rIns="0" bIns="0" anchor="ctr" anchorCtr="0">
            <a:noAutofit/>
          </a:bodyPr>
          <a:lstStyle>
            <a:lvl1pPr marL="0" indent="0" algn="ctr">
              <a:lnSpc>
                <a:spcPts val="5333"/>
              </a:lnSpc>
              <a:buFontTx/>
              <a:buNone/>
              <a:defRPr sz="5333" b="1" i="0">
                <a:solidFill>
                  <a:srgbClr val="EEEEEE"/>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a:t>
            </a:r>
            <a:br>
              <a:rPr lang="en-GB"/>
            </a:br>
            <a:r>
              <a:rPr lang="en-GB"/>
              <a:t>Master</a:t>
            </a:r>
            <a:br>
              <a:rPr lang="en-GB"/>
            </a:br>
            <a:r>
              <a:rPr lang="en-GB"/>
              <a:t>text styles</a:t>
            </a:r>
          </a:p>
        </p:txBody>
      </p:sp>
      <p:sp>
        <p:nvSpPr>
          <p:cNvPr id="15" name="Text Placeholder 18">
            <a:extLst>
              <a:ext uri="{FF2B5EF4-FFF2-40B4-BE49-F238E27FC236}">
                <a16:creationId xmlns:a16="http://schemas.microsoft.com/office/drawing/2014/main" id="{3790B83C-692B-1138-46F4-E234A4573381}"/>
              </a:ext>
            </a:extLst>
          </p:cNvPr>
          <p:cNvSpPr>
            <a:spLocks noGrp="1"/>
          </p:cNvSpPr>
          <p:nvPr>
            <p:ph type="body" sz="quarter" idx="14"/>
          </p:nvPr>
        </p:nvSpPr>
        <p:spPr>
          <a:xfrm>
            <a:off x="1531832" y="4591739"/>
            <a:ext cx="9128336" cy="405687"/>
          </a:xfrm>
        </p:spPr>
        <p:txBody>
          <a:bodyPr lIns="0" tIns="0" rIns="0" bIns="0" anchor="ctr" anchorCtr="0">
            <a:noAutofit/>
          </a:bodyPr>
          <a:lstStyle>
            <a:lvl1pPr marL="0" indent="0" algn="ctr">
              <a:lnSpc>
                <a:spcPct val="100000"/>
              </a:lnSpc>
              <a:buFontTx/>
              <a:buNone/>
              <a:defRPr sz="1600" b="1" i="0">
                <a:solidFill>
                  <a:srgbClr val="FF5A10"/>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 Master text styles</a:t>
            </a:r>
          </a:p>
        </p:txBody>
      </p:sp>
      <p:sp>
        <p:nvSpPr>
          <p:cNvPr id="4" name="TextBox 3">
            <a:extLst>
              <a:ext uri="{FF2B5EF4-FFF2-40B4-BE49-F238E27FC236}">
                <a16:creationId xmlns:a16="http://schemas.microsoft.com/office/drawing/2014/main" id="{4974F735-9412-D54C-2C7B-01EA65BC233A}"/>
              </a:ext>
            </a:extLst>
          </p:cNvPr>
          <p:cNvSpPr txBox="1"/>
          <p:nvPr userDrawn="1"/>
        </p:nvSpPr>
        <p:spPr>
          <a:xfrm>
            <a:off x="12837459" y="-778"/>
            <a:ext cx="2510117" cy="913392"/>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You can only use one quote per slide, so try to make it a good one.</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If you have more quotations, each one needs to have its own slide.</a:t>
            </a:r>
          </a:p>
        </p:txBody>
      </p:sp>
      <p:grpSp>
        <p:nvGrpSpPr>
          <p:cNvPr id="37" name="Group 36">
            <a:extLst>
              <a:ext uri="{FF2B5EF4-FFF2-40B4-BE49-F238E27FC236}">
                <a16:creationId xmlns:a16="http://schemas.microsoft.com/office/drawing/2014/main" id="{A08C6204-450C-9A2B-3E55-2272BD0A99C1}"/>
              </a:ext>
            </a:extLst>
          </p:cNvPr>
          <p:cNvGrpSpPr/>
          <p:nvPr userDrawn="1"/>
        </p:nvGrpSpPr>
        <p:grpSpPr>
          <a:xfrm>
            <a:off x="10609008" y="6203793"/>
            <a:ext cx="1111864" cy="408104"/>
            <a:chOff x="7956756" y="4652845"/>
            <a:chExt cx="833898" cy="306078"/>
          </a:xfrm>
        </p:grpSpPr>
        <p:grpSp>
          <p:nvGrpSpPr>
            <p:cNvPr id="8" name="Graphic 4">
              <a:extLst>
                <a:ext uri="{FF2B5EF4-FFF2-40B4-BE49-F238E27FC236}">
                  <a16:creationId xmlns:a16="http://schemas.microsoft.com/office/drawing/2014/main" id="{4BEC583E-8325-7AFA-D61B-BCEDABCAEE6F}"/>
                </a:ext>
              </a:extLst>
            </p:cNvPr>
            <p:cNvGrpSpPr/>
            <p:nvPr/>
          </p:nvGrpSpPr>
          <p:grpSpPr>
            <a:xfrm>
              <a:off x="7956756" y="4652845"/>
              <a:ext cx="296346" cy="306078"/>
              <a:chOff x="397414" y="755885"/>
              <a:chExt cx="1031033" cy="1064892"/>
            </a:xfrm>
          </p:grpSpPr>
          <p:sp>
            <p:nvSpPr>
              <p:cNvPr id="34" name="Freeform 33">
                <a:extLst>
                  <a:ext uri="{FF2B5EF4-FFF2-40B4-BE49-F238E27FC236}">
                    <a16:creationId xmlns:a16="http://schemas.microsoft.com/office/drawing/2014/main" id="{63D431F1-6BA9-092C-C452-60F1BFA779B2}"/>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90B69FF6-074A-7226-4ACB-05528E5D602E}"/>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6" name="Freeform 35">
                <a:extLst>
                  <a:ext uri="{FF2B5EF4-FFF2-40B4-BE49-F238E27FC236}">
                    <a16:creationId xmlns:a16="http://schemas.microsoft.com/office/drawing/2014/main" id="{A249B8D6-0351-075C-8AB8-EDFEDDB895B1}"/>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9" name="Graphic 4">
              <a:extLst>
                <a:ext uri="{FF2B5EF4-FFF2-40B4-BE49-F238E27FC236}">
                  <a16:creationId xmlns:a16="http://schemas.microsoft.com/office/drawing/2014/main" id="{C428CC5C-FEED-BE4F-4872-7745767D448A}"/>
                </a:ext>
              </a:extLst>
            </p:cNvPr>
            <p:cNvGrpSpPr/>
            <p:nvPr/>
          </p:nvGrpSpPr>
          <p:grpSpPr>
            <a:xfrm>
              <a:off x="8189780" y="4703767"/>
              <a:ext cx="600874" cy="164713"/>
              <a:chOff x="1208140" y="933050"/>
              <a:chExt cx="2090530" cy="573060"/>
            </a:xfrm>
            <a:solidFill>
              <a:schemeClr val="bg1"/>
            </a:solidFill>
          </p:grpSpPr>
          <p:sp>
            <p:nvSpPr>
              <p:cNvPr id="10" name="Freeform 9">
                <a:extLst>
                  <a:ext uri="{FF2B5EF4-FFF2-40B4-BE49-F238E27FC236}">
                    <a16:creationId xmlns:a16="http://schemas.microsoft.com/office/drawing/2014/main" id="{3F08B0F9-2173-89CC-AAF5-01E5342558B1}"/>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1" name="Freeform 10">
                <a:extLst>
                  <a:ext uri="{FF2B5EF4-FFF2-40B4-BE49-F238E27FC236}">
                    <a16:creationId xmlns:a16="http://schemas.microsoft.com/office/drawing/2014/main" id="{ABA5602F-15C2-68C7-784C-98A694654EB2}"/>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F14C6E7A-2526-4E41-A1A4-06192F1ED7F8}"/>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6" name="Freeform 15">
                <a:extLst>
                  <a:ext uri="{FF2B5EF4-FFF2-40B4-BE49-F238E27FC236}">
                    <a16:creationId xmlns:a16="http://schemas.microsoft.com/office/drawing/2014/main" id="{D174C0C2-CA68-8DB9-DEDC-E2FDD5B55080}"/>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7" name="Freeform 16">
                <a:extLst>
                  <a:ext uri="{FF2B5EF4-FFF2-40B4-BE49-F238E27FC236}">
                    <a16:creationId xmlns:a16="http://schemas.microsoft.com/office/drawing/2014/main" id="{409FC8AC-0AC4-7BF4-D8D8-53CDE5B3CF45}"/>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8" name="Freeform 17">
                <a:extLst>
                  <a:ext uri="{FF2B5EF4-FFF2-40B4-BE49-F238E27FC236}">
                    <a16:creationId xmlns:a16="http://schemas.microsoft.com/office/drawing/2014/main" id="{1D41B742-408B-4DD8-39C5-B159FE48D53F}"/>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C86C9FEE-DC52-D3D3-354F-3AC82FFEF27D}"/>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6D263447-F229-7555-B765-FBA5D192BE86}"/>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D28BBC8D-C15C-8D1F-B8C4-940D0860F953}"/>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A6158458-8537-E196-8D76-6349CD94F11F}"/>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5" name="Freeform 24">
                <a:extLst>
                  <a:ext uri="{FF2B5EF4-FFF2-40B4-BE49-F238E27FC236}">
                    <a16:creationId xmlns:a16="http://schemas.microsoft.com/office/drawing/2014/main" id="{938E0C9B-DCC9-C534-AF87-3C8839D7DB4F}"/>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F086BE21-9766-482F-C004-F690182D4FC9}"/>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D74ECFBA-8419-327E-E09C-9392D350B1B9}"/>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6628DABA-2197-2E9C-33F7-854755E8F03D}"/>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13183DA8-A1B5-21FD-99FE-BFDF87F46D2C}"/>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A65193D9-16EB-5F02-734B-DFC96C98160B}"/>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2ED94CFC-08C2-5D97-BF54-8000413A7A45}"/>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33" name="Freeform 32">
                <a:extLst>
                  <a:ext uri="{FF2B5EF4-FFF2-40B4-BE49-F238E27FC236}">
                    <a16:creationId xmlns:a16="http://schemas.microsoft.com/office/drawing/2014/main" id="{DE3C44DF-2CF2-7392-E601-78A0CFF0D58E}"/>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grpSp>
      </p:grpSp>
      <p:pic>
        <p:nvPicPr>
          <p:cNvPr id="5" name="Graphic 4">
            <a:extLst>
              <a:ext uri="{FF2B5EF4-FFF2-40B4-BE49-F238E27FC236}">
                <a16:creationId xmlns:a16="http://schemas.microsoft.com/office/drawing/2014/main" id="{5FF113A1-BFF8-98A8-EC5F-A494A883EC9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07999" y="408000"/>
            <a:ext cx="11400000" cy="192000"/>
          </a:xfrm>
          <a:prstGeom prst="rect">
            <a:avLst/>
          </a:prstGeom>
        </p:spPr>
      </p:pic>
      <p:sp>
        <p:nvSpPr>
          <p:cNvPr id="14" name="Slide Number Placeholder 5">
            <a:extLst>
              <a:ext uri="{FF2B5EF4-FFF2-40B4-BE49-F238E27FC236}">
                <a16:creationId xmlns:a16="http://schemas.microsoft.com/office/drawing/2014/main" id="{67F6CB91-A6D8-1112-3CFD-441724A39CC7}"/>
              </a:ext>
            </a:extLst>
          </p:cNvPr>
          <p:cNvSpPr>
            <a:spLocks noGrp="1"/>
          </p:cNvSpPr>
          <p:nvPr>
            <p:ph type="sldNum" sz="quarter" idx="12"/>
          </p:nvPr>
        </p:nvSpPr>
        <p:spPr>
          <a:xfrm>
            <a:off x="11273400" y="402113"/>
            <a:ext cx="480000" cy="203143"/>
          </a:xfrm>
        </p:spPr>
        <p:txBody>
          <a:bodyPr/>
          <a:lstStyle>
            <a:lvl1pPr>
              <a:defRPr sz="800" b="0" i="0">
                <a:solidFill>
                  <a:schemeClr val="bg1"/>
                </a:solidFill>
                <a:latin typeface="Museo Sans 500" panose="02000000000000000000" pitchFamily="2" charset="77"/>
              </a:defRPr>
            </a:lvl1pPr>
          </a:lstStyle>
          <a:p>
            <a:fld id="{837EA21B-C1CD-FF4F-B5B3-C7F194F4D1C4}" type="slidenum">
              <a:rPr lang="en-US" smtClean="0"/>
              <a:pPr/>
              <a:t>‹#›</a:t>
            </a:fld>
            <a:endParaRPr lang="en-US"/>
          </a:p>
        </p:txBody>
      </p:sp>
      <p:pic>
        <p:nvPicPr>
          <p:cNvPr id="38" name="Graphic 37">
            <a:extLst>
              <a:ext uri="{FF2B5EF4-FFF2-40B4-BE49-F238E27FC236}">
                <a16:creationId xmlns:a16="http://schemas.microsoft.com/office/drawing/2014/main" id="{E1A8028D-562A-2635-D7DF-41AFCAB89B2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1"/>
            <a:ext cx="12192000" cy="25399"/>
          </a:xfrm>
          <a:prstGeom prst="rect">
            <a:avLst/>
          </a:prstGeom>
        </p:spPr>
      </p:pic>
      <p:sp>
        <p:nvSpPr>
          <p:cNvPr id="2" name="TextBox 1">
            <a:extLst>
              <a:ext uri="{FF2B5EF4-FFF2-40B4-BE49-F238E27FC236}">
                <a16:creationId xmlns:a16="http://schemas.microsoft.com/office/drawing/2014/main" id="{10F4D5B4-056D-D37F-9886-9FED39B5C269}"/>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3" name="TextBox 2">
            <a:extLst>
              <a:ext uri="{FF2B5EF4-FFF2-40B4-BE49-F238E27FC236}">
                <a16:creationId xmlns:a16="http://schemas.microsoft.com/office/drawing/2014/main" id="{E01A1C02-4363-76CB-2981-B12281247AF7}"/>
              </a:ext>
            </a:extLst>
          </p:cNvPr>
          <p:cNvSpPr txBox="1"/>
          <p:nvPr userDrawn="1"/>
        </p:nvSpPr>
        <p:spPr>
          <a:xfrm>
            <a:off x="1515166" y="410216"/>
            <a:ext cx="1749197" cy="200055"/>
          </a:xfrm>
          <a:prstGeom prst="rect">
            <a:avLst/>
          </a:prstGeom>
          <a:noFill/>
        </p:spPr>
        <p:txBody>
          <a:bodyPr wrap="none" rtlCol="0">
            <a:spAutoFit/>
          </a:bodyPr>
          <a:lstStyle/>
          <a:p>
            <a:r>
              <a:rPr lang="en-US" sz="700">
                <a:solidFill>
                  <a:schemeClr val="bg1"/>
                </a:solidFill>
              </a:rPr>
              <a:t>Automation </a:t>
            </a:r>
            <a:r>
              <a:rPr lang="en-US" sz="700" err="1">
                <a:solidFill>
                  <a:schemeClr val="bg1"/>
                </a:solidFill>
              </a:rPr>
              <a:t>Anywhere’s</a:t>
            </a:r>
            <a:r>
              <a:rPr lang="en-US" sz="700">
                <a:solidFill>
                  <a:schemeClr val="bg1"/>
                </a:solidFill>
              </a:rPr>
              <a:t> APA Platform</a:t>
            </a:r>
          </a:p>
        </p:txBody>
      </p:sp>
    </p:spTree>
    <p:extLst>
      <p:ext uri="{BB962C8B-B14F-4D97-AF65-F5344CB8AC3E}">
        <p14:creationId xmlns:p14="http://schemas.microsoft.com/office/powerpoint/2010/main" val="198090645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tat">
    <p:bg>
      <p:bgPr>
        <a:solidFill>
          <a:srgbClr val="333333"/>
        </a:solidFill>
        <a:effectLst/>
      </p:bgPr>
    </p:bg>
    <p:spTree>
      <p:nvGrpSpPr>
        <p:cNvPr id="1" name=""/>
        <p:cNvGrpSpPr/>
        <p:nvPr/>
      </p:nvGrpSpPr>
      <p:grpSpPr>
        <a:xfrm>
          <a:off x="0" y="0"/>
          <a:ext cx="0" cy="0"/>
          <a:chOff x="0" y="0"/>
          <a:chExt cx="0" cy="0"/>
        </a:xfrm>
      </p:grpSpPr>
      <p:sp>
        <p:nvSpPr>
          <p:cNvPr id="17" name="Text Placeholder 18">
            <a:extLst>
              <a:ext uri="{FF2B5EF4-FFF2-40B4-BE49-F238E27FC236}">
                <a16:creationId xmlns:a16="http://schemas.microsoft.com/office/drawing/2014/main" id="{61028271-208E-B38C-51EE-BDCF85E6E622}"/>
              </a:ext>
            </a:extLst>
          </p:cNvPr>
          <p:cNvSpPr>
            <a:spLocks noGrp="1"/>
          </p:cNvSpPr>
          <p:nvPr>
            <p:ph type="body" sz="quarter" idx="16"/>
          </p:nvPr>
        </p:nvSpPr>
        <p:spPr>
          <a:xfrm>
            <a:off x="7507656" y="2947877"/>
            <a:ext cx="2307675" cy="1681996"/>
          </a:xfrm>
        </p:spPr>
        <p:txBody>
          <a:bodyPr lIns="0" tIns="0" rIns="0" bIns="0">
            <a:noAutofit/>
          </a:bodyPr>
          <a:lstStyle>
            <a:lvl1pPr marL="0" indent="0">
              <a:lnSpc>
                <a:spcPct val="100000"/>
              </a:lnSpc>
              <a:buFontTx/>
              <a:buNone/>
              <a:defRPr sz="1867" b="0" i="0">
                <a:solidFill>
                  <a:srgbClr val="FFFFFF"/>
                </a:solidFill>
                <a:latin typeface="Museo Sans 5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Click to edit Master text styles</a:t>
            </a:r>
          </a:p>
        </p:txBody>
      </p:sp>
      <p:sp>
        <p:nvSpPr>
          <p:cNvPr id="18" name="Text Placeholder 18">
            <a:extLst>
              <a:ext uri="{FF2B5EF4-FFF2-40B4-BE49-F238E27FC236}">
                <a16:creationId xmlns:a16="http://schemas.microsoft.com/office/drawing/2014/main" id="{3962597B-E8B1-94CA-D227-E7B19D3537FD}"/>
              </a:ext>
            </a:extLst>
          </p:cNvPr>
          <p:cNvSpPr>
            <a:spLocks noGrp="1"/>
          </p:cNvSpPr>
          <p:nvPr>
            <p:ph type="body" sz="quarter" idx="17" hasCustomPrompt="1"/>
          </p:nvPr>
        </p:nvSpPr>
        <p:spPr>
          <a:xfrm>
            <a:off x="2653442" y="2855277"/>
            <a:ext cx="4491997" cy="1743729"/>
          </a:xfrm>
        </p:spPr>
        <p:txBody>
          <a:bodyPr lIns="0" tIns="0" rIns="0" bIns="0" anchor="ctr" anchorCtr="0">
            <a:noAutofit/>
          </a:bodyPr>
          <a:lstStyle>
            <a:lvl1pPr marL="0" indent="0">
              <a:lnSpc>
                <a:spcPct val="100000"/>
              </a:lnSpc>
              <a:buFontTx/>
              <a:buNone/>
              <a:defRPr sz="14666" b="1" i="0">
                <a:gradFill>
                  <a:gsLst>
                    <a:gs pos="4798">
                      <a:srgbClr val="662D8F"/>
                    </a:gs>
                    <a:gs pos="45955">
                      <a:srgbClr val="FF5A10"/>
                    </a:gs>
                    <a:gs pos="87145">
                      <a:srgbClr val="FFBC03"/>
                    </a:gs>
                  </a:gsLst>
                  <a:lin ang="19429246" scaled="1"/>
                </a:gra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XX%</a:t>
            </a:r>
          </a:p>
        </p:txBody>
      </p:sp>
      <p:sp>
        <p:nvSpPr>
          <p:cNvPr id="4" name="TextBox 3">
            <a:extLst>
              <a:ext uri="{FF2B5EF4-FFF2-40B4-BE49-F238E27FC236}">
                <a16:creationId xmlns:a16="http://schemas.microsoft.com/office/drawing/2014/main" id="{7981959E-7FE3-FD61-14D5-92CF25D08EF6}"/>
              </a:ext>
            </a:extLst>
          </p:cNvPr>
          <p:cNvSpPr txBox="1"/>
          <p:nvPr userDrawn="1"/>
        </p:nvSpPr>
        <p:spPr>
          <a:xfrm>
            <a:off x="12837459" y="-778"/>
            <a:ext cx="2510117" cy="1734449"/>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This slide is for headline statistics. Please only use one statistic per slide.</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If you have lots of great statistics, consider using one of the other statistics slides for the rest and choosing one to highlight. Or, you can spread single headline statistics throughout your presentation.</a:t>
            </a:r>
          </a:p>
        </p:txBody>
      </p:sp>
      <p:grpSp>
        <p:nvGrpSpPr>
          <p:cNvPr id="5" name="Group 4">
            <a:extLst>
              <a:ext uri="{FF2B5EF4-FFF2-40B4-BE49-F238E27FC236}">
                <a16:creationId xmlns:a16="http://schemas.microsoft.com/office/drawing/2014/main" id="{161EEB9D-A129-789A-4417-4347AFF7AE8F}"/>
              </a:ext>
            </a:extLst>
          </p:cNvPr>
          <p:cNvGrpSpPr/>
          <p:nvPr userDrawn="1"/>
        </p:nvGrpSpPr>
        <p:grpSpPr>
          <a:xfrm>
            <a:off x="10609008" y="6203793"/>
            <a:ext cx="1111864" cy="408104"/>
            <a:chOff x="7956756" y="4652845"/>
            <a:chExt cx="833898" cy="306078"/>
          </a:xfrm>
        </p:grpSpPr>
        <p:grpSp>
          <p:nvGrpSpPr>
            <p:cNvPr id="8" name="Graphic 4">
              <a:extLst>
                <a:ext uri="{FF2B5EF4-FFF2-40B4-BE49-F238E27FC236}">
                  <a16:creationId xmlns:a16="http://schemas.microsoft.com/office/drawing/2014/main" id="{ECC0B48C-2887-1C27-364E-7D5017FDBEEF}"/>
                </a:ext>
              </a:extLst>
            </p:cNvPr>
            <p:cNvGrpSpPr/>
            <p:nvPr/>
          </p:nvGrpSpPr>
          <p:grpSpPr>
            <a:xfrm>
              <a:off x="7956756" y="4652845"/>
              <a:ext cx="296346" cy="306078"/>
              <a:chOff x="397414" y="755885"/>
              <a:chExt cx="1031033" cy="1064892"/>
            </a:xfrm>
          </p:grpSpPr>
          <p:sp>
            <p:nvSpPr>
              <p:cNvPr id="33" name="Freeform 32">
                <a:extLst>
                  <a:ext uri="{FF2B5EF4-FFF2-40B4-BE49-F238E27FC236}">
                    <a16:creationId xmlns:a16="http://schemas.microsoft.com/office/drawing/2014/main" id="{010BA813-7642-6D7F-622A-ABBFE3CA91A2}"/>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4" name="Freeform 33">
                <a:extLst>
                  <a:ext uri="{FF2B5EF4-FFF2-40B4-BE49-F238E27FC236}">
                    <a16:creationId xmlns:a16="http://schemas.microsoft.com/office/drawing/2014/main" id="{169DEE5D-BDAB-B6F1-2F65-73344EDD7680}"/>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35" name="Freeform 34">
                <a:extLst>
                  <a:ext uri="{FF2B5EF4-FFF2-40B4-BE49-F238E27FC236}">
                    <a16:creationId xmlns:a16="http://schemas.microsoft.com/office/drawing/2014/main" id="{B42057D5-59ED-A173-D2F9-8860A3F3A480}"/>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9" name="Graphic 4">
              <a:extLst>
                <a:ext uri="{FF2B5EF4-FFF2-40B4-BE49-F238E27FC236}">
                  <a16:creationId xmlns:a16="http://schemas.microsoft.com/office/drawing/2014/main" id="{1E34A9A7-ED16-93EE-67A0-ACABCDE9CFB8}"/>
                </a:ext>
              </a:extLst>
            </p:cNvPr>
            <p:cNvGrpSpPr/>
            <p:nvPr/>
          </p:nvGrpSpPr>
          <p:grpSpPr>
            <a:xfrm>
              <a:off x="8189780" y="4703767"/>
              <a:ext cx="600874" cy="164713"/>
              <a:chOff x="1208140" y="933050"/>
              <a:chExt cx="2090530" cy="573060"/>
            </a:xfrm>
            <a:solidFill>
              <a:schemeClr val="bg1"/>
            </a:solidFill>
          </p:grpSpPr>
          <p:sp>
            <p:nvSpPr>
              <p:cNvPr id="10" name="Freeform 9">
                <a:extLst>
                  <a:ext uri="{FF2B5EF4-FFF2-40B4-BE49-F238E27FC236}">
                    <a16:creationId xmlns:a16="http://schemas.microsoft.com/office/drawing/2014/main" id="{46F55301-97F8-0E5F-AD8C-F41BADAB47D2}"/>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2" name="Freeform 11">
                <a:extLst>
                  <a:ext uri="{FF2B5EF4-FFF2-40B4-BE49-F238E27FC236}">
                    <a16:creationId xmlns:a16="http://schemas.microsoft.com/office/drawing/2014/main" id="{A07DEB21-742B-036C-2348-600814DCF006}"/>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3" name="Freeform 12">
                <a:extLst>
                  <a:ext uri="{FF2B5EF4-FFF2-40B4-BE49-F238E27FC236}">
                    <a16:creationId xmlns:a16="http://schemas.microsoft.com/office/drawing/2014/main" id="{64093D11-3780-1960-A3D7-887DFF085425}"/>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5" name="Freeform 14">
                <a:extLst>
                  <a:ext uri="{FF2B5EF4-FFF2-40B4-BE49-F238E27FC236}">
                    <a16:creationId xmlns:a16="http://schemas.microsoft.com/office/drawing/2014/main" id="{3F4C1697-BBE1-3E27-2485-1C6C53C1926C}"/>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6" name="Freeform 15">
                <a:extLst>
                  <a:ext uri="{FF2B5EF4-FFF2-40B4-BE49-F238E27FC236}">
                    <a16:creationId xmlns:a16="http://schemas.microsoft.com/office/drawing/2014/main" id="{DD572135-D386-F634-8E37-D313DCEAE208}"/>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19" name="Freeform 18">
                <a:extLst>
                  <a:ext uri="{FF2B5EF4-FFF2-40B4-BE49-F238E27FC236}">
                    <a16:creationId xmlns:a16="http://schemas.microsoft.com/office/drawing/2014/main" id="{B3697033-A6E3-EFF3-45AE-343E3B8FDC63}"/>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0" name="Freeform 19">
                <a:extLst>
                  <a:ext uri="{FF2B5EF4-FFF2-40B4-BE49-F238E27FC236}">
                    <a16:creationId xmlns:a16="http://schemas.microsoft.com/office/drawing/2014/main" id="{94051C14-2822-F0B2-D156-489AE53DDC8E}"/>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1" name="Freeform 20">
                <a:extLst>
                  <a:ext uri="{FF2B5EF4-FFF2-40B4-BE49-F238E27FC236}">
                    <a16:creationId xmlns:a16="http://schemas.microsoft.com/office/drawing/2014/main" id="{52A150FA-162A-4F0B-B58D-79F89A95C3C3}"/>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2" name="Freeform 21">
                <a:extLst>
                  <a:ext uri="{FF2B5EF4-FFF2-40B4-BE49-F238E27FC236}">
                    <a16:creationId xmlns:a16="http://schemas.microsoft.com/office/drawing/2014/main" id="{528438D1-E741-6FBC-6AA2-5C6193B25E83}"/>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3" name="Freeform 22">
                <a:extLst>
                  <a:ext uri="{FF2B5EF4-FFF2-40B4-BE49-F238E27FC236}">
                    <a16:creationId xmlns:a16="http://schemas.microsoft.com/office/drawing/2014/main" id="{3FCE2F61-3CB5-F369-1A47-C26883B91868}"/>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4" name="Freeform 23">
                <a:extLst>
                  <a:ext uri="{FF2B5EF4-FFF2-40B4-BE49-F238E27FC236}">
                    <a16:creationId xmlns:a16="http://schemas.microsoft.com/office/drawing/2014/main" id="{50E678C8-3910-F64E-44A1-9262185CA875}"/>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5" name="Freeform 24">
                <a:extLst>
                  <a:ext uri="{FF2B5EF4-FFF2-40B4-BE49-F238E27FC236}">
                    <a16:creationId xmlns:a16="http://schemas.microsoft.com/office/drawing/2014/main" id="{CAC72E2E-6223-E965-17FF-519672A61C53}"/>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6" name="Freeform 25">
                <a:extLst>
                  <a:ext uri="{FF2B5EF4-FFF2-40B4-BE49-F238E27FC236}">
                    <a16:creationId xmlns:a16="http://schemas.microsoft.com/office/drawing/2014/main" id="{6238CA05-55B8-046D-94B4-C5CF00835F39}"/>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7" name="Freeform 26">
                <a:extLst>
                  <a:ext uri="{FF2B5EF4-FFF2-40B4-BE49-F238E27FC236}">
                    <a16:creationId xmlns:a16="http://schemas.microsoft.com/office/drawing/2014/main" id="{CD835031-3FA3-8E5C-6A15-DAFFB6AA49BC}"/>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28" name="Freeform 27">
                <a:extLst>
                  <a:ext uri="{FF2B5EF4-FFF2-40B4-BE49-F238E27FC236}">
                    <a16:creationId xmlns:a16="http://schemas.microsoft.com/office/drawing/2014/main" id="{365E53CD-7576-0867-83A7-A843D747662E}"/>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30" name="Freeform 29">
                <a:extLst>
                  <a:ext uri="{FF2B5EF4-FFF2-40B4-BE49-F238E27FC236}">
                    <a16:creationId xmlns:a16="http://schemas.microsoft.com/office/drawing/2014/main" id="{26201BD2-691B-A796-490B-73DF8299668B}"/>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31" name="Freeform 30">
                <a:extLst>
                  <a:ext uri="{FF2B5EF4-FFF2-40B4-BE49-F238E27FC236}">
                    <a16:creationId xmlns:a16="http://schemas.microsoft.com/office/drawing/2014/main" id="{A964F6C9-0DE7-7EEB-3F58-7AE3C254639B}"/>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sp>
            <p:nvSpPr>
              <p:cNvPr id="32" name="Freeform 31">
                <a:extLst>
                  <a:ext uri="{FF2B5EF4-FFF2-40B4-BE49-F238E27FC236}">
                    <a16:creationId xmlns:a16="http://schemas.microsoft.com/office/drawing/2014/main" id="{DF6978F8-65A0-BE3B-FE1D-A6DD25690D18}"/>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grpFill/>
              <a:ln w="9499" cap="flat">
                <a:noFill/>
                <a:prstDash val="solid"/>
                <a:miter/>
              </a:ln>
            </p:spPr>
            <p:txBody>
              <a:bodyPr rtlCol="0" anchor="ctr"/>
              <a:lstStyle/>
              <a:p>
                <a:endParaRPr lang="en-US" sz="2400" b="0" i="0">
                  <a:latin typeface="Museo Sans 500" panose="02000000000000000000" pitchFamily="2" charset="77"/>
                </a:endParaRPr>
              </a:p>
            </p:txBody>
          </p:sp>
        </p:grpSp>
      </p:grpSp>
      <p:pic>
        <p:nvPicPr>
          <p:cNvPr id="14" name="Graphic 13">
            <a:extLst>
              <a:ext uri="{FF2B5EF4-FFF2-40B4-BE49-F238E27FC236}">
                <a16:creationId xmlns:a16="http://schemas.microsoft.com/office/drawing/2014/main" id="{6FC3FF1A-9D14-A601-EBCC-AC1C4D5732B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07999" y="408000"/>
            <a:ext cx="11400000" cy="192000"/>
          </a:xfrm>
          <a:prstGeom prst="rect">
            <a:avLst/>
          </a:prstGeom>
        </p:spPr>
      </p:pic>
      <p:sp>
        <p:nvSpPr>
          <p:cNvPr id="36" name="Slide Number Placeholder 5">
            <a:extLst>
              <a:ext uri="{FF2B5EF4-FFF2-40B4-BE49-F238E27FC236}">
                <a16:creationId xmlns:a16="http://schemas.microsoft.com/office/drawing/2014/main" id="{EC006490-CA13-B9D6-10FC-511749F3E52E}"/>
              </a:ext>
            </a:extLst>
          </p:cNvPr>
          <p:cNvSpPr>
            <a:spLocks noGrp="1"/>
          </p:cNvSpPr>
          <p:nvPr>
            <p:ph type="sldNum" sz="quarter" idx="12"/>
          </p:nvPr>
        </p:nvSpPr>
        <p:spPr>
          <a:xfrm>
            <a:off x="11273400" y="402113"/>
            <a:ext cx="480000" cy="203143"/>
          </a:xfrm>
        </p:spPr>
        <p:txBody>
          <a:bodyPr/>
          <a:lstStyle>
            <a:lvl1pPr>
              <a:defRPr sz="800" b="0" i="0">
                <a:solidFill>
                  <a:schemeClr val="bg1"/>
                </a:solidFill>
                <a:latin typeface="Museo Sans 500" panose="02000000000000000000" pitchFamily="2" charset="77"/>
              </a:defRPr>
            </a:lvl1pPr>
          </a:lstStyle>
          <a:p>
            <a:fld id="{837EA21B-C1CD-FF4F-B5B3-C7F194F4D1C4}" type="slidenum">
              <a:rPr lang="en-US" smtClean="0"/>
              <a:pPr/>
              <a:t>‹#›</a:t>
            </a:fld>
            <a:endParaRPr lang="en-US"/>
          </a:p>
        </p:txBody>
      </p:sp>
      <p:sp>
        <p:nvSpPr>
          <p:cNvPr id="40" name="Text Placeholder 18">
            <a:extLst>
              <a:ext uri="{FF2B5EF4-FFF2-40B4-BE49-F238E27FC236}">
                <a16:creationId xmlns:a16="http://schemas.microsoft.com/office/drawing/2014/main" id="{C5564C74-7411-1905-8BAA-14436F459C6E}"/>
              </a:ext>
            </a:extLst>
          </p:cNvPr>
          <p:cNvSpPr>
            <a:spLocks noGrp="1"/>
          </p:cNvSpPr>
          <p:nvPr>
            <p:ph type="body" sz="quarter" idx="15" hasCustomPrompt="1"/>
          </p:nvPr>
        </p:nvSpPr>
        <p:spPr>
          <a:xfrm>
            <a:off x="408517" y="936001"/>
            <a:ext cx="11400000" cy="962247"/>
          </a:xfrm>
        </p:spPr>
        <p:txBody>
          <a:bodyPr lIns="0" tIns="0" rIns="0" bIns="0">
            <a:noAutofit/>
          </a:bodyPr>
          <a:lstStyle>
            <a:lvl1pPr marL="0" indent="0">
              <a:lnSpc>
                <a:spcPct val="100000"/>
              </a:lnSpc>
              <a:buFontTx/>
              <a:buNone/>
              <a:defRPr sz="5333" b="1" i="0">
                <a:solidFill>
                  <a:srgbClr val="FF5A10"/>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Slide Title</a:t>
            </a:r>
          </a:p>
        </p:txBody>
      </p:sp>
      <p:sp>
        <p:nvSpPr>
          <p:cNvPr id="41" name="Text Placeholder 24">
            <a:extLst>
              <a:ext uri="{FF2B5EF4-FFF2-40B4-BE49-F238E27FC236}">
                <a16:creationId xmlns:a16="http://schemas.microsoft.com/office/drawing/2014/main" id="{4E523279-DF6D-5F16-1CA8-E1832F1ABA78}"/>
              </a:ext>
            </a:extLst>
          </p:cNvPr>
          <p:cNvSpPr>
            <a:spLocks noGrp="1"/>
          </p:cNvSpPr>
          <p:nvPr>
            <p:ph type="body" sz="quarter" idx="14"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bg1"/>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2" name="TextBox 1">
            <a:extLst>
              <a:ext uri="{FF2B5EF4-FFF2-40B4-BE49-F238E27FC236}">
                <a16:creationId xmlns:a16="http://schemas.microsoft.com/office/drawing/2014/main" id="{EDE5AEB7-4432-8599-CA45-811008976B3C}"/>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3" name="TextBox 2">
            <a:extLst>
              <a:ext uri="{FF2B5EF4-FFF2-40B4-BE49-F238E27FC236}">
                <a16:creationId xmlns:a16="http://schemas.microsoft.com/office/drawing/2014/main" id="{C7B654D9-ED60-81AE-09CC-287A38C08A02}"/>
              </a:ext>
            </a:extLst>
          </p:cNvPr>
          <p:cNvSpPr txBox="1"/>
          <p:nvPr userDrawn="1"/>
        </p:nvSpPr>
        <p:spPr>
          <a:xfrm>
            <a:off x="1515166" y="410216"/>
            <a:ext cx="1749197" cy="200055"/>
          </a:xfrm>
          <a:prstGeom prst="rect">
            <a:avLst/>
          </a:prstGeom>
          <a:noFill/>
        </p:spPr>
        <p:txBody>
          <a:bodyPr wrap="none" rtlCol="0">
            <a:spAutoFit/>
          </a:bodyPr>
          <a:lstStyle/>
          <a:p>
            <a:r>
              <a:rPr lang="en-US" sz="700">
                <a:solidFill>
                  <a:schemeClr val="bg1"/>
                </a:solidFill>
              </a:rPr>
              <a:t>Automation </a:t>
            </a:r>
            <a:r>
              <a:rPr lang="en-US" sz="700" err="1">
                <a:solidFill>
                  <a:schemeClr val="bg1"/>
                </a:solidFill>
              </a:rPr>
              <a:t>Anywhere’s</a:t>
            </a:r>
            <a:r>
              <a:rPr lang="en-US" sz="700">
                <a:solidFill>
                  <a:schemeClr val="bg1"/>
                </a:solidFill>
              </a:rPr>
              <a:t> APA Platform</a:t>
            </a:r>
          </a:p>
        </p:txBody>
      </p:sp>
    </p:spTree>
    <p:extLst>
      <p:ext uri="{BB962C8B-B14F-4D97-AF65-F5344CB8AC3E}">
        <p14:creationId xmlns:p14="http://schemas.microsoft.com/office/powerpoint/2010/main" val="398773420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37468B2-AE81-AC1C-8BC8-AA90C3CA6308}"/>
              </a:ext>
            </a:extLst>
          </p:cNvPr>
          <p:cNvSpPr txBox="1"/>
          <p:nvPr userDrawn="1"/>
        </p:nvSpPr>
        <p:spPr>
          <a:xfrm>
            <a:off x="12837459" y="-779"/>
            <a:ext cx="2510117" cy="749179"/>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Images can be used in the place holder frame. The orange corner graphic is an additional element and must remain in place.</a:t>
            </a:r>
          </a:p>
        </p:txBody>
      </p:sp>
    </p:spTree>
    <p:extLst>
      <p:ext uri="{BB962C8B-B14F-4D97-AF65-F5344CB8AC3E}">
        <p14:creationId xmlns:p14="http://schemas.microsoft.com/office/powerpoint/2010/main" val="97358145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ack Cover">
    <p:bg>
      <p:bgPr>
        <a:solidFill>
          <a:schemeClr val="bg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396FD40A-3AAA-9816-D98B-5AD558F666CD}"/>
              </a:ext>
            </a:extLst>
          </p:cNvPr>
          <p:cNvPicPr>
            <a:picLocks/>
          </p:cNvPicPr>
          <p:nvPr userDrawn="1"/>
        </p:nvPicPr>
        <p:blipFill>
          <a:blip>
            <a:extLst>
              <a:ext uri="{96DAC541-7B7A-43D3-8B79-37D633B846F1}">
                <asvg:svgBlip xmlns:asvg="http://schemas.microsoft.com/office/drawing/2016/SVG/main" r:embed="rId2"/>
              </a:ext>
            </a:extLst>
          </a:blip>
          <a:srcRect t="1" r="40191" b="-1055"/>
          <a:stretch/>
        </p:blipFill>
        <p:spPr>
          <a:xfrm>
            <a:off x="408001" y="408000"/>
            <a:ext cx="6818300" cy="194024"/>
          </a:xfrm>
          <a:prstGeom prst="rect">
            <a:avLst/>
          </a:prstGeom>
        </p:spPr>
      </p:pic>
      <p:pic>
        <p:nvPicPr>
          <p:cNvPr id="3" name="Graphic 2">
            <a:extLst>
              <a:ext uri="{FF2B5EF4-FFF2-40B4-BE49-F238E27FC236}">
                <a16:creationId xmlns:a16="http://schemas.microsoft.com/office/drawing/2014/main" id="{0D4556C2-2C9E-CFAC-3082-B9865D6683A5}"/>
              </a:ext>
            </a:extLst>
          </p:cNvPr>
          <p:cNvPicPr>
            <a:picLocks noChangeAspect="1"/>
          </p:cNvPicPr>
          <p:nvPr userDrawn="1"/>
        </p:nvPicPr>
        <p:blipFill>
          <a:blip>
            <a:extLst>
              <a:ext uri="{96DAC541-7B7A-43D3-8B79-37D633B846F1}">
                <asvg:svgBlip xmlns:asvg="http://schemas.microsoft.com/office/drawing/2016/SVG/main" r:embed="rId3"/>
              </a:ext>
            </a:extLst>
          </a:blip>
          <a:srcRect l="97933" t="1"/>
          <a:stretch/>
        </p:blipFill>
        <p:spPr>
          <a:xfrm>
            <a:off x="7226300" y="405084"/>
            <a:ext cx="143933" cy="194024"/>
          </a:xfrm>
          <a:prstGeom prst="rect">
            <a:avLst/>
          </a:prstGeom>
        </p:spPr>
      </p:pic>
      <p:sp>
        <p:nvSpPr>
          <p:cNvPr id="5" name="Picture Placeholder 16">
            <a:extLst>
              <a:ext uri="{FF2B5EF4-FFF2-40B4-BE49-F238E27FC236}">
                <a16:creationId xmlns:a16="http://schemas.microsoft.com/office/drawing/2014/main" id="{04C75B84-ACEB-E03F-A0FF-A799179B4FB1}"/>
              </a:ext>
            </a:extLst>
          </p:cNvPr>
          <p:cNvSpPr>
            <a:spLocks noGrp="1"/>
          </p:cNvSpPr>
          <p:nvPr>
            <p:ph type="pic" sz="quarter" idx="16"/>
          </p:nvPr>
        </p:nvSpPr>
        <p:spPr>
          <a:xfrm>
            <a:off x="8102602" y="-778"/>
            <a:ext cx="4096765" cy="6861341"/>
          </a:xfrm>
          <a:custGeom>
            <a:avLst/>
            <a:gdLst>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510656 w 3063875"/>
              <a:gd name="connsiteY6" fmla="*/ 5143500 h 5143500"/>
              <a:gd name="connsiteX7" fmla="*/ 0 w 3063875"/>
              <a:gd name="connsiteY7" fmla="*/ 4632844 h 5143500"/>
              <a:gd name="connsiteX8" fmla="*/ 0 w 3063875"/>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0 w 3063875"/>
              <a:gd name="connsiteY7" fmla="*/ 4632844 h 5143500"/>
              <a:gd name="connsiteX8" fmla="*/ 0 w 3063875"/>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22485 w 3063875"/>
              <a:gd name="connsiteY7" fmla="*/ 1874653 h 5143500"/>
              <a:gd name="connsiteX8" fmla="*/ 0 w 3063875"/>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22485 w 3063875"/>
              <a:gd name="connsiteY7" fmla="*/ 1874653 h 5143500"/>
              <a:gd name="connsiteX8" fmla="*/ 0 w 3063875"/>
              <a:gd name="connsiteY8" fmla="*/ 510656 h 5143500"/>
              <a:gd name="connsiteX0" fmla="*/ 12413 w 3076288"/>
              <a:gd name="connsiteY0" fmla="*/ 510656 h 5143500"/>
              <a:gd name="connsiteX1" fmla="*/ 523069 w 3076288"/>
              <a:gd name="connsiteY1" fmla="*/ 0 h 5143500"/>
              <a:gd name="connsiteX2" fmla="*/ 2565632 w 3076288"/>
              <a:gd name="connsiteY2" fmla="*/ 0 h 5143500"/>
              <a:gd name="connsiteX3" fmla="*/ 3076288 w 3076288"/>
              <a:gd name="connsiteY3" fmla="*/ 510656 h 5143500"/>
              <a:gd name="connsiteX4" fmla="*/ 3076288 w 3076288"/>
              <a:gd name="connsiteY4" fmla="*/ 4632844 h 5143500"/>
              <a:gd name="connsiteX5" fmla="*/ 2565632 w 3076288"/>
              <a:gd name="connsiteY5" fmla="*/ 5143500 h 5143500"/>
              <a:gd name="connsiteX6" fmla="*/ 1422479 w 3076288"/>
              <a:gd name="connsiteY6" fmla="*/ 5136005 h 5143500"/>
              <a:gd name="connsiteX7" fmla="*/ 34898 w 3076288"/>
              <a:gd name="connsiteY7" fmla="*/ 1874653 h 5143500"/>
              <a:gd name="connsiteX8" fmla="*/ 12413 w 3076288"/>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254832 w 3063875"/>
              <a:gd name="connsiteY7" fmla="*/ 2878994 h 5143500"/>
              <a:gd name="connsiteX8" fmla="*/ 0 w 3063875"/>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254832 w 3063875"/>
              <a:gd name="connsiteY7" fmla="*/ 2878994 h 5143500"/>
              <a:gd name="connsiteX8" fmla="*/ 0 w 3063875"/>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254832 w 3063875"/>
              <a:gd name="connsiteY7" fmla="*/ 2878994 h 5143500"/>
              <a:gd name="connsiteX8" fmla="*/ 0 w 3063875"/>
              <a:gd name="connsiteY8" fmla="*/ 510656 h 5143500"/>
              <a:gd name="connsiteX0" fmla="*/ 0 w 3063875"/>
              <a:gd name="connsiteY0" fmla="*/ 510656 h 5143500"/>
              <a:gd name="connsiteX1" fmla="*/ 510656 w 3063875"/>
              <a:gd name="connsiteY1" fmla="*/ 0 h 5143500"/>
              <a:gd name="connsiteX2" fmla="*/ 2553219 w 3063875"/>
              <a:gd name="connsiteY2" fmla="*/ 0 h 5143500"/>
              <a:gd name="connsiteX3" fmla="*/ 3063875 w 3063875"/>
              <a:gd name="connsiteY3" fmla="*/ 510656 h 5143500"/>
              <a:gd name="connsiteX4" fmla="*/ 3063875 w 3063875"/>
              <a:gd name="connsiteY4" fmla="*/ 4632844 h 5143500"/>
              <a:gd name="connsiteX5" fmla="*/ 2553219 w 3063875"/>
              <a:gd name="connsiteY5" fmla="*/ 5143500 h 5143500"/>
              <a:gd name="connsiteX6" fmla="*/ 1410066 w 3063875"/>
              <a:gd name="connsiteY6" fmla="*/ 5136005 h 5143500"/>
              <a:gd name="connsiteX7" fmla="*/ 254832 w 3063875"/>
              <a:gd name="connsiteY7" fmla="*/ 2878994 h 5143500"/>
              <a:gd name="connsiteX8" fmla="*/ 0 w 3063875"/>
              <a:gd name="connsiteY8" fmla="*/ 510656 h 5143500"/>
              <a:gd name="connsiteX0" fmla="*/ 0 w 3063875"/>
              <a:gd name="connsiteY0" fmla="*/ 140881 h 5230925"/>
              <a:gd name="connsiteX1" fmla="*/ 510656 w 3063875"/>
              <a:gd name="connsiteY1" fmla="*/ 87425 h 5230925"/>
              <a:gd name="connsiteX2" fmla="*/ 2553219 w 3063875"/>
              <a:gd name="connsiteY2" fmla="*/ 87425 h 5230925"/>
              <a:gd name="connsiteX3" fmla="*/ 3063875 w 3063875"/>
              <a:gd name="connsiteY3" fmla="*/ 598081 h 5230925"/>
              <a:gd name="connsiteX4" fmla="*/ 3063875 w 3063875"/>
              <a:gd name="connsiteY4" fmla="*/ 4720269 h 5230925"/>
              <a:gd name="connsiteX5" fmla="*/ 2553219 w 3063875"/>
              <a:gd name="connsiteY5" fmla="*/ 5230925 h 5230925"/>
              <a:gd name="connsiteX6" fmla="*/ 1410066 w 3063875"/>
              <a:gd name="connsiteY6" fmla="*/ 5223430 h 5230925"/>
              <a:gd name="connsiteX7" fmla="*/ 254832 w 3063875"/>
              <a:gd name="connsiteY7" fmla="*/ 2966419 h 5230925"/>
              <a:gd name="connsiteX8" fmla="*/ 0 w 3063875"/>
              <a:gd name="connsiteY8" fmla="*/ 140881 h 5230925"/>
              <a:gd name="connsiteX0" fmla="*/ 173 w 3064048"/>
              <a:gd name="connsiteY0" fmla="*/ 53456 h 5143500"/>
              <a:gd name="connsiteX1" fmla="*/ 510829 w 3064048"/>
              <a:gd name="connsiteY1" fmla="*/ 0 h 5143500"/>
              <a:gd name="connsiteX2" fmla="*/ 2553392 w 3064048"/>
              <a:gd name="connsiteY2" fmla="*/ 0 h 5143500"/>
              <a:gd name="connsiteX3" fmla="*/ 3064048 w 3064048"/>
              <a:gd name="connsiteY3" fmla="*/ 510656 h 5143500"/>
              <a:gd name="connsiteX4" fmla="*/ 3064048 w 3064048"/>
              <a:gd name="connsiteY4" fmla="*/ 4632844 h 5143500"/>
              <a:gd name="connsiteX5" fmla="*/ 2553392 w 3064048"/>
              <a:gd name="connsiteY5" fmla="*/ 5143500 h 5143500"/>
              <a:gd name="connsiteX6" fmla="*/ 1410239 w 3064048"/>
              <a:gd name="connsiteY6" fmla="*/ 5136005 h 5143500"/>
              <a:gd name="connsiteX7" fmla="*/ 255005 w 3064048"/>
              <a:gd name="connsiteY7" fmla="*/ 2878994 h 5143500"/>
              <a:gd name="connsiteX8" fmla="*/ 173 w 3064048"/>
              <a:gd name="connsiteY8" fmla="*/ 53456 h 5143500"/>
              <a:gd name="connsiteX0" fmla="*/ 0 w 3063875"/>
              <a:gd name="connsiteY0" fmla="*/ 248158 h 5338202"/>
              <a:gd name="connsiteX1" fmla="*/ 2553219 w 3063875"/>
              <a:gd name="connsiteY1" fmla="*/ 194702 h 5338202"/>
              <a:gd name="connsiteX2" fmla="*/ 3063875 w 3063875"/>
              <a:gd name="connsiteY2" fmla="*/ 705358 h 5338202"/>
              <a:gd name="connsiteX3" fmla="*/ 3063875 w 3063875"/>
              <a:gd name="connsiteY3" fmla="*/ 4827546 h 5338202"/>
              <a:gd name="connsiteX4" fmla="*/ 2553219 w 3063875"/>
              <a:gd name="connsiteY4" fmla="*/ 5338202 h 5338202"/>
              <a:gd name="connsiteX5" fmla="*/ 1410066 w 3063875"/>
              <a:gd name="connsiteY5" fmla="*/ 5330707 h 5338202"/>
              <a:gd name="connsiteX6" fmla="*/ 254832 w 3063875"/>
              <a:gd name="connsiteY6" fmla="*/ 3073696 h 5338202"/>
              <a:gd name="connsiteX7" fmla="*/ 0 w 3063875"/>
              <a:gd name="connsiteY7" fmla="*/ 248158 h 5338202"/>
              <a:gd name="connsiteX0" fmla="*/ 16 w 3063891"/>
              <a:gd name="connsiteY0" fmla="*/ 78396 h 5168440"/>
              <a:gd name="connsiteX1" fmla="*/ 2553235 w 3063891"/>
              <a:gd name="connsiteY1" fmla="*/ 24940 h 5168440"/>
              <a:gd name="connsiteX2" fmla="*/ 3063891 w 3063891"/>
              <a:gd name="connsiteY2" fmla="*/ 535596 h 5168440"/>
              <a:gd name="connsiteX3" fmla="*/ 3063891 w 3063891"/>
              <a:gd name="connsiteY3" fmla="*/ 4657784 h 5168440"/>
              <a:gd name="connsiteX4" fmla="*/ 2553235 w 3063891"/>
              <a:gd name="connsiteY4" fmla="*/ 5168440 h 5168440"/>
              <a:gd name="connsiteX5" fmla="*/ 1410082 w 3063891"/>
              <a:gd name="connsiteY5" fmla="*/ 5160945 h 5168440"/>
              <a:gd name="connsiteX6" fmla="*/ 254848 w 3063891"/>
              <a:gd name="connsiteY6" fmla="*/ 2903934 h 5168440"/>
              <a:gd name="connsiteX7" fmla="*/ 16 w 3063891"/>
              <a:gd name="connsiteY7" fmla="*/ 78396 h 5168440"/>
              <a:gd name="connsiteX0" fmla="*/ 14 w 3166829"/>
              <a:gd name="connsiteY0" fmla="*/ 59534 h 5149578"/>
              <a:gd name="connsiteX1" fmla="*/ 3032918 w 3166829"/>
              <a:gd name="connsiteY1" fmla="*/ 28563 h 5149578"/>
              <a:gd name="connsiteX2" fmla="*/ 3063889 w 3166829"/>
              <a:gd name="connsiteY2" fmla="*/ 516734 h 5149578"/>
              <a:gd name="connsiteX3" fmla="*/ 3063889 w 3166829"/>
              <a:gd name="connsiteY3" fmla="*/ 4638922 h 5149578"/>
              <a:gd name="connsiteX4" fmla="*/ 2553233 w 3166829"/>
              <a:gd name="connsiteY4" fmla="*/ 5149578 h 5149578"/>
              <a:gd name="connsiteX5" fmla="*/ 1410080 w 3166829"/>
              <a:gd name="connsiteY5" fmla="*/ 5142083 h 5149578"/>
              <a:gd name="connsiteX6" fmla="*/ 254846 w 3166829"/>
              <a:gd name="connsiteY6" fmla="*/ 2885072 h 5149578"/>
              <a:gd name="connsiteX7" fmla="*/ 14 w 3166829"/>
              <a:gd name="connsiteY7" fmla="*/ 59534 h 5149578"/>
              <a:gd name="connsiteX0" fmla="*/ 14 w 3288203"/>
              <a:gd name="connsiteY0" fmla="*/ 59534 h 5149578"/>
              <a:gd name="connsiteX1" fmla="*/ 3032918 w 3288203"/>
              <a:gd name="connsiteY1" fmla="*/ 28563 h 5149578"/>
              <a:gd name="connsiteX2" fmla="*/ 3063889 w 3288203"/>
              <a:gd name="connsiteY2" fmla="*/ 4638922 h 5149578"/>
              <a:gd name="connsiteX3" fmla="*/ 2553233 w 3288203"/>
              <a:gd name="connsiteY3" fmla="*/ 5149578 h 5149578"/>
              <a:gd name="connsiteX4" fmla="*/ 1410080 w 3288203"/>
              <a:gd name="connsiteY4" fmla="*/ 5142083 h 5149578"/>
              <a:gd name="connsiteX5" fmla="*/ 254846 w 3288203"/>
              <a:gd name="connsiteY5" fmla="*/ 2885072 h 5149578"/>
              <a:gd name="connsiteX6" fmla="*/ 14 w 3288203"/>
              <a:gd name="connsiteY6" fmla="*/ 59534 h 5149578"/>
              <a:gd name="connsiteX0" fmla="*/ 14 w 3288203"/>
              <a:gd name="connsiteY0" fmla="*/ 59534 h 5336718"/>
              <a:gd name="connsiteX1" fmla="*/ 3032918 w 3288203"/>
              <a:gd name="connsiteY1" fmla="*/ 28563 h 5336718"/>
              <a:gd name="connsiteX2" fmla="*/ 3063889 w 3288203"/>
              <a:gd name="connsiteY2" fmla="*/ 4638922 h 5336718"/>
              <a:gd name="connsiteX3" fmla="*/ 1410080 w 3288203"/>
              <a:gd name="connsiteY3" fmla="*/ 5142083 h 5336718"/>
              <a:gd name="connsiteX4" fmla="*/ 254846 w 3288203"/>
              <a:gd name="connsiteY4" fmla="*/ 2885072 h 5336718"/>
              <a:gd name="connsiteX5" fmla="*/ 14 w 3288203"/>
              <a:gd name="connsiteY5" fmla="*/ 59534 h 5336718"/>
              <a:gd name="connsiteX0" fmla="*/ 14 w 3288203"/>
              <a:gd name="connsiteY0" fmla="*/ 59534 h 5336718"/>
              <a:gd name="connsiteX1" fmla="*/ 3032918 w 3288203"/>
              <a:gd name="connsiteY1" fmla="*/ 28563 h 5336718"/>
              <a:gd name="connsiteX2" fmla="*/ 3063889 w 3288203"/>
              <a:gd name="connsiteY2" fmla="*/ 4638922 h 5336718"/>
              <a:gd name="connsiteX3" fmla="*/ 1410080 w 3288203"/>
              <a:gd name="connsiteY3" fmla="*/ 5142083 h 5336718"/>
              <a:gd name="connsiteX4" fmla="*/ 254846 w 3288203"/>
              <a:gd name="connsiteY4" fmla="*/ 2885072 h 5336718"/>
              <a:gd name="connsiteX5" fmla="*/ 14 w 3288203"/>
              <a:gd name="connsiteY5" fmla="*/ 59534 h 5336718"/>
              <a:gd name="connsiteX0" fmla="*/ 14 w 3288203"/>
              <a:gd name="connsiteY0" fmla="*/ 59534 h 5212957"/>
              <a:gd name="connsiteX1" fmla="*/ 3032918 w 3288203"/>
              <a:gd name="connsiteY1" fmla="*/ 28563 h 5212957"/>
              <a:gd name="connsiteX2" fmla="*/ 3063889 w 3288203"/>
              <a:gd name="connsiteY2" fmla="*/ 4638922 h 5212957"/>
              <a:gd name="connsiteX3" fmla="*/ 1410080 w 3288203"/>
              <a:gd name="connsiteY3" fmla="*/ 5142083 h 5212957"/>
              <a:gd name="connsiteX4" fmla="*/ 254846 w 3288203"/>
              <a:gd name="connsiteY4" fmla="*/ 2885072 h 5212957"/>
              <a:gd name="connsiteX5" fmla="*/ 14 w 3288203"/>
              <a:gd name="connsiteY5" fmla="*/ 59534 h 5212957"/>
              <a:gd name="connsiteX0" fmla="*/ 14 w 3288203"/>
              <a:gd name="connsiteY0" fmla="*/ 59534 h 5290599"/>
              <a:gd name="connsiteX1" fmla="*/ 3032918 w 3288203"/>
              <a:gd name="connsiteY1" fmla="*/ 28563 h 5290599"/>
              <a:gd name="connsiteX2" fmla="*/ 3063889 w 3288203"/>
              <a:gd name="connsiteY2" fmla="*/ 5126102 h 5290599"/>
              <a:gd name="connsiteX3" fmla="*/ 1410080 w 3288203"/>
              <a:gd name="connsiteY3" fmla="*/ 5142083 h 5290599"/>
              <a:gd name="connsiteX4" fmla="*/ 254846 w 3288203"/>
              <a:gd name="connsiteY4" fmla="*/ 2885072 h 5290599"/>
              <a:gd name="connsiteX5" fmla="*/ 14 w 3288203"/>
              <a:gd name="connsiteY5" fmla="*/ 59534 h 5290599"/>
              <a:gd name="connsiteX0" fmla="*/ 14 w 3267600"/>
              <a:gd name="connsiteY0" fmla="*/ 59534 h 5290599"/>
              <a:gd name="connsiteX1" fmla="*/ 3032918 w 3267600"/>
              <a:gd name="connsiteY1" fmla="*/ 28563 h 5290599"/>
              <a:gd name="connsiteX2" fmla="*/ 3063889 w 3267600"/>
              <a:gd name="connsiteY2" fmla="*/ 5126102 h 5290599"/>
              <a:gd name="connsiteX3" fmla="*/ 1410080 w 3267600"/>
              <a:gd name="connsiteY3" fmla="*/ 5142083 h 5290599"/>
              <a:gd name="connsiteX4" fmla="*/ 254846 w 3267600"/>
              <a:gd name="connsiteY4" fmla="*/ 2885072 h 5290599"/>
              <a:gd name="connsiteX5" fmla="*/ 14 w 3267600"/>
              <a:gd name="connsiteY5" fmla="*/ 59534 h 5290599"/>
              <a:gd name="connsiteX0" fmla="*/ 14 w 3063889"/>
              <a:gd name="connsiteY0" fmla="*/ 59534 h 5290599"/>
              <a:gd name="connsiteX1" fmla="*/ 3032918 w 3063889"/>
              <a:gd name="connsiteY1" fmla="*/ 28563 h 5290599"/>
              <a:gd name="connsiteX2" fmla="*/ 3063889 w 3063889"/>
              <a:gd name="connsiteY2" fmla="*/ 5126102 h 5290599"/>
              <a:gd name="connsiteX3" fmla="*/ 1410080 w 3063889"/>
              <a:gd name="connsiteY3" fmla="*/ 5142083 h 5290599"/>
              <a:gd name="connsiteX4" fmla="*/ 254846 w 3063889"/>
              <a:gd name="connsiteY4" fmla="*/ 2885072 h 5290599"/>
              <a:gd name="connsiteX5" fmla="*/ 14 w 3063889"/>
              <a:gd name="connsiteY5" fmla="*/ 59534 h 5290599"/>
              <a:gd name="connsiteX0" fmla="*/ 11 w 3063886"/>
              <a:gd name="connsiteY0" fmla="*/ 31017 h 5262082"/>
              <a:gd name="connsiteX1" fmla="*/ 3032915 w 3063886"/>
              <a:gd name="connsiteY1" fmla="*/ 46 h 5262082"/>
              <a:gd name="connsiteX2" fmla="*/ 3063886 w 3063886"/>
              <a:gd name="connsiteY2" fmla="*/ 5097585 h 5262082"/>
              <a:gd name="connsiteX3" fmla="*/ 1410077 w 3063886"/>
              <a:gd name="connsiteY3" fmla="*/ 5113566 h 5262082"/>
              <a:gd name="connsiteX4" fmla="*/ 254843 w 3063886"/>
              <a:gd name="connsiteY4" fmla="*/ 2856555 h 5262082"/>
              <a:gd name="connsiteX5" fmla="*/ 11 w 3063886"/>
              <a:gd name="connsiteY5" fmla="*/ 31017 h 5262082"/>
              <a:gd name="connsiteX0" fmla="*/ 11 w 3063886"/>
              <a:gd name="connsiteY0" fmla="*/ 31017 h 5153324"/>
              <a:gd name="connsiteX1" fmla="*/ 3032915 w 3063886"/>
              <a:gd name="connsiteY1" fmla="*/ 46 h 5153324"/>
              <a:gd name="connsiteX2" fmla="*/ 3063886 w 3063886"/>
              <a:gd name="connsiteY2" fmla="*/ 5097585 h 5153324"/>
              <a:gd name="connsiteX3" fmla="*/ 1410077 w 3063886"/>
              <a:gd name="connsiteY3" fmla="*/ 5113566 h 5153324"/>
              <a:gd name="connsiteX4" fmla="*/ 254843 w 3063886"/>
              <a:gd name="connsiteY4" fmla="*/ 2856555 h 5153324"/>
              <a:gd name="connsiteX5" fmla="*/ 11 w 3063886"/>
              <a:gd name="connsiteY5" fmla="*/ 31017 h 5153324"/>
              <a:gd name="connsiteX0" fmla="*/ 11 w 3063886"/>
              <a:gd name="connsiteY0" fmla="*/ 31017 h 5156528"/>
              <a:gd name="connsiteX1" fmla="*/ 3032915 w 3063886"/>
              <a:gd name="connsiteY1" fmla="*/ 46 h 5156528"/>
              <a:gd name="connsiteX2" fmla="*/ 3063886 w 3063886"/>
              <a:gd name="connsiteY2" fmla="*/ 5097585 h 5156528"/>
              <a:gd name="connsiteX3" fmla="*/ 1275166 w 3063886"/>
              <a:gd name="connsiteY3" fmla="*/ 5121061 h 5156528"/>
              <a:gd name="connsiteX4" fmla="*/ 254843 w 3063886"/>
              <a:gd name="connsiteY4" fmla="*/ 2856555 h 5156528"/>
              <a:gd name="connsiteX5" fmla="*/ 11 w 3063886"/>
              <a:gd name="connsiteY5" fmla="*/ 31017 h 5156528"/>
              <a:gd name="connsiteX0" fmla="*/ 11 w 3063886"/>
              <a:gd name="connsiteY0" fmla="*/ 31017 h 5151536"/>
              <a:gd name="connsiteX1" fmla="*/ 3032915 w 3063886"/>
              <a:gd name="connsiteY1" fmla="*/ 46 h 5151536"/>
              <a:gd name="connsiteX2" fmla="*/ 3063886 w 3063886"/>
              <a:gd name="connsiteY2" fmla="*/ 5097585 h 5151536"/>
              <a:gd name="connsiteX3" fmla="*/ 1275166 w 3063886"/>
              <a:gd name="connsiteY3" fmla="*/ 5121061 h 5151536"/>
              <a:gd name="connsiteX4" fmla="*/ 254843 w 3063886"/>
              <a:gd name="connsiteY4" fmla="*/ 2856555 h 5151536"/>
              <a:gd name="connsiteX5" fmla="*/ 11 w 3063886"/>
              <a:gd name="connsiteY5" fmla="*/ 31017 h 5151536"/>
              <a:gd name="connsiteX0" fmla="*/ 11 w 3063905"/>
              <a:gd name="connsiteY0" fmla="*/ 31017 h 5125623"/>
              <a:gd name="connsiteX1" fmla="*/ 3032915 w 3063905"/>
              <a:gd name="connsiteY1" fmla="*/ 46 h 5125623"/>
              <a:gd name="connsiteX2" fmla="*/ 3063886 w 3063905"/>
              <a:gd name="connsiteY2" fmla="*/ 5097585 h 5125623"/>
              <a:gd name="connsiteX3" fmla="*/ 1275166 w 3063905"/>
              <a:gd name="connsiteY3" fmla="*/ 5121061 h 5125623"/>
              <a:gd name="connsiteX4" fmla="*/ 254843 w 3063905"/>
              <a:gd name="connsiteY4" fmla="*/ 2856555 h 5125623"/>
              <a:gd name="connsiteX5" fmla="*/ 11 w 3063905"/>
              <a:gd name="connsiteY5" fmla="*/ 31017 h 5125623"/>
              <a:gd name="connsiteX0" fmla="*/ 11 w 3063905"/>
              <a:gd name="connsiteY0" fmla="*/ 2096 h 5136895"/>
              <a:gd name="connsiteX1" fmla="*/ 3032915 w 3063905"/>
              <a:gd name="connsiteY1" fmla="*/ 11318 h 5136895"/>
              <a:gd name="connsiteX2" fmla="*/ 3063886 w 3063905"/>
              <a:gd name="connsiteY2" fmla="*/ 5108857 h 5136895"/>
              <a:gd name="connsiteX3" fmla="*/ 1275166 w 3063905"/>
              <a:gd name="connsiteY3" fmla="*/ 5132333 h 5136895"/>
              <a:gd name="connsiteX4" fmla="*/ 254843 w 3063905"/>
              <a:gd name="connsiteY4" fmla="*/ 2867827 h 5136895"/>
              <a:gd name="connsiteX5" fmla="*/ 11 w 3063905"/>
              <a:gd name="connsiteY5" fmla="*/ 2096 h 5136895"/>
              <a:gd name="connsiteX0" fmla="*/ 11 w 3063905"/>
              <a:gd name="connsiteY0" fmla="*/ 2096 h 5136895"/>
              <a:gd name="connsiteX1" fmla="*/ 3032915 w 3063905"/>
              <a:gd name="connsiteY1" fmla="*/ 11318 h 5136895"/>
              <a:gd name="connsiteX2" fmla="*/ 3063886 w 3063905"/>
              <a:gd name="connsiteY2" fmla="*/ 5108857 h 5136895"/>
              <a:gd name="connsiteX3" fmla="*/ 1275166 w 3063905"/>
              <a:gd name="connsiteY3" fmla="*/ 5132333 h 5136895"/>
              <a:gd name="connsiteX4" fmla="*/ 254843 w 3063905"/>
              <a:gd name="connsiteY4" fmla="*/ 2867827 h 5136895"/>
              <a:gd name="connsiteX5" fmla="*/ 11 w 3063905"/>
              <a:gd name="connsiteY5" fmla="*/ 2096 h 5136895"/>
              <a:gd name="connsiteX0" fmla="*/ 11 w 3063905"/>
              <a:gd name="connsiteY0" fmla="*/ 3953 h 5138752"/>
              <a:gd name="connsiteX1" fmla="*/ 3063060 w 3063905"/>
              <a:gd name="connsiteY1" fmla="*/ 3126 h 5138752"/>
              <a:gd name="connsiteX2" fmla="*/ 3063886 w 3063905"/>
              <a:gd name="connsiteY2" fmla="*/ 5110714 h 5138752"/>
              <a:gd name="connsiteX3" fmla="*/ 1275166 w 3063905"/>
              <a:gd name="connsiteY3" fmla="*/ 5134190 h 5138752"/>
              <a:gd name="connsiteX4" fmla="*/ 254843 w 3063905"/>
              <a:gd name="connsiteY4" fmla="*/ 2869684 h 5138752"/>
              <a:gd name="connsiteX5" fmla="*/ 11 w 3063905"/>
              <a:gd name="connsiteY5" fmla="*/ 3953 h 5138752"/>
              <a:gd name="connsiteX0" fmla="*/ 11 w 3063905"/>
              <a:gd name="connsiteY0" fmla="*/ 2384 h 5144678"/>
              <a:gd name="connsiteX1" fmla="*/ 3063060 w 3063905"/>
              <a:gd name="connsiteY1" fmla="*/ 9052 h 5144678"/>
              <a:gd name="connsiteX2" fmla="*/ 3063886 w 3063905"/>
              <a:gd name="connsiteY2" fmla="*/ 5116640 h 5144678"/>
              <a:gd name="connsiteX3" fmla="*/ 1275166 w 3063905"/>
              <a:gd name="connsiteY3" fmla="*/ 5140116 h 5144678"/>
              <a:gd name="connsiteX4" fmla="*/ 254843 w 3063905"/>
              <a:gd name="connsiteY4" fmla="*/ 2875610 h 5144678"/>
              <a:gd name="connsiteX5" fmla="*/ 11 w 3063905"/>
              <a:gd name="connsiteY5" fmla="*/ 2384 h 5144678"/>
              <a:gd name="connsiteX0" fmla="*/ 11 w 3069410"/>
              <a:gd name="connsiteY0" fmla="*/ 6725 h 5149019"/>
              <a:gd name="connsiteX1" fmla="*/ 3069410 w 3069410"/>
              <a:gd name="connsiteY1" fmla="*/ 693 h 5149019"/>
              <a:gd name="connsiteX2" fmla="*/ 3063886 w 3069410"/>
              <a:gd name="connsiteY2" fmla="*/ 5120981 h 5149019"/>
              <a:gd name="connsiteX3" fmla="*/ 1275166 w 3069410"/>
              <a:gd name="connsiteY3" fmla="*/ 5144457 h 5149019"/>
              <a:gd name="connsiteX4" fmla="*/ 254843 w 3069410"/>
              <a:gd name="connsiteY4" fmla="*/ 2879951 h 5149019"/>
              <a:gd name="connsiteX5" fmla="*/ 11 w 3069410"/>
              <a:gd name="connsiteY5" fmla="*/ 6725 h 5149019"/>
              <a:gd name="connsiteX0" fmla="*/ 0 w 3069399"/>
              <a:gd name="connsiteY0" fmla="*/ 6122 h 5148416"/>
              <a:gd name="connsiteX1" fmla="*/ 3069399 w 3069399"/>
              <a:gd name="connsiteY1" fmla="*/ 90 h 5148416"/>
              <a:gd name="connsiteX2" fmla="*/ 3063875 w 3069399"/>
              <a:gd name="connsiteY2" fmla="*/ 5120378 h 5148416"/>
              <a:gd name="connsiteX3" fmla="*/ 1275155 w 3069399"/>
              <a:gd name="connsiteY3" fmla="*/ 5143854 h 5148416"/>
              <a:gd name="connsiteX4" fmla="*/ 254832 w 3069399"/>
              <a:gd name="connsiteY4" fmla="*/ 2879348 h 5148416"/>
              <a:gd name="connsiteX5" fmla="*/ 0 w 3069399"/>
              <a:gd name="connsiteY5" fmla="*/ 6122 h 5148416"/>
              <a:gd name="connsiteX0" fmla="*/ 0 w 3072574"/>
              <a:gd name="connsiteY0" fmla="*/ 0 h 5148644"/>
              <a:gd name="connsiteX1" fmla="*/ 3072574 w 3072574"/>
              <a:gd name="connsiteY1" fmla="*/ 318 h 5148644"/>
              <a:gd name="connsiteX2" fmla="*/ 3067050 w 3072574"/>
              <a:gd name="connsiteY2" fmla="*/ 5120606 h 5148644"/>
              <a:gd name="connsiteX3" fmla="*/ 1278330 w 3072574"/>
              <a:gd name="connsiteY3" fmla="*/ 5144082 h 5148644"/>
              <a:gd name="connsiteX4" fmla="*/ 258007 w 3072574"/>
              <a:gd name="connsiteY4" fmla="*/ 2879576 h 5148644"/>
              <a:gd name="connsiteX5" fmla="*/ 0 w 3072574"/>
              <a:gd name="connsiteY5" fmla="*/ 0 h 5148644"/>
              <a:gd name="connsiteX0" fmla="*/ 0 w 3072574"/>
              <a:gd name="connsiteY0" fmla="*/ 0 h 5148644"/>
              <a:gd name="connsiteX1" fmla="*/ 3072574 w 3072574"/>
              <a:gd name="connsiteY1" fmla="*/ 318 h 5148644"/>
              <a:gd name="connsiteX2" fmla="*/ 3067050 w 3072574"/>
              <a:gd name="connsiteY2" fmla="*/ 5120606 h 5148644"/>
              <a:gd name="connsiteX3" fmla="*/ 1278330 w 3072574"/>
              <a:gd name="connsiteY3" fmla="*/ 5144082 h 5148644"/>
              <a:gd name="connsiteX4" fmla="*/ 258007 w 3072574"/>
              <a:gd name="connsiteY4" fmla="*/ 2879576 h 5148644"/>
              <a:gd name="connsiteX5" fmla="*/ 0 w 3072574"/>
              <a:gd name="connsiteY5" fmla="*/ 0 h 5148644"/>
              <a:gd name="connsiteX0" fmla="*/ 0 w 3072574"/>
              <a:gd name="connsiteY0" fmla="*/ 0 h 5155476"/>
              <a:gd name="connsiteX1" fmla="*/ 3072574 w 3072574"/>
              <a:gd name="connsiteY1" fmla="*/ 318 h 5155476"/>
              <a:gd name="connsiteX2" fmla="*/ 3063875 w 3072574"/>
              <a:gd name="connsiteY2" fmla="*/ 5146006 h 5155476"/>
              <a:gd name="connsiteX3" fmla="*/ 1278330 w 3072574"/>
              <a:gd name="connsiteY3" fmla="*/ 5144082 h 5155476"/>
              <a:gd name="connsiteX4" fmla="*/ 258007 w 3072574"/>
              <a:gd name="connsiteY4" fmla="*/ 2879576 h 5155476"/>
              <a:gd name="connsiteX5" fmla="*/ 0 w 3072574"/>
              <a:gd name="connsiteY5" fmla="*/ 0 h 5155476"/>
              <a:gd name="connsiteX0" fmla="*/ 0 w 3072574"/>
              <a:gd name="connsiteY0" fmla="*/ 0 h 5155476"/>
              <a:gd name="connsiteX1" fmla="*/ 3072574 w 3072574"/>
              <a:gd name="connsiteY1" fmla="*/ 318 h 5155476"/>
              <a:gd name="connsiteX2" fmla="*/ 3063875 w 3072574"/>
              <a:gd name="connsiteY2" fmla="*/ 5146006 h 5155476"/>
              <a:gd name="connsiteX3" fmla="*/ 1278330 w 3072574"/>
              <a:gd name="connsiteY3" fmla="*/ 5144082 h 5155476"/>
              <a:gd name="connsiteX4" fmla="*/ 258007 w 3072574"/>
              <a:gd name="connsiteY4" fmla="*/ 2879576 h 5155476"/>
              <a:gd name="connsiteX5" fmla="*/ 0 w 3072574"/>
              <a:gd name="connsiteY5" fmla="*/ 0 h 5155476"/>
              <a:gd name="connsiteX0" fmla="*/ 0 w 3072574"/>
              <a:gd name="connsiteY0" fmla="*/ 0 h 5152465"/>
              <a:gd name="connsiteX1" fmla="*/ 3072574 w 3072574"/>
              <a:gd name="connsiteY1" fmla="*/ 318 h 5152465"/>
              <a:gd name="connsiteX2" fmla="*/ 3063875 w 3072574"/>
              <a:gd name="connsiteY2" fmla="*/ 5146006 h 5152465"/>
              <a:gd name="connsiteX3" fmla="*/ 1278330 w 3072574"/>
              <a:gd name="connsiteY3" fmla="*/ 5144082 h 5152465"/>
              <a:gd name="connsiteX4" fmla="*/ 258007 w 3072574"/>
              <a:gd name="connsiteY4" fmla="*/ 2879576 h 5152465"/>
              <a:gd name="connsiteX5" fmla="*/ 0 w 3072574"/>
              <a:gd name="connsiteY5" fmla="*/ 0 h 5152465"/>
              <a:gd name="connsiteX0" fmla="*/ 0 w 3072574"/>
              <a:gd name="connsiteY0" fmla="*/ 0 h 5153597"/>
              <a:gd name="connsiteX1" fmla="*/ 3072574 w 3072574"/>
              <a:gd name="connsiteY1" fmla="*/ 318 h 5153597"/>
              <a:gd name="connsiteX2" fmla="*/ 3063875 w 3072574"/>
              <a:gd name="connsiteY2" fmla="*/ 5146006 h 5153597"/>
              <a:gd name="connsiteX3" fmla="*/ 1284680 w 3072574"/>
              <a:gd name="connsiteY3" fmla="*/ 5147257 h 5153597"/>
              <a:gd name="connsiteX4" fmla="*/ 258007 w 3072574"/>
              <a:gd name="connsiteY4" fmla="*/ 2879576 h 5153597"/>
              <a:gd name="connsiteX5" fmla="*/ 0 w 3072574"/>
              <a:gd name="connsiteY5" fmla="*/ 0 h 5153597"/>
              <a:gd name="connsiteX0" fmla="*/ 0 w 3072574"/>
              <a:gd name="connsiteY0" fmla="*/ 0 h 5153597"/>
              <a:gd name="connsiteX1" fmla="*/ 3072574 w 3072574"/>
              <a:gd name="connsiteY1" fmla="*/ 318 h 5153597"/>
              <a:gd name="connsiteX2" fmla="*/ 3063875 w 3072574"/>
              <a:gd name="connsiteY2" fmla="*/ 5146006 h 5153597"/>
              <a:gd name="connsiteX3" fmla="*/ 1284680 w 3072574"/>
              <a:gd name="connsiteY3" fmla="*/ 5147257 h 5153597"/>
              <a:gd name="connsiteX4" fmla="*/ 258007 w 3072574"/>
              <a:gd name="connsiteY4" fmla="*/ 2879576 h 5153597"/>
              <a:gd name="connsiteX5" fmla="*/ 0 w 3072574"/>
              <a:gd name="connsiteY5" fmla="*/ 0 h 5153597"/>
              <a:gd name="connsiteX0" fmla="*/ 0 w 3072574"/>
              <a:gd name="connsiteY0" fmla="*/ 0 h 5151459"/>
              <a:gd name="connsiteX1" fmla="*/ 3072574 w 3072574"/>
              <a:gd name="connsiteY1" fmla="*/ 318 h 5151459"/>
              <a:gd name="connsiteX2" fmla="*/ 3063875 w 3072574"/>
              <a:gd name="connsiteY2" fmla="*/ 5146006 h 5151459"/>
              <a:gd name="connsiteX3" fmla="*/ 1284680 w 3072574"/>
              <a:gd name="connsiteY3" fmla="*/ 5147257 h 5151459"/>
              <a:gd name="connsiteX4" fmla="*/ 258007 w 3072574"/>
              <a:gd name="connsiteY4" fmla="*/ 2879576 h 5151459"/>
              <a:gd name="connsiteX5" fmla="*/ 0 w 3072574"/>
              <a:gd name="connsiteY5" fmla="*/ 0 h 5151459"/>
              <a:gd name="connsiteX0" fmla="*/ 0 w 3072574"/>
              <a:gd name="connsiteY0" fmla="*/ 0 h 5151459"/>
              <a:gd name="connsiteX1" fmla="*/ 3072574 w 3072574"/>
              <a:gd name="connsiteY1" fmla="*/ 318 h 5151459"/>
              <a:gd name="connsiteX2" fmla="*/ 3063875 w 3072574"/>
              <a:gd name="connsiteY2" fmla="*/ 5146006 h 5151459"/>
              <a:gd name="connsiteX3" fmla="*/ 1284680 w 3072574"/>
              <a:gd name="connsiteY3" fmla="*/ 5147257 h 5151459"/>
              <a:gd name="connsiteX4" fmla="*/ 258007 w 3072574"/>
              <a:gd name="connsiteY4" fmla="*/ 2879576 h 5151459"/>
              <a:gd name="connsiteX5" fmla="*/ 0 w 3072574"/>
              <a:gd name="connsiteY5" fmla="*/ 0 h 5151459"/>
              <a:gd name="connsiteX0" fmla="*/ 0 w 3072574"/>
              <a:gd name="connsiteY0" fmla="*/ 0 h 5526481"/>
              <a:gd name="connsiteX1" fmla="*/ 3072574 w 3072574"/>
              <a:gd name="connsiteY1" fmla="*/ 318 h 5526481"/>
              <a:gd name="connsiteX2" fmla="*/ 3063875 w 3072574"/>
              <a:gd name="connsiteY2" fmla="*/ 5146006 h 5526481"/>
              <a:gd name="connsiteX3" fmla="*/ 1343024 w 3072574"/>
              <a:gd name="connsiteY3" fmla="*/ 5144084 h 5526481"/>
              <a:gd name="connsiteX4" fmla="*/ 1284680 w 3072574"/>
              <a:gd name="connsiteY4" fmla="*/ 5147257 h 5526481"/>
              <a:gd name="connsiteX5" fmla="*/ 258007 w 3072574"/>
              <a:gd name="connsiteY5" fmla="*/ 2879576 h 5526481"/>
              <a:gd name="connsiteX6" fmla="*/ 0 w 3072574"/>
              <a:gd name="connsiteY6" fmla="*/ 0 h 5526481"/>
              <a:gd name="connsiteX0" fmla="*/ 0 w 3072574"/>
              <a:gd name="connsiteY0" fmla="*/ 0 h 5314225"/>
              <a:gd name="connsiteX1" fmla="*/ 3072574 w 3072574"/>
              <a:gd name="connsiteY1" fmla="*/ 318 h 5314225"/>
              <a:gd name="connsiteX2" fmla="*/ 3063875 w 3072574"/>
              <a:gd name="connsiteY2" fmla="*/ 5146006 h 5314225"/>
              <a:gd name="connsiteX3" fmla="*/ 1343024 w 3072574"/>
              <a:gd name="connsiteY3" fmla="*/ 5144084 h 5314225"/>
              <a:gd name="connsiteX4" fmla="*/ 1284680 w 3072574"/>
              <a:gd name="connsiteY4" fmla="*/ 5147257 h 5314225"/>
              <a:gd name="connsiteX5" fmla="*/ 258007 w 3072574"/>
              <a:gd name="connsiteY5" fmla="*/ 2879576 h 5314225"/>
              <a:gd name="connsiteX6" fmla="*/ 0 w 3072574"/>
              <a:gd name="connsiteY6" fmla="*/ 0 h 5314225"/>
              <a:gd name="connsiteX0" fmla="*/ 0 w 3072574"/>
              <a:gd name="connsiteY0" fmla="*/ 0 h 5318959"/>
              <a:gd name="connsiteX1" fmla="*/ 3072574 w 3072574"/>
              <a:gd name="connsiteY1" fmla="*/ 318 h 5318959"/>
              <a:gd name="connsiteX2" fmla="*/ 3063875 w 3072574"/>
              <a:gd name="connsiteY2" fmla="*/ 5146006 h 5318959"/>
              <a:gd name="connsiteX3" fmla="*/ 1343024 w 3072574"/>
              <a:gd name="connsiteY3" fmla="*/ 5144084 h 5318959"/>
              <a:gd name="connsiteX4" fmla="*/ 1157680 w 3072574"/>
              <a:gd name="connsiteY4" fmla="*/ 5153607 h 5318959"/>
              <a:gd name="connsiteX5" fmla="*/ 258007 w 3072574"/>
              <a:gd name="connsiteY5" fmla="*/ 2879576 h 5318959"/>
              <a:gd name="connsiteX6" fmla="*/ 0 w 3072574"/>
              <a:gd name="connsiteY6" fmla="*/ 0 h 5318959"/>
              <a:gd name="connsiteX0" fmla="*/ 0 w 3072574"/>
              <a:gd name="connsiteY0" fmla="*/ 0 h 5175213"/>
              <a:gd name="connsiteX1" fmla="*/ 3072574 w 3072574"/>
              <a:gd name="connsiteY1" fmla="*/ 318 h 5175213"/>
              <a:gd name="connsiteX2" fmla="*/ 3063875 w 3072574"/>
              <a:gd name="connsiteY2" fmla="*/ 5146006 h 5175213"/>
              <a:gd name="connsiteX3" fmla="*/ 1343024 w 3072574"/>
              <a:gd name="connsiteY3" fmla="*/ 5144084 h 5175213"/>
              <a:gd name="connsiteX4" fmla="*/ 1157680 w 3072574"/>
              <a:gd name="connsiteY4" fmla="*/ 5153607 h 5175213"/>
              <a:gd name="connsiteX5" fmla="*/ 258007 w 3072574"/>
              <a:gd name="connsiteY5" fmla="*/ 2879576 h 5175213"/>
              <a:gd name="connsiteX6" fmla="*/ 0 w 3072574"/>
              <a:gd name="connsiteY6" fmla="*/ 0 h 5175213"/>
              <a:gd name="connsiteX0" fmla="*/ 0 w 3072574"/>
              <a:gd name="connsiteY0" fmla="*/ 0 h 5210364"/>
              <a:gd name="connsiteX1" fmla="*/ 3072574 w 3072574"/>
              <a:gd name="connsiteY1" fmla="*/ 318 h 5210364"/>
              <a:gd name="connsiteX2" fmla="*/ 3063875 w 3072574"/>
              <a:gd name="connsiteY2" fmla="*/ 5146006 h 5210364"/>
              <a:gd name="connsiteX3" fmla="*/ 1343024 w 3072574"/>
              <a:gd name="connsiteY3" fmla="*/ 5144084 h 5210364"/>
              <a:gd name="connsiteX4" fmla="*/ 1157680 w 3072574"/>
              <a:gd name="connsiteY4" fmla="*/ 5153607 h 5210364"/>
              <a:gd name="connsiteX5" fmla="*/ 258007 w 3072574"/>
              <a:gd name="connsiteY5" fmla="*/ 2879576 h 5210364"/>
              <a:gd name="connsiteX6" fmla="*/ 0 w 3072574"/>
              <a:gd name="connsiteY6" fmla="*/ 0 h 5210364"/>
              <a:gd name="connsiteX0" fmla="*/ 0 w 3072574"/>
              <a:gd name="connsiteY0" fmla="*/ 0 h 5210364"/>
              <a:gd name="connsiteX1" fmla="*/ 3072574 w 3072574"/>
              <a:gd name="connsiteY1" fmla="*/ 318 h 5210364"/>
              <a:gd name="connsiteX2" fmla="*/ 3063875 w 3072574"/>
              <a:gd name="connsiteY2" fmla="*/ 5146006 h 5210364"/>
              <a:gd name="connsiteX3" fmla="*/ 1343024 w 3072574"/>
              <a:gd name="connsiteY3" fmla="*/ 5144084 h 5210364"/>
              <a:gd name="connsiteX4" fmla="*/ 1157680 w 3072574"/>
              <a:gd name="connsiteY4" fmla="*/ 5153607 h 5210364"/>
              <a:gd name="connsiteX5" fmla="*/ 258007 w 3072574"/>
              <a:gd name="connsiteY5" fmla="*/ 2879576 h 5210364"/>
              <a:gd name="connsiteX6" fmla="*/ 0 w 3072574"/>
              <a:gd name="connsiteY6" fmla="*/ 0 h 5210364"/>
              <a:gd name="connsiteX0" fmla="*/ 0 w 3072574"/>
              <a:gd name="connsiteY0" fmla="*/ 0 h 5154018"/>
              <a:gd name="connsiteX1" fmla="*/ 3072574 w 3072574"/>
              <a:gd name="connsiteY1" fmla="*/ 318 h 5154018"/>
              <a:gd name="connsiteX2" fmla="*/ 3063875 w 3072574"/>
              <a:gd name="connsiteY2" fmla="*/ 5146006 h 5154018"/>
              <a:gd name="connsiteX3" fmla="*/ 1343024 w 3072574"/>
              <a:gd name="connsiteY3" fmla="*/ 5144084 h 5154018"/>
              <a:gd name="connsiteX4" fmla="*/ 1157680 w 3072574"/>
              <a:gd name="connsiteY4" fmla="*/ 5153607 h 5154018"/>
              <a:gd name="connsiteX5" fmla="*/ 258007 w 3072574"/>
              <a:gd name="connsiteY5" fmla="*/ 2879576 h 5154018"/>
              <a:gd name="connsiteX6" fmla="*/ 0 w 3072574"/>
              <a:gd name="connsiteY6" fmla="*/ 0 h 5154018"/>
              <a:gd name="connsiteX0" fmla="*/ 0 w 3072574"/>
              <a:gd name="connsiteY0" fmla="*/ 0 h 5154018"/>
              <a:gd name="connsiteX1" fmla="*/ 3072574 w 3072574"/>
              <a:gd name="connsiteY1" fmla="*/ 318 h 5154018"/>
              <a:gd name="connsiteX2" fmla="*/ 3063875 w 3072574"/>
              <a:gd name="connsiteY2" fmla="*/ 5146006 h 5154018"/>
              <a:gd name="connsiteX3" fmla="*/ 1343024 w 3072574"/>
              <a:gd name="connsiteY3" fmla="*/ 5144084 h 5154018"/>
              <a:gd name="connsiteX4" fmla="*/ 1157680 w 3072574"/>
              <a:gd name="connsiteY4" fmla="*/ 5153607 h 5154018"/>
              <a:gd name="connsiteX5" fmla="*/ 258007 w 3072574"/>
              <a:gd name="connsiteY5" fmla="*/ 2879576 h 5154018"/>
              <a:gd name="connsiteX6" fmla="*/ 0 w 3072574"/>
              <a:gd name="connsiteY6" fmla="*/ 0 h 5154018"/>
              <a:gd name="connsiteX0" fmla="*/ 0 w 3072574"/>
              <a:gd name="connsiteY0" fmla="*/ 0 h 5176792"/>
              <a:gd name="connsiteX1" fmla="*/ 3072574 w 3072574"/>
              <a:gd name="connsiteY1" fmla="*/ 318 h 5176792"/>
              <a:gd name="connsiteX2" fmla="*/ 3063875 w 3072574"/>
              <a:gd name="connsiteY2" fmla="*/ 5146006 h 5176792"/>
              <a:gd name="connsiteX3" fmla="*/ 1343024 w 3072574"/>
              <a:gd name="connsiteY3" fmla="*/ 5144084 h 5176792"/>
              <a:gd name="connsiteX4" fmla="*/ 1157680 w 3072574"/>
              <a:gd name="connsiteY4" fmla="*/ 5153607 h 5176792"/>
              <a:gd name="connsiteX5" fmla="*/ 819149 w 3072574"/>
              <a:gd name="connsiteY5" fmla="*/ 4801183 h 5176792"/>
              <a:gd name="connsiteX6" fmla="*/ 258007 w 3072574"/>
              <a:gd name="connsiteY6" fmla="*/ 2879576 h 5176792"/>
              <a:gd name="connsiteX7" fmla="*/ 0 w 3072574"/>
              <a:gd name="connsiteY7" fmla="*/ 0 h 5176792"/>
              <a:gd name="connsiteX0" fmla="*/ 0 w 3072574"/>
              <a:gd name="connsiteY0" fmla="*/ 0 h 5176792"/>
              <a:gd name="connsiteX1" fmla="*/ 3072574 w 3072574"/>
              <a:gd name="connsiteY1" fmla="*/ 318 h 5176792"/>
              <a:gd name="connsiteX2" fmla="*/ 3063875 w 3072574"/>
              <a:gd name="connsiteY2" fmla="*/ 5146006 h 5176792"/>
              <a:gd name="connsiteX3" fmla="*/ 1343024 w 3072574"/>
              <a:gd name="connsiteY3" fmla="*/ 5144084 h 5176792"/>
              <a:gd name="connsiteX4" fmla="*/ 1157680 w 3072574"/>
              <a:gd name="connsiteY4" fmla="*/ 5153607 h 5176792"/>
              <a:gd name="connsiteX5" fmla="*/ 800099 w 3072574"/>
              <a:gd name="connsiteY5" fmla="*/ 4544008 h 5176792"/>
              <a:gd name="connsiteX6" fmla="*/ 258007 w 3072574"/>
              <a:gd name="connsiteY6" fmla="*/ 2879576 h 5176792"/>
              <a:gd name="connsiteX7" fmla="*/ 0 w 3072574"/>
              <a:gd name="connsiteY7" fmla="*/ 0 h 5176792"/>
              <a:gd name="connsiteX0" fmla="*/ 0 w 3072574"/>
              <a:gd name="connsiteY0" fmla="*/ 0 h 5176792"/>
              <a:gd name="connsiteX1" fmla="*/ 3072574 w 3072574"/>
              <a:gd name="connsiteY1" fmla="*/ 318 h 5176792"/>
              <a:gd name="connsiteX2" fmla="*/ 3063875 w 3072574"/>
              <a:gd name="connsiteY2" fmla="*/ 5146006 h 5176792"/>
              <a:gd name="connsiteX3" fmla="*/ 1343024 w 3072574"/>
              <a:gd name="connsiteY3" fmla="*/ 5144084 h 5176792"/>
              <a:gd name="connsiteX4" fmla="*/ 1157680 w 3072574"/>
              <a:gd name="connsiteY4" fmla="*/ 5153607 h 5176792"/>
              <a:gd name="connsiteX5" fmla="*/ 800099 w 3072574"/>
              <a:gd name="connsiteY5" fmla="*/ 4544008 h 5176792"/>
              <a:gd name="connsiteX6" fmla="*/ 258007 w 3072574"/>
              <a:gd name="connsiteY6" fmla="*/ 2879576 h 5176792"/>
              <a:gd name="connsiteX7" fmla="*/ 0 w 3072574"/>
              <a:gd name="connsiteY7" fmla="*/ 0 h 5176792"/>
              <a:gd name="connsiteX0" fmla="*/ 0 w 3072574"/>
              <a:gd name="connsiteY0" fmla="*/ 0 h 5153607"/>
              <a:gd name="connsiteX1" fmla="*/ 3072574 w 3072574"/>
              <a:gd name="connsiteY1" fmla="*/ 318 h 5153607"/>
              <a:gd name="connsiteX2" fmla="*/ 3063875 w 3072574"/>
              <a:gd name="connsiteY2" fmla="*/ 5146006 h 5153607"/>
              <a:gd name="connsiteX3" fmla="*/ 1343024 w 3072574"/>
              <a:gd name="connsiteY3" fmla="*/ 5144084 h 5153607"/>
              <a:gd name="connsiteX4" fmla="*/ 1157680 w 3072574"/>
              <a:gd name="connsiteY4" fmla="*/ 5153607 h 5153607"/>
              <a:gd name="connsiteX5" fmla="*/ 800099 w 3072574"/>
              <a:gd name="connsiteY5" fmla="*/ 4544008 h 5153607"/>
              <a:gd name="connsiteX6" fmla="*/ 258007 w 3072574"/>
              <a:gd name="connsiteY6" fmla="*/ 2879576 h 5153607"/>
              <a:gd name="connsiteX7" fmla="*/ 0 w 3072574"/>
              <a:gd name="connsiteY7" fmla="*/ 0 h 5153607"/>
              <a:gd name="connsiteX0" fmla="*/ 0 w 3072574"/>
              <a:gd name="connsiteY0" fmla="*/ 0 h 5153607"/>
              <a:gd name="connsiteX1" fmla="*/ 3072574 w 3072574"/>
              <a:gd name="connsiteY1" fmla="*/ 318 h 5153607"/>
              <a:gd name="connsiteX2" fmla="*/ 3063875 w 3072574"/>
              <a:gd name="connsiteY2" fmla="*/ 5146006 h 5153607"/>
              <a:gd name="connsiteX3" fmla="*/ 1343024 w 3072574"/>
              <a:gd name="connsiteY3" fmla="*/ 5144084 h 5153607"/>
              <a:gd name="connsiteX4" fmla="*/ 1157680 w 3072574"/>
              <a:gd name="connsiteY4" fmla="*/ 5153607 h 5153607"/>
              <a:gd name="connsiteX5" fmla="*/ 800099 w 3072574"/>
              <a:gd name="connsiteY5" fmla="*/ 4544008 h 5153607"/>
              <a:gd name="connsiteX6" fmla="*/ 258007 w 3072574"/>
              <a:gd name="connsiteY6" fmla="*/ 2879576 h 5153607"/>
              <a:gd name="connsiteX7" fmla="*/ 0 w 3072574"/>
              <a:gd name="connsiteY7" fmla="*/ 0 h 5153607"/>
              <a:gd name="connsiteX0" fmla="*/ 0 w 3072574"/>
              <a:gd name="connsiteY0" fmla="*/ 0 h 5153607"/>
              <a:gd name="connsiteX1" fmla="*/ 3072574 w 3072574"/>
              <a:gd name="connsiteY1" fmla="*/ 318 h 5153607"/>
              <a:gd name="connsiteX2" fmla="*/ 3063875 w 3072574"/>
              <a:gd name="connsiteY2" fmla="*/ 5146006 h 5153607"/>
              <a:gd name="connsiteX3" fmla="*/ 1343024 w 3072574"/>
              <a:gd name="connsiteY3" fmla="*/ 5144084 h 5153607"/>
              <a:gd name="connsiteX4" fmla="*/ 1157680 w 3072574"/>
              <a:gd name="connsiteY4" fmla="*/ 5153607 h 5153607"/>
              <a:gd name="connsiteX5" fmla="*/ 800099 w 3072574"/>
              <a:gd name="connsiteY5" fmla="*/ 4544008 h 5153607"/>
              <a:gd name="connsiteX6" fmla="*/ 238957 w 3072574"/>
              <a:gd name="connsiteY6" fmla="*/ 2828776 h 5153607"/>
              <a:gd name="connsiteX7" fmla="*/ 0 w 3072574"/>
              <a:gd name="connsiteY7" fmla="*/ 0 h 5153607"/>
              <a:gd name="connsiteX0" fmla="*/ 0 w 3072574"/>
              <a:gd name="connsiteY0" fmla="*/ 0 h 5146006"/>
              <a:gd name="connsiteX1" fmla="*/ 3072574 w 3072574"/>
              <a:gd name="connsiteY1" fmla="*/ 318 h 5146006"/>
              <a:gd name="connsiteX2" fmla="*/ 3063875 w 3072574"/>
              <a:gd name="connsiteY2" fmla="*/ 5146006 h 5146006"/>
              <a:gd name="connsiteX3" fmla="*/ 1343024 w 3072574"/>
              <a:gd name="connsiteY3" fmla="*/ 5144084 h 5146006"/>
              <a:gd name="connsiteX4" fmla="*/ 1151330 w 3072574"/>
              <a:gd name="connsiteY4" fmla="*/ 5144082 h 5146006"/>
              <a:gd name="connsiteX5" fmla="*/ 800099 w 3072574"/>
              <a:gd name="connsiteY5" fmla="*/ 4544008 h 5146006"/>
              <a:gd name="connsiteX6" fmla="*/ 238957 w 3072574"/>
              <a:gd name="connsiteY6" fmla="*/ 2828776 h 5146006"/>
              <a:gd name="connsiteX7" fmla="*/ 0 w 3072574"/>
              <a:gd name="connsiteY7" fmla="*/ 0 h 5146006"/>
              <a:gd name="connsiteX0" fmla="*/ 0 w 3072574"/>
              <a:gd name="connsiteY0" fmla="*/ 0 h 5146006"/>
              <a:gd name="connsiteX1" fmla="*/ 3072574 w 3072574"/>
              <a:gd name="connsiteY1" fmla="*/ 318 h 5146006"/>
              <a:gd name="connsiteX2" fmla="*/ 3063875 w 3072574"/>
              <a:gd name="connsiteY2" fmla="*/ 5146006 h 5146006"/>
              <a:gd name="connsiteX3" fmla="*/ 1504949 w 3072574"/>
              <a:gd name="connsiteY3" fmla="*/ 5144084 h 5146006"/>
              <a:gd name="connsiteX4" fmla="*/ 1151330 w 3072574"/>
              <a:gd name="connsiteY4" fmla="*/ 5144082 h 5146006"/>
              <a:gd name="connsiteX5" fmla="*/ 800099 w 3072574"/>
              <a:gd name="connsiteY5" fmla="*/ 4544008 h 5146006"/>
              <a:gd name="connsiteX6" fmla="*/ 238957 w 3072574"/>
              <a:gd name="connsiteY6" fmla="*/ 2828776 h 5146006"/>
              <a:gd name="connsiteX7" fmla="*/ 0 w 3072574"/>
              <a:gd name="connsiteY7" fmla="*/ 0 h 5146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72574" h="5146006">
                <a:moveTo>
                  <a:pt x="0" y="0"/>
                </a:moveTo>
                <a:cubicBezTo>
                  <a:pt x="2845" y="5059"/>
                  <a:pt x="3071594" y="-931"/>
                  <a:pt x="3072574" y="318"/>
                </a:cubicBezTo>
                <a:cubicBezTo>
                  <a:pt x="3066059" y="6546"/>
                  <a:pt x="3061377" y="5140854"/>
                  <a:pt x="3063875" y="5146006"/>
                </a:cubicBezTo>
                <a:cubicBezTo>
                  <a:pt x="3067717" y="5142875"/>
                  <a:pt x="1801481" y="5143876"/>
                  <a:pt x="1504949" y="5144084"/>
                </a:cubicBezTo>
                <a:cubicBezTo>
                  <a:pt x="1208417" y="5144292"/>
                  <a:pt x="1146568" y="5137732"/>
                  <a:pt x="1151330" y="5144082"/>
                </a:cubicBezTo>
                <a:cubicBezTo>
                  <a:pt x="1054492" y="5020257"/>
                  <a:pt x="924645" y="4792838"/>
                  <a:pt x="800099" y="4544008"/>
                </a:cubicBezTo>
                <a:cubicBezTo>
                  <a:pt x="650154" y="4165003"/>
                  <a:pt x="375482" y="3628973"/>
                  <a:pt x="238957" y="2828776"/>
                </a:cubicBezTo>
                <a:cubicBezTo>
                  <a:pt x="51579" y="1969375"/>
                  <a:pt x="2471" y="1067616"/>
                  <a:pt x="0" y="0"/>
                </a:cubicBezTo>
                <a:close/>
              </a:path>
            </a:pathLst>
          </a:custGeom>
          <a:solidFill>
            <a:srgbClr val="EEEEEE"/>
          </a:solidFill>
        </p:spPr>
        <p:txBody>
          <a:bodyPr anchor="ctr" anchorCtr="0">
            <a:normAutofit/>
          </a:bodyPr>
          <a:lstStyle>
            <a:lvl1pPr marL="0" indent="0" algn="ctr">
              <a:buNone/>
              <a:defRPr sz="1333" b="1" i="0">
                <a:latin typeface="Museo Sans 900" panose="02000000000000000000" pitchFamily="2" charset="77"/>
              </a:defRPr>
            </a:lvl1pPr>
          </a:lstStyle>
          <a:p>
            <a:r>
              <a:rPr lang="en-GB"/>
              <a:t>Click icon to add picture</a:t>
            </a:r>
            <a:endParaRPr lang="en-US"/>
          </a:p>
        </p:txBody>
      </p:sp>
      <p:pic>
        <p:nvPicPr>
          <p:cNvPr id="4" name="Graphic 3">
            <a:extLst>
              <a:ext uri="{FF2B5EF4-FFF2-40B4-BE49-F238E27FC236}">
                <a16:creationId xmlns:a16="http://schemas.microsoft.com/office/drawing/2014/main" id="{ACD3EA9B-240C-2665-4A43-1F9FAB5761F4}"/>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5809242" y="402112"/>
            <a:ext cx="4606543" cy="6455889"/>
          </a:xfrm>
          <a:prstGeom prst="rect">
            <a:avLst/>
          </a:prstGeom>
        </p:spPr>
      </p:pic>
      <p:pic>
        <p:nvPicPr>
          <p:cNvPr id="11" name="Graphic 10">
            <a:extLst>
              <a:ext uri="{FF2B5EF4-FFF2-40B4-BE49-F238E27FC236}">
                <a16:creationId xmlns:a16="http://schemas.microsoft.com/office/drawing/2014/main" id="{1D347372-2D56-E7AA-55C4-001CC61DD80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8010954" y="399549"/>
            <a:ext cx="211919" cy="211919"/>
          </a:xfrm>
          <a:prstGeom prst="rect">
            <a:avLst/>
          </a:prstGeom>
        </p:spPr>
      </p:pic>
      <p:sp>
        <p:nvSpPr>
          <p:cNvPr id="7" name="TextBox 6">
            <a:extLst>
              <a:ext uri="{FF2B5EF4-FFF2-40B4-BE49-F238E27FC236}">
                <a16:creationId xmlns:a16="http://schemas.microsoft.com/office/drawing/2014/main" id="{FD7BF5BD-321A-8992-6627-7B1678BE5E25}"/>
              </a:ext>
            </a:extLst>
          </p:cNvPr>
          <p:cNvSpPr txBox="1"/>
          <p:nvPr userDrawn="1"/>
        </p:nvSpPr>
        <p:spPr>
          <a:xfrm>
            <a:off x="12837459" y="-779"/>
            <a:ext cx="2510117" cy="2555508"/>
          </a:xfrm>
          <a:prstGeom prst="rect">
            <a:avLst/>
          </a:prstGeom>
          <a:solidFill>
            <a:srgbClr val="FFBC03"/>
          </a:solidFill>
        </p:spPr>
        <p:txBody>
          <a:bodyPr wrap="square" rtlCol="0">
            <a:spAutoFit/>
          </a:bodyPr>
          <a:lstStyle/>
          <a:p>
            <a:pPr algn="l">
              <a:buFont typeface="Arial" panose="020B0604020202020204" pitchFamily="34" charset="0"/>
              <a:buNone/>
            </a:pPr>
            <a:r>
              <a:rPr lang="en-GB" sz="1067" b="0" i="0">
                <a:solidFill>
                  <a:srgbClr val="333333"/>
                </a:solidFill>
                <a:latin typeface="Museo Sans 500" panose="02000000000000000000" pitchFamily="2" charset="77"/>
              </a:rPr>
              <a:t>Just as with the title slide:</a:t>
            </a:r>
            <a:br>
              <a:rPr lang="en-GB" sz="1067" b="0" i="0">
                <a:solidFill>
                  <a:srgbClr val="333333"/>
                </a:solidFill>
                <a:latin typeface="Museo Sans 500" panose="02000000000000000000" pitchFamily="2" charset="77"/>
              </a:rPr>
            </a:b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To use the place holder frames provided in the template, click the picture icon and select the image you want to use. </a:t>
            </a:r>
            <a:br>
              <a:rPr lang="en-GB" sz="1067" b="0" i="0">
                <a:solidFill>
                  <a:srgbClr val="333333"/>
                </a:solidFill>
                <a:latin typeface="Museo Sans 500" panose="02000000000000000000" pitchFamily="2" charset="77"/>
              </a:rPr>
            </a:br>
            <a:br>
              <a:rPr lang="en-GB" sz="1067" b="0" i="0">
                <a:solidFill>
                  <a:srgbClr val="333333"/>
                </a:solidFill>
                <a:latin typeface="Museo Sans 500" panose="02000000000000000000" pitchFamily="2" charset="77"/>
              </a:rPr>
            </a:br>
            <a:r>
              <a:rPr lang="en-GB" sz="1067" b="0" i="0">
                <a:solidFill>
                  <a:srgbClr val="333333"/>
                </a:solidFill>
                <a:latin typeface="Museo Sans 500" panose="02000000000000000000" pitchFamily="2" charset="77"/>
              </a:rPr>
              <a:t>Do </a:t>
            </a:r>
            <a:r>
              <a:rPr lang="en-GB" sz="1067" b="0" i="0" u="sng">
                <a:solidFill>
                  <a:srgbClr val="333333"/>
                </a:solidFill>
                <a:latin typeface="Museo Sans 500" panose="02000000000000000000" pitchFamily="2" charset="77"/>
              </a:rPr>
              <a:t>not</a:t>
            </a:r>
            <a:r>
              <a:rPr lang="en-GB" sz="1067" b="0" i="0">
                <a:solidFill>
                  <a:srgbClr val="333333"/>
                </a:solidFill>
                <a:latin typeface="Museo Sans 500" panose="02000000000000000000" pitchFamily="2" charset="77"/>
              </a:rPr>
              <a:t> alter the placeholder size, as this is designed to match the Blaze Graphic. </a:t>
            </a:r>
          </a:p>
          <a:p>
            <a:pPr algn="l">
              <a:buFont typeface="Arial" panose="020B0604020202020204" pitchFamily="34" charset="0"/>
              <a:buNone/>
            </a:pPr>
            <a:endParaRPr lang="en-GB" sz="1067" b="0" i="0">
              <a:solidFill>
                <a:srgbClr val="333333"/>
              </a:solidFill>
              <a:latin typeface="Museo Sans 500" panose="02000000000000000000" pitchFamily="2" charset="77"/>
            </a:endParaRPr>
          </a:p>
          <a:p>
            <a:pPr algn="l">
              <a:buFont typeface="Arial" panose="020B0604020202020204" pitchFamily="34" charset="0"/>
              <a:buNone/>
            </a:pPr>
            <a:r>
              <a:rPr lang="en-GB" sz="1067" b="0" i="0">
                <a:solidFill>
                  <a:srgbClr val="333333"/>
                </a:solidFill>
                <a:latin typeface="Museo Sans 500" panose="02000000000000000000" pitchFamily="2" charset="77"/>
              </a:rPr>
              <a:t>The AA Rocket must be repositioned on top of the image as </a:t>
            </a:r>
            <a:r>
              <a:rPr lang="en-GB" sz="1067" b="0" i="0" err="1">
                <a:solidFill>
                  <a:srgbClr val="333333"/>
                </a:solidFill>
                <a:latin typeface="Museo Sans 500" panose="02000000000000000000" pitchFamily="2" charset="77"/>
              </a:rPr>
              <a:t>Powerpoint</a:t>
            </a:r>
            <a:r>
              <a:rPr lang="en-GB" sz="1067" b="0" i="0">
                <a:solidFill>
                  <a:srgbClr val="333333"/>
                </a:solidFill>
                <a:latin typeface="Museo Sans 500" panose="02000000000000000000" pitchFamily="2" charset="77"/>
              </a:rPr>
              <a:t> will place the placeholder image at the front.</a:t>
            </a:r>
          </a:p>
        </p:txBody>
      </p:sp>
      <p:grpSp>
        <p:nvGrpSpPr>
          <p:cNvPr id="40" name="Group 39">
            <a:extLst>
              <a:ext uri="{FF2B5EF4-FFF2-40B4-BE49-F238E27FC236}">
                <a16:creationId xmlns:a16="http://schemas.microsoft.com/office/drawing/2014/main" id="{FDB967F2-1CEF-06E7-B0B6-563596E9DB6D}"/>
              </a:ext>
            </a:extLst>
          </p:cNvPr>
          <p:cNvGrpSpPr/>
          <p:nvPr userDrawn="1"/>
        </p:nvGrpSpPr>
        <p:grpSpPr>
          <a:xfrm>
            <a:off x="402167" y="5612723"/>
            <a:ext cx="2291257" cy="840995"/>
            <a:chOff x="397414" y="755885"/>
            <a:chExt cx="2901256" cy="1064892"/>
          </a:xfrm>
        </p:grpSpPr>
        <p:grpSp>
          <p:nvGrpSpPr>
            <p:cNvPr id="41" name="Graphic 4">
              <a:extLst>
                <a:ext uri="{FF2B5EF4-FFF2-40B4-BE49-F238E27FC236}">
                  <a16:creationId xmlns:a16="http://schemas.microsoft.com/office/drawing/2014/main" id="{BECCD78C-223F-736D-A5BE-1C0C4DF8BC9E}"/>
                </a:ext>
              </a:extLst>
            </p:cNvPr>
            <p:cNvGrpSpPr/>
            <p:nvPr/>
          </p:nvGrpSpPr>
          <p:grpSpPr>
            <a:xfrm>
              <a:off x="397414" y="755885"/>
              <a:ext cx="1031033" cy="1064892"/>
              <a:chOff x="397414" y="755885"/>
              <a:chExt cx="1031033" cy="1064892"/>
            </a:xfrm>
          </p:grpSpPr>
          <p:sp>
            <p:nvSpPr>
              <p:cNvPr id="61" name="Freeform 60">
                <a:extLst>
                  <a:ext uri="{FF2B5EF4-FFF2-40B4-BE49-F238E27FC236}">
                    <a16:creationId xmlns:a16="http://schemas.microsoft.com/office/drawing/2014/main" id="{6BCCE48D-B48E-3DBB-0123-02B847C95FEC}"/>
                  </a:ext>
                </a:extLst>
              </p:cNvPr>
              <p:cNvSpPr/>
              <p:nvPr/>
            </p:nvSpPr>
            <p:spPr>
              <a:xfrm>
                <a:off x="397414" y="755885"/>
                <a:ext cx="1031033" cy="1064892"/>
              </a:xfrm>
              <a:custGeom>
                <a:avLst/>
                <a:gdLst>
                  <a:gd name="connsiteX0" fmla="*/ 1007141 w 1031033"/>
                  <a:gd name="connsiteY0" fmla="*/ 887442 h 1064892"/>
                  <a:gd name="connsiteX1" fmla="*/ 933866 w 1031033"/>
                  <a:gd name="connsiteY1" fmla="*/ 825856 h 1064892"/>
                  <a:gd name="connsiteX2" fmla="*/ 783224 w 1031033"/>
                  <a:gd name="connsiteY2" fmla="*/ 747949 h 1064892"/>
                  <a:gd name="connsiteX3" fmla="*/ 540178 w 1031033"/>
                  <a:gd name="connsiteY3" fmla="*/ 78951 h 1064892"/>
                  <a:gd name="connsiteX4" fmla="*/ 520765 w 1031033"/>
                  <a:gd name="connsiteY4" fmla="*/ 41279 h 1064892"/>
                  <a:gd name="connsiteX5" fmla="*/ 444255 w 1031033"/>
                  <a:gd name="connsiteY5" fmla="*/ 0 h 1064892"/>
                  <a:gd name="connsiteX6" fmla="*/ 367744 w 1031033"/>
                  <a:gd name="connsiteY6" fmla="*/ 41279 h 1064892"/>
                  <a:gd name="connsiteX7" fmla="*/ 348331 w 1031033"/>
                  <a:gd name="connsiteY7" fmla="*/ 78951 h 1064892"/>
                  <a:gd name="connsiteX8" fmla="*/ 1558 w 1031033"/>
                  <a:gd name="connsiteY8" fmla="*/ 1030446 h 1064892"/>
                  <a:gd name="connsiteX9" fmla="*/ 16975 w 1031033"/>
                  <a:gd name="connsiteY9" fmla="*/ 1063374 h 1064892"/>
                  <a:gd name="connsiteX10" fmla="*/ 25825 w 1031033"/>
                  <a:gd name="connsiteY10" fmla="*/ 1064892 h 1064892"/>
                  <a:gd name="connsiteX11" fmla="*/ 46570 w 1031033"/>
                  <a:gd name="connsiteY11" fmla="*/ 1054359 h 1064892"/>
                  <a:gd name="connsiteX12" fmla="*/ 48854 w 1031033"/>
                  <a:gd name="connsiteY12" fmla="*/ 1051228 h 1064892"/>
                  <a:gd name="connsiteX13" fmla="*/ 262494 w 1031033"/>
                  <a:gd name="connsiteY13" fmla="*/ 839900 h 1064892"/>
                  <a:gd name="connsiteX14" fmla="*/ 561875 w 1031033"/>
                  <a:gd name="connsiteY14" fmla="*/ 759526 h 1064892"/>
                  <a:gd name="connsiteX15" fmla="*/ 702621 w 1031033"/>
                  <a:gd name="connsiteY15" fmla="*/ 776227 h 1064892"/>
                  <a:gd name="connsiteX16" fmla="*/ 702621 w 1031033"/>
                  <a:gd name="connsiteY16" fmla="*/ 776227 h 1064892"/>
                  <a:gd name="connsiteX17" fmla="*/ 743160 w 1031033"/>
                  <a:gd name="connsiteY17" fmla="*/ 788278 h 1064892"/>
                  <a:gd name="connsiteX18" fmla="*/ 787506 w 1031033"/>
                  <a:gd name="connsiteY18" fmla="*/ 910596 h 1064892"/>
                  <a:gd name="connsiteX19" fmla="*/ 787506 w 1031033"/>
                  <a:gd name="connsiteY19" fmla="*/ 910880 h 1064892"/>
                  <a:gd name="connsiteX20" fmla="*/ 818339 w 1031033"/>
                  <a:gd name="connsiteY20" fmla="*/ 991065 h 1064892"/>
                  <a:gd name="connsiteX21" fmla="*/ 895991 w 1031033"/>
                  <a:gd name="connsiteY21" fmla="*/ 1061950 h 1064892"/>
                  <a:gd name="connsiteX22" fmla="*/ 918259 w 1031033"/>
                  <a:gd name="connsiteY22" fmla="*/ 1064418 h 1064892"/>
                  <a:gd name="connsiteX23" fmla="*/ 996768 w 1031033"/>
                  <a:gd name="connsiteY23" fmla="*/ 1032913 h 1064892"/>
                  <a:gd name="connsiteX24" fmla="*/ 1031027 w 1031033"/>
                  <a:gd name="connsiteY24" fmla="*/ 956904 h 1064892"/>
                  <a:gd name="connsiteX25" fmla="*/ 1007236 w 1031033"/>
                  <a:gd name="connsiteY25" fmla="*/ 887252 h 1064892"/>
                  <a:gd name="connsiteX26" fmla="*/ 1007236 w 1031033"/>
                  <a:gd name="connsiteY26" fmla="*/ 887442 h 1064892"/>
                  <a:gd name="connsiteX27" fmla="*/ 236324 w 1031033"/>
                  <a:gd name="connsiteY27" fmla="*/ 795490 h 1064892"/>
                  <a:gd name="connsiteX28" fmla="*/ 105761 w 1031033"/>
                  <a:gd name="connsiteY28" fmla="*/ 895413 h 1064892"/>
                  <a:gd name="connsiteX29" fmla="*/ 397435 w 1031033"/>
                  <a:gd name="connsiteY29" fmla="*/ 94514 h 1064892"/>
                  <a:gd name="connsiteX30" fmla="*/ 410091 w 1031033"/>
                  <a:gd name="connsiteY30" fmla="*/ 70601 h 1064892"/>
                  <a:gd name="connsiteX31" fmla="*/ 444159 w 1031033"/>
                  <a:gd name="connsiteY31" fmla="*/ 51527 h 1064892"/>
                  <a:gd name="connsiteX32" fmla="*/ 478323 w 1031033"/>
                  <a:gd name="connsiteY32" fmla="*/ 70601 h 1064892"/>
                  <a:gd name="connsiteX33" fmla="*/ 490979 w 1031033"/>
                  <a:gd name="connsiteY33" fmla="*/ 94514 h 1064892"/>
                  <a:gd name="connsiteX34" fmla="*/ 721082 w 1031033"/>
                  <a:gd name="connsiteY34" fmla="*/ 727926 h 1064892"/>
                  <a:gd name="connsiteX35" fmla="*/ 561780 w 1031033"/>
                  <a:gd name="connsiteY35" fmla="*/ 708188 h 1064892"/>
                  <a:gd name="connsiteX36" fmla="*/ 236420 w 1031033"/>
                  <a:gd name="connsiteY36" fmla="*/ 795490 h 1064892"/>
                  <a:gd name="connsiteX37" fmla="*/ 236324 w 1031033"/>
                  <a:gd name="connsiteY37" fmla="*/ 795490 h 1064892"/>
                  <a:gd name="connsiteX38" fmla="*/ 961368 w 1031033"/>
                  <a:gd name="connsiteY38" fmla="*/ 995525 h 1064892"/>
                  <a:gd name="connsiteX39" fmla="*/ 907125 w 1031033"/>
                  <a:gd name="connsiteY39" fmla="*/ 1011847 h 1064892"/>
                  <a:gd name="connsiteX40" fmla="*/ 866205 w 1031033"/>
                  <a:gd name="connsiteY40" fmla="*/ 972181 h 1064892"/>
                  <a:gd name="connsiteX41" fmla="*/ 835848 w 1031033"/>
                  <a:gd name="connsiteY41" fmla="*/ 893135 h 1064892"/>
                  <a:gd name="connsiteX42" fmla="*/ 806919 w 1031033"/>
                  <a:gd name="connsiteY42" fmla="*/ 813330 h 1064892"/>
                  <a:gd name="connsiteX43" fmla="*/ 905317 w 1031033"/>
                  <a:gd name="connsiteY43" fmla="*/ 868653 h 1064892"/>
                  <a:gd name="connsiteX44" fmla="*/ 966602 w 1031033"/>
                  <a:gd name="connsiteY44" fmla="*/ 919231 h 1064892"/>
                  <a:gd name="connsiteX45" fmla="*/ 961368 w 1031033"/>
                  <a:gd name="connsiteY45" fmla="*/ 995430 h 1064892"/>
                  <a:gd name="connsiteX46" fmla="*/ 961368 w 1031033"/>
                  <a:gd name="connsiteY46" fmla="*/ 995430 h 106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31033" h="1064892">
                    <a:moveTo>
                      <a:pt x="1007141" y="887442"/>
                    </a:moveTo>
                    <a:cubicBezTo>
                      <a:pt x="987918" y="863149"/>
                      <a:pt x="957942" y="841798"/>
                      <a:pt x="933866" y="825856"/>
                    </a:cubicBezTo>
                    <a:cubicBezTo>
                      <a:pt x="882002" y="791505"/>
                      <a:pt x="834706" y="767022"/>
                      <a:pt x="783224" y="747949"/>
                    </a:cubicBezTo>
                    <a:lnTo>
                      <a:pt x="540178" y="78951"/>
                    </a:lnTo>
                    <a:cubicBezTo>
                      <a:pt x="538846" y="74681"/>
                      <a:pt x="533041" y="58075"/>
                      <a:pt x="520765" y="41279"/>
                    </a:cubicBezTo>
                    <a:cubicBezTo>
                      <a:pt x="501067" y="14329"/>
                      <a:pt x="474516" y="0"/>
                      <a:pt x="444255" y="0"/>
                    </a:cubicBezTo>
                    <a:cubicBezTo>
                      <a:pt x="413993" y="0"/>
                      <a:pt x="387443" y="14234"/>
                      <a:pt x="367744" y="41279"/>
                    </a:cubicBezTo>
                    <a:cubicBezTo>
                      <a:pt x="355468" y="58075"/>
                      <a:pt x="349758" y="74586"/>
                      <a:pt x="348331" y="78951"/>
                    </a:cubicBezTo>
                    <a:lnTo>
                      <a:pt x="1558" y="1030446"/>
                    </a:lnTo>
                    <a:cubicBezTo>
                      <a:pt x="-3295" y="1043826"/>
                      <a:pt x="3557" y="1058534"/>
                      <a:pt x="16975" y="1063374"/>
                    </a:cubicBezTo>
                    <a:cubicBezTo>
                      <a:pt x="19925" y="1064418"/>
                      <a:pt x="22875" y="1064892"/>
                      <a:pt x="25825" y="1064892"/>
                    </a:cubicBezTo>
                    <a:cubicBezTo>
                      <a:pt x="34009" y="1064892"/>
                      <a:pt x="41717" y="1061002"/>
                      <a:pt x="46570" y="1054359"/>
                    </a:cubicBezTo>
                    <a:cubicBezTo>
                      <a:pt x="47427" y="1053410"/>
                      <a:pt x="48188" y="1052366"/>
                      <a:pt x="48854" y="1051228"/>
                    </a:cubicBezTo>
                    <a:cubicBezTo>
                      <a:pt x="100718" y="964021"/>
                      <a:pt x="174564" y="890953"/>
                      <a:pt x="262494" y="839900"/>
                    </a:cubicBezTo>
                    <a:cubicBezTo>
                      <a:pt x="352994" y="787329"/>
                      <a:pt x="456531" y="759526"/>
                      <a:pt x="561875" y="759526"/>
                    </a:cubicBezTo>
                    <a:cubicBezTo>
                      <a:pt x="609837" y="759526"/>
                      <a:pt x="657038" y="765219"/>
                      <a:pt x="702621" y="776227"/>
                    </a:cubicBezTo>
                    <a:lnTo>
                      <a:pt x="702621" y="776227"/>
                    </a:lnTo>
                    <a:cubicBezTo>
                      <a:pt x="716515" y="779928"/>
                      <a:pt x="730123" y="784008"/>
                      <a:pt x="743160" y="788278"/>
                    </a:cubicBezTo>
                    <a:lnTo>
                      <a:pt x="787506" y="910596"/>
                    </a:lnTo>
                    <a:lnTo>
                      <a:pt x="787506" y="910880"/>
                    </a:lnTo>
                    <a:cubicBezTo>
                      <a:pt x="787791" y="911355"/>
                      <a:pt x="805492" y="958707"/>
                      <a:pt x="818339" y="991065"/>
                    </a:cubicBezTo>
                    <a:cubicBezTo>
                      <a:pt x="833374" y="1028928"/>
                      <a:pt x="860971" y="1054169"/>
                      <a:pt x="895991" y="1061950"/>
                    </a:cubicBezTo>
                    <a:cubicBezTo>
                      <a:pt x="903319" y="1063564"/>
                      <a:pt x="910741" y="1064418"/>
                      <a:pt x="918259" y="1064418"/>
                    </a:cubicBezTo>
                    <a:cubicBezTo>
                      <a:pt x="946427" y="1064418"/>
                      <a:pt x="975071" y="1053220"/>
                      <a:pt x="996768" y="1032913"/>
                    </a:cubicBezTo>
                    <a:cubicBezTo>
                      <a:pt x="1018846" y="1012321"/>
                      <a:pt x="1030646" y="986036"/>
                      <a:pt x="1031027" y="956904"/>
                    </a:cubicBezTo>
                    <a:cubicBezTo>
                      <a:pt x="1031312" y="932042"/>
                      <a:pt x="1022652" y="906705"/>
                      <a:pt x="1007236" y="887252"/>
                    </a:cubicBezTo>
                    <a:lnTo>
                      <a:pt x="1007236" y="887442"/>
                    </a:lnTo>
                    <a:close/>
                    <a:moveTo>
                      <a:pt x="236324" y="795490"/>
                    </a:moveTo>
                    <a:cubicBezTo>
                      <a:pt x="188648" y="823199"/>
                      <a:pt x="144778" y="856886"/>
                      <a:pt x="105761" y="895413"/>
                    </a:cubicBezTo>
                    <a:lnTo>
                      <a:pt x="397435" y="94514"/>
                    </a:lnTo>
                    <a:cubicBezTo>
                      <a:pt x="397435" y="94514"/>
                      <a:pt x="401812" y="82083"/>
                      <a:pt x="410091" y="70601"/>
                    </a:cubicBezTo>
                    <a:cubicBezTo>
                      <a:pt x="418941" y="58359"/>
                      <a:pt x="428838" y="51527"/>
                      <a:pt x="444159" y="51527"/>
                    </a:cubicBezTo>
                    <a:cubicBezTo>
                      <a:pt x="459481" y="51527"/>
                      <a:pt x="469473" y="58454"/>
                      <a:pt x="478323" y="70601"/>
                    </a:cubicBezTo>
                    <a:cubicBezTo>
                      <a:pt x="486507" y="81893"/>
                      <a:pt x="490599" y="93470"/>
                      <a:pt x="490979" y="94514"/>
                    </a:cubicBezTo>
                    <a:lnTo>
                      <a:pt x="721082" y="727926"/>
                    </a:lnTo>
                    <a:cubicBezTo>
                      <a:pt x="669504" y="714926"/>
                      <a:pt x="616023" y="708188"/>
                      <a:pt x="561780" y="708188"/>
                    </a:cubicBezTo>
                    <a:cubicBezTo>
                      <a:pt x="447300" y="708188"/>
                      <a:pt x="334818" y="738364"/>
                      <a:pt x="236420" y="795490"/>
                    </a:cubicBezTo>
                    <a:lnTo>
                      <a:pt x="236324" y="795490"/>
                    </a:lnTo>
                    <a:close/>
                    <a:moveTo>
                      <a:pt x="961368" y="995525"/>
                    </a:moveTo>
                    <a:cubicBezTo>
                      <a:pt x="946237" y="1009664"/>
                      <a:pt x="925492" y="1015927"/>
                      <a:pt x="907125" y="1011847"/>
                    </a:cubicBezTo>
                    <a:cubicBezTo>
                      <a:pt x="889044" y="1007766"/>
                      <a:pt x="874865" y="994102"/>
                      <a:pt x="866205" y="972181"/>
                    </a:cubicBezTo>
                    <a:cubicBezTo>
                      <a:pt x="853929" y="941151"/>
                      <a:pt x="836895" y="895887"/>
                      <a:pt x="835848" y="893135"/>
                    </a:cubicBezTo>
                    <a:lnTo>
                      <a:pt x="806919" y="813330"/>
                    </a:lnTo>
                    <a:cubicBezTo>
                      <a:pt x="839465" y="828134"/>
                      <a:pt x="871249" y="846163"/>
                      <a:pt x="905317" y="868653"/>
                    </a:cubicBezTo>
                    <a:cubicBezTo>
                      <a:pt x="926158" y="882507"/>
                      <a:pt x="951947" y="900727"/>
                      <a:pt x="966602" y="919231"/>
                    </a:cubicBezTo>
                    <a:cubicBezTo>
                      <a:pt x="979639" y="935742"/>
                      <a:pt x="988965" y="969619"/>
                      <a:pt x="961368" y="995430"/>
                    </a:cubicBezTo>
                    <a:lnTo>
                      <a:pt x="961368" y="995430"/>
                    </a:lnTo>
                    <a:close/>
                  </a:path>
                </a:pathLst>
              </a:custGeom>
              <a:gradFill>
                <a:gsLst>
                  <a:gs pos="0">
                    <a:srgbClr val="FCDA00"/>
                  </a:gs>
                  <a:gs pos="4000">
                    <a:srgbClr val="FACE03"/>
                  </a:gs>
                  <a:gs pos="17000">
                    <a:srgbClr val="F6A90D"/>
                  </a:gs>
                  <a:gs pos="31000">
                    <a:srgbClr val="F38B16"/>
                  </a:gs>
                  <a:gs pos="45000">
                    <a:srgbClr val="F0731C"/>
                  </a:gs>
                  <a:gs pos="61000">
                    <a:srgbClr val="EE6321"/>
                  </a:gs>
                  <a:gs pos="78000">
                    <a:srgbClr val="ED5924"/>
                  </a:gs>
                  <a:gs pos="99000">
                    <a:srgbClr val="ED5625"/>
                  </a:gs>
                  <a:gs pos="100000">
                    <a:srgbClr val="ED5625"/>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62" name="Freeform 61">
                <a:extLst>
                  <a:ext uri="{FF2B5EF4-FFF2-40B4-BE49-F238E27FC236}">
                    <a16:creationId xmlns:a16="http://schemas.microsoft.com/office/drawing/2014/main" id="{BE92AA72-43C8-CB92-41F0-0C0A530E9794}"/>
                  </a:ext>
                </a:extLst>
              </p:cNvPr>
              <p:cNvSpPr/>
              <p:nvPr/>
            </p:nvSpPr>
            <p:spPr>
              <a:xfrm>
                <a:off x="446363" y="1464073"/>
                <a:ext cx="693925" cy="342659"/>
              </a:xfrm>
              <a:custGeom>
                <a:avLst/>
                <a:gdLst>
                  <a:gd name="connsiteX0" fmla="*/ 512736 w 693925"/>
                  <a:gd name="connsiteY0" fmla="*/ 0 h 342659"/>
                  <a:gd name="connsiteX1" fmla="*/ 187375 w 693925"/>
                  <a:gd name="connsiteY1" fmla="*/ 87302 h 342659"/>
                  <a:gd name="connsiteX2" fmla="*/ 56812 w 693925"/>
                  <a:gd name="connsiteY2" fmla="*/ 187224 h 342659"/>
                  <a:gd name="connsiteX3" fmla="*/ 49104 w 693925"/>
                  <a:gd name="connsiteY3" fmla="*/ 208196 h 342659"/>
                  <a:gd name="connsiteX4" fmla="*/ 0 w 693925"/>
                  <a:gd name="connsiteY4" fmla="*/ 342660 h 342659"/>
                  <a:gd name="connsiteX5" fmla="*/ 213259 w 693925"/>
                  <a:gd name="connsiteY5" fmla="*/ 131807 h 342659"/>
                  <a:gd name="connsiteX6" fmla="*/ 512641 w 693925"/>
                  <a:gd name="connsiteY6" fmla="*/ 51432 h 342659"/>
                  <a:gd name="connsiteX7" fmla="*/ 653386 w 693925"/>
                  <a:gd name="connsiteY7" fmla="*/ 68133 h 342659"/>
                  <a:gd name="connsiteX8" fmla="*/ 653386 w 693925"/>
                  <a:gd name="connsiteY8" fmla="*/ 68133 h 342659"/>
                  <a:gd name="connsiteX9" fmla="*/ 693925 w 693925"/>
                  <a:gd name="connsiteY9" fmla="*/ 80185 h 342659"/>
                  <a:gd name="connsiteX10" fmla="*/ 671943 w 693925"/>
                  <a:gd name="connsiteY10" fmla="*/ 19738 h 342659"/>
                  <a:gd name="connsiteX11" fmla="*/ 512641 w 693925"/>
                  <a:gd name="connsiteY11" fmla="*/ 0 h 342659"/>
                  <a:gd name="connsiteX12" fmla="*/ 512641 w 693925"/>
                  <a:gd name="connsiteY12" fmla="*/ 0 h 34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925" h="342659">
                    <a:moveTo>
                      <a:pt x="512736" y="0"/>
                    </a:moveTo>
                    <a:cubicBezTo>
                      <a:pt x="398255" y="0"/>
                      <a:pt x="285773" y="30176"/>
                      <a:pt x="187375" y="87302"/>
                    </a:cubicBezTo>
                    <a:cubicBezTo>
                      <a:pt x="139699" y="115011"/>
                      <a:pt x="95829" y="148698"/>
                      <a:pt x="56812" y="187224"/>
                    </a:cubicBezTo>
                    <a:lnTo>
                      <a:pt x="49104" y="208196"/>
                    </a:lnTo>
                    <a:lnTo>
                      <a:pt x="0" y="342660"/>
                    </a:lnTo>
                    <a:cubicBezTo>
                      <a:pt x="51864" y="255642"/>
                      <a:pt x="125615" y="182764"/>
                      <a:pt x="213259" y="131807"/>
                    </a:cubicBezTo>
                    <a:cubicBezTo>
                      <a:pt x="303759" y="79236"/>
                      <a:pt x="407296" y="51432"/>
                      <a:pt x="512641" y="51432"/>
                    </a:cubicBezTo>
                    <a:cubicBezTo>
                      <a:pt x="560603" y="51432"/>
                      <a:pt x="607803" y="57126"/>
                      <a:pt x="653386" y="68133"/>
                    </a:cubicBezTo>
                    <a:lnTo>
                      <a:pt x="653386" y="68133"/>
                    </a:lnTo>
                    <a:cubicBezTo>
                      <a:pt x="667280" y="71834"/>
                      <a:pt x="680888" y="75915"/>
                      <a:pt x="693925" y="80185"/>
                    </a:cubicBezTo>
                    <a:lnTo>
                      <a:pt x="671943" y="19738"/>
                    </a:lnTo>
                    <a:cubicBezTo>
                      <a:pt x="620365" y="6737"/>
                      <a:pt x="566883" y="0"/>
                      <a:pt x="512641" y="0"/>
                    </a:cubicBezTo>
                    <a:lnTo>
                      <a:pt x="512641" y="0"/>
                    </a:lnTo>
                    <a:close/>
                  </a:path>
                </a:pathLst>
              </a:custGeom>
              <a:gradFill>
                <a:gsLst>
                  <a:gs pos="28000">
                    <a:srgbClr val="FFFFFF">
                      <a:alpha val="0"/>
                    </a:srgbClr>
                  </a:gs>
                  <a:gs pos="79000">
                    <a:srgbClr val="0A0608">
                      <a:alpha val="11765"/>
                    </a:srgbClr>
                  </a:gs>
                  <a:gs pos="91000">
                    <a:srgbClr val="0A0608">
                      <a:alpha val="22745"/>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sp>
            <p:nvSpPr>
              <p:cNvPr id="63" name="Freeform 62">
                <a:extLst>
                  <a:ext uri="{FF2B5EF4-FFF2-40B4-BE49-F238E27FC236}">
                    <a16:creationId xmlns:a16="http://schemas.microsoft.com/office/drawing/2014/main" id="{5BD725B5-E3DB-777A-B5FE-A934C6EBBCA3}"/>
                  </a:ext>
                </a:extLst>
              </p:cNvPr>
              <p:cNvSpPr/>
              <p:nvPr/>
            </p:nvSpPr>
            <p:spPr>
              <a:xfrm>
                <a:off x="1180638" y="1503833"/>
                <a:ext cx="247615" cy="208480"/>
              </a:xfrm>
              <a:custGeom>
                <a:avLst/>
                <a:gdLst>
                  <a:gd name="connsiteX0" fmla="*/ 223918 w 247615"/>
                  <a:gd name="connsiteY0" fmla="*/ 139493 h 208480"/>
                  <a:gd name="connsiteX1" fmla="*/ 150642 w 247615"/>
                  <a:gd name="connsiteY1" fmla="*/ 77907 h 208480"/>
                  <a:gd name="connsiteX2" fmla="*/ 0 w 247615"/>
                  <a:gd name="connsiteY2" fmla="*/ 0 h 208480"/>
                  <a:gd name="connsiteX3" fmla="*/ 23695 w 247615"/>
                  <a:gd name="connsiteY3" fmla="*/ 65381 h 208480"/>
                  <a:gd name="connsiteX4" fmla="*/ 23695 w 247615"/>
                  <a:gd name="connsiteY4" fmla="*/ 65381 h 208480"/>
                  <a:gd name="connsiteX5" fmla="*/ 122094 w 247615"/>
                  <a:gd name="connsiteY5" fmla="*/ 120704 h 208480"/>
                  <a:gd name="connsiteX6" fmla="*/ 183378 w 247615"/>
                  <a:gd name="connsiteY6" fmla="*/ 171282 h 208480"/>
                  <a:gd name="connsiteX7" fmla="*/ 196035 w 247615"/>
                  <a:gd name="connsiteY7" fmla="*/ 208481 h 208480"/>
                  <a:gd name="connsiteX8" fmla="*/ 247613 w 247615"/>
                  <a:gd name="connsiteY8" fmla="*/ 208481 h 208480"/>
                  <a:gd name="connsiteX9" fmla="*/ 223822 w 247615"/>
                  <a:gd name="connsiteY9" fmla="*/ 139398 h 208480"/>
                  <a:gd name="connsiteX10" fmla="*/ 223822 w 247615"/>
                  <a:gd name="connsiteY10" fmla="*/ 139398 h 2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7615" h="208480">
                    <a:moveTo>
                      <a:pt x="223918" y="139493"/>
                    </a:moveTo>
                    <a:cubicBezTo>
                      <a:pt x="204695" y="115200"/>
                      <a:pt x="174718" y="93849"/>
                      <a:pt x="150642" y="77907"/>
                    </a:cubicBezTo>
                    <a:cubicBezTo>
                      <a:pt x="98779" y="43556"/>
                      <a:pt x="51483" y="19074"/>
                      <a:pt x="0" y="0"/>
                    </a:cubicBezTo>
                    <a:lnTo>
                      <a:pt x="23695" y="65381"/>
                    </a:lnTo>
                    <a:lnTo>
                      <a:pt x="23695" y="65381"/>
                    </a:lnTo>
                    <a:cubicBezTo>
                      <a:pt x="56241" y="80185"/>
                      <a:pt x="88025" y="98215"/>
                      <a:pt x="122094" y="120704"/>
                    </a:cubicBezTo>
                    <a:cubicBezTo>
                      <a:pt x="142934" y="134559"/>
                      <a:pt x="168723" y="152778"/>
                      <a:pt x="183378" y="171282"/>
                    </a:cubicBezTo>
                    <a:cubicBezTo>
                      <a:pt x="190325" y="180013"/>
                      <a:pt x="196225" y="193677"/>
                      <a:pt x="196035" y="208481"/>
                    </a:cubicBezTo>
                    <a:lnTo>
                      <a:pt x="247613" y="208481"/>
                    </a:lnTo>
                    <a:cubicBezTo>
                      <a:pt x="247803" y="183808"/>
                      <a:pt x="239143" y="158662"/>
                      <a:pt x="223822" y="139398"/>
                    </a:cubicBezTo>
                    <a:lnTo>
                      <a:pt x="223822" y="139398"/>
                    </a:lnTo>
                    <a:close/>
                  </a:path>
                </a:pathLst>
              </a:custGeom>
              <a:gradFill>
                <a:gsLst>
                  <a:gs pos="11000">
                    <a:srgbClr val="0A0608">
                      <a:alpha val="22745"/>
                    </a:srgbClr>
                  </a:gs>
                  <a:gs pos="24000">
                    <a:srgbClr val="0A0608">
                      <a:alpha val="20000"/>
                    </a:srgbClr>
                  </a:gs>
                  <a:gs pos="88000">
                    <a:srgbClr val="FFFFFF">
                      <a:alpha val="0"/>
                    </a:srgbClr>
                  </a:gs>
                </a:gsLst>
                <a:lin ang="0" scaled="1"/>
              </a:gradFill>
              <a:ln w="9499" cap="flat">
                <a:noFill/>
                <a:prstDash val="solid"/>
                <a:miter/>
              </a:ln>
            </p:spPr>
            <p:txBody>
              <a:bodyPr rtlCol="0" anchor="ctr"/>
              <a:lstStyle/>
              <a:p>
                <a:endParaRPr lang="en-US" sz="2400" b="0" i="0">
                  <a:latin typeface="Museo Sans 500" panose="02000000000000000000" pitchFamily="2" charset="77"/>
                </a:endParaRPr>
              </a:p>
            </p:txBody>
          </p:sp>
        </p:grpSp>
        <p:grpSp>
          <p:nvGrpSpPr>
            <p:cNvPr id="42" name="Graphic 4">
              <a:extLst>
                <a:ext uri="{FF2B5EF4-FFF2-40B4-BE49-F238E27FC236}">
                  <a16:creationId xmlns:a16="http://schemas.microsoft.com/office/drawing/2014/main" id="{4CC7C115-3C88-0811-AC0C-5DDC77B20CE1}"/>
                </a:ext>
              </a:extLst>
            </p:cNvPr>
            <p:cNvGrpSpPr/>
            <p:nvPr/>
          </p:nvGrpSpPr>
          <p:grpSpPr>
            <a:xfrm>
              <a:off x="1208140" y="933050"/>
              <a:ext cx="2090530" cy="573060"/>
              <a:chOff x="1208140" y="933050"/>
              <a:chExt cx="2090530" cy="573060"/>
            </a:xfrm>
            <a:solidFill>
              <a:srgbClr val="333333"/>
            </a:solidFill>
          </p:grpSpPr>
          <p:sp>
            <p:nvSpPr>
              <p:cNvPr id="43" name="Freeform 42">
                <a:extLst>
                  <a:ext uri="{FF2B5EF4-FFF2-40B4-BE49-F238E27FC236}">
                    <a16:creationId xmlns:a16="http://schemas.microsoft.com/office/drawing/2014/main" id="{C7DBD4B8-31B3-58DC-FAF1-19E24038B12C}"/>
                  </a:ext>
                </a:extLst>
              </p:cNvPr>
              <p:cNvSpPr/>
              <p:nvPr/>
            </p:nvSpPr>
            <p:spPr>
              <a:xfrm>
                <a:off x="1208140"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861 w 230483"/>
                  <a:gd name="connsiteY10" fmla="*/ 29986 h 227459"/>
                  <a:gd name="connsiteX11" fmla="*/ 63093 w 230483"/>
                  <a:gd name="connsiteY11" fmla="*/ 145187 h 227459"/>
                  <a:gd name="connsiteX12" fmla="*/ 166344 w 230483"/>
                  <a:gd name="connsiteY12" fmla="*/ 145187 h 227459"/>
                  <a:gd name="connsiteX13" fmla="*/ 114861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861" y="29986"/>
                    </a:moveTo>
                    <a:lnTo>
                      <a:pt x="63093" y="145187"/>
                    </a:lnTo>
                    <a:lnTo>
                      <a:pt x="166344" y="145187"/>
                    </a:lnTo>
                    <a:lnTo>
                      <a:pt x="114861"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4" name="Freeform 43">
                <a:extLst>
                  <a:ext uri="{FF2B5EF4-FFF2-40B4-BE49-F238E27FC236}">
                    <a16:creationId xmlns:a16="http://schemas.microsoft.com/office/drawing/2014/main" id="{83F1F414-AFC1-2AF6-1F44-D4561502B518}"/>
                  </a:ext>
                </a:extLst>
              </p:cNvPr>
              <p:cNvSpPr/>
              <p:nvPr/>
            </p:nvSpPr>
            <p:spPr>
              <a:xfrm>
                <a:off x="1449377" y="937036"/>
                <a:ext cx="188802" cy="229356"/>
              </a:xfrm>
              <a:custGeom>
                <a:avLst/>
                <a:gdLst>
                  <a:gd name="connsiteX0" fmla="*/ 188517 w 188802"/>
                  <a:gd name="connsiteY0" fmla="*/ 129339 h 229356"/>
                  <a:gd name="connsiteX1" fmla="*/ 181761 w 188802"/>
                  <a:gd name="connsiteY1" fmla="*/ 172896 h 229356"/>
                  <a:gd name="connsiteX2" fmla="*/ 162538 w 188802"/>
                  <a:gd name="connsiteY2" fmla="*/ 204210 h 229356"/>
                  <a:gd name="connsiteX3" fmla="*/ 132752 w 188802"/>
                  <a:gd name="connsiteY3" fmla="*/ 223094 h 229356"/>
                  <a:gd name="connsiteX4" fmla="*/ 94116 w 188802"/>
                  <a:gd name="connsiteY4" fmla="*/ 229357 h 229356"/>
                  <a:gd name="connsiteX5" fmla="*/ 55765 w 188802"/>
                  <a:gd name="connsiteY5" fmla="*/ 223094 h 229356"/>
                  <a:gd name="connsiteX6" fmla="*/ 25979 w 188802"/>
                  <a:gd name="connsiteY6" fmla="*/ 204400 h 229356"/>
                  <a:gd name="connsiteX7" fmla="*/ 6757 w 188802"/>
                  <a:gd name="connsiteY7" fmla="*/ 173560 h 229356"/>
                  <a:gd name="connsiteX8" fmla="*/ 0 w 188802"/>
                  <a:gd name="connsiteY8" fmla="*/ 131332 h 229356"/>
                  <a:gd name="connsiteX9" fmla="*/ 0 w 188802"/>
                  <a:gd name="connsiteY9" fmla="*/ 0 h 229356"/>
                  <a:gd name="connsiteX10" fmla="*/ 25599 w 188802"/>
                  <a:gd name="connsiteY10" fmla="*/ 0 h 229356"/>
                  <a:gd name="connsiteX11" fmla="*/ 25599 w 188802"/>
                  <a:gd name="connsiteY11" fmla="*/ 129719 h 229356"/>
                  <a:gd name="connsiteX12" fmla="*/ 43870 w 188802"/>
                  <a:gd name="connsiteY12" fmla="*/ 186181 h 229356"/>
                  <a:gd name="connsiteX13" fmla="*/ 94877 w 188802"/>
                  <a:gd name="connsiteY13" fmla="*/ 205824 h 229356"/>
                  <a:gd name="connsiteX14" fmla="*/ 144742 w 188802"/>
                  <a:gd name="connsiteY14" fmla="*/ 187130 h 229356"/>
                  <a:gd name="connsiteX15" fmla="*/ 163204 w 188802"/>
                  <a:gd name="connsiteY15" fmla="*/ 131332 h 229356"/>
                  <a:gd name="connsiteX16" fmla="*/ 163204 w 188802"/>
                  <a:gd name="connsiteY16" fmla="*/ 0 h 229356"/>
                  <a:gd name="connsiteX17" fmla="*/ 188802 w 188802"/>
                  <a:gd name="connsiteY17" fmla="*/ 0 h 229356"/>
                  <a:gd name="connsiteX18" fmla="*/ 188802 w 188802"/>
                  <a:gd name="connsiteY18" fmla="*/ 129339 h 229356"/>
                  <a:gd name="connsiteX19" fmla="*/ 188517 w 188802"/>
                  <a:gd name="connsiteY19" fmla="*/ 129339 h 22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02" h="229356">
                    <a:moveTo>
                      <a:pt x="188517" y="129339"/>
                    </a:moveTo>
                    <a:cubicBezTo>
                      <a:pt x="188517" y="145946"/>
                      <a:pt x="186233" y="160464"/>
                      <a:pt x="181761" y="172896"/>
                    </a:cubicBezTo>
                    <a:cubicBezTo>
                      <a:pt x="177193" y="185327"/>
                      <a:pt x="170817" y="195765"/>
                      <a:pt x="162538" y="204210"/>
                    </a:cubicBezTo>
                    <a:cubicBezTo>
                      <a:pt x="154259" y="212561"/>
                      <a:pt x="144266" y="218919"/>
                      <a:pt x="132752" y="223094"/>
                    </a:cubicBezTo>
                    <a:cubicBezTo>
                      <a:pt x="121237" y="227269"/>
                      <a:pt x="108295" y="229357"/>
                      <a:pt x="94116" y="229357"/>
                    </a:cubicBezTo>
                    <a:cubicBezTo>
                      <a:pt x="79937" y="229357"/>
                      <a:pt x="67280" y="227269"/>
                      <a:pt x="55765" y="223094"/>
                    </a:cubicBezTo>
                    <a:cubicBezTo>
                      <a:pt x="44251" y="218919"/>
                      <a:pt x="34259" y="212656"/>
                      <a:pt x="25979" y="204400"/>
                    </a:cubicBezTo>
                    <a:cubicBezTo>
                      <a:pt x="17700" y="196144"/>
                      <a:pt x="11229" y="185896"/>
                      <a:pt x="6757" y="173560"/>
                    </a:cubicBezTo>
                    <a:cubicBezTo>
                      <a:pt x="2284" y="161224"/>
                      <a:pt x="0" y="147179"/>
                      <a:pt x="0" y="131332"/>
                    </a:cubicBezTo>
                    <a:lnTo>
                      <a:pt x="0" y="0"/>
                    </a:lnTo>
                    <a:lnTo>
                      <a:pt x="25599" y="0"/>
                    </a:lnTo>
                    <a:lnTo>
                      <a:pt x="25599" y="129719"/>
                    </a:lnTo>
                    <a:cubicBezTo>
                      <a:pt x="25599" y="154202"/>
                      <a:pt x="31689" y="173085"/>
                      <a:pt x="43870" y="186181"/>
                    </a:cubicBezTo>
                    <a:cubicBezTo>
                      <a:pt x="56051" y="199276"/>
                      <a:pt x="73085" y="205824"/>
                      <a:pt x="94877" y="205824"/>
                    </a:cubicBezTo>
                    <a:cubicBezTo>
                      <a:pt x="116669" y="205824"/>
                      <a:pt x="132371" y="199561"/>
                      <a:pt x="144742" y="187130"/>
                    </a:cubicBezTo>
                    <a:cubicBezTo>
                      <a:pt x="157113" y="174698"/>
                      <a:pt x="163204" y="156005"/>
                      <a:pt x="163204" y="131332"/>
                    </a:cubicBezTo>
                    <a:lnTo>
                      <a:pt x="163204" y="0"/>
                    </a:lnTo>
                    <a:lnTo>
                      <a:pt x="188802" y="0"/>
                    </a:lnTo>
                    <a:lnTo>
                      <a:pt x="188802" y="129339"/>
                    </a:lnTo>
                    <a:lnTo>
                      <a:pt x="188517" y="12933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5" name="Freeform 44">
                <a:extLst>
                  <a:ext uri="{FF2B5EF4-FFF2-40B4-BE49-F238E27FC236}">
                    <a16:creationId xmlns:a16="http://schemas.microsoft.com/office/drawing/2014/main" id="{8FB22D86-E71D-30CD-162F-AE31E03F6B84}"/>
                  </a:ext>
                </a:extLst>
              </p:cNvPr>
              <p:cNvSpPr/>
              <p:nvPr/>
            </p:nvSpPr>
            <p:spPr>
              <a:xfrm>
                <a:off x="1662731"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 name="connsiteX9" fmla="*/ 101634 w 177668"/>
                  <a:gd name="connsiteY9"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6" name="Freeform 45">
                <a:extLst>
                  <a:ext uri="{FF2B5EF4-FFF2-40B4-BE49-F238E27FC236}">
                    <a16:creationId xmlns:a16="http://schemas.microsoft.com/office/drawing/2014/main" id="{732C4F7A-C4D4-B393-5F1F-933F21D68246}"/>
                  </a:ext>
                </a:extLst>
              </p:cNvPr>
              <p:cNvSpPr/>
              <p:nvPr/>
            </p:nvSpPr>
            <p:spPr>
              <a:xfrm>
                <a:off x="1844967" y="933050"/>
                <a:ext cx="230959" cy="233627"/>
              </a:xfrm>
              <a:custGeom>
                <a:avLst/>
                <a:gdLst>
                  <a:gd name="connsiteX0" fmla="*/ 222585 w 230959"/>
                  <a:gd name="connsiteY0" fmla="*/ 161224 h 233627"/>
                  <a:gd name="connsiteX1" fmla="*/ 198985 w 230959"/>
                  <a:gd name="connsiteY1" fmla="*/ 198517 h 233627"/>
                  <a:gd name="connsiteX2" fmla="*/ 162442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0 w 230959"/>
                  <a:gd name="connsiteY14" fmla="*/ 71834 h 233627"/>
                  <a:gd name="connsiteX15" fmla="*/ 230959 w 230959"/>
                  <a:gd name="connsiteY15" fmla="*/ 116529 h 233627"/>
                  <a:gd name="connsiteX16" fmla="*/ 222585 w 230959"/>
                  <a:gd name="connsiteY16" fmla="*/ 161224 h 233627"/>
                  <a:gd name="connsiteX17" fmla="*/ 197748 w 230959"/>
                  <a:gd name="connsiteY17" fmla="*/ 80754 h 233627"/>
                  <a:gd name="connsiteX18" fmla="*/ 179191 w 230959"/>
                  <a:gd name="connsiteY18" fmla="*/ 51053 h 233627"/>
                  <a:gd name="connsiteX19" fmla="*/ 150833 w 230959"/>
                  <a:gd name="connsiteY19" fmla="*/ 31030 h 233627"/>
                  <a:gd name="connsiteX20" fmla="*/ 115051 w 230959"/>
                  <a:gd name="connsiteY20" fmla="*/ 23628 h 233627"/>
                  <a:gd name="connsiteX21" fmla="*/ 79270 w 230959"/>
                  <a:gd name="connsiteY21" fmla="*/ 30935 h 233627"/>
                  <a:gd name="connsiteX22" fmla="*/ 51293 w 230959"/>
                  <a:gd name="connsiteY22" fmla="*/ 50768 h 233627"/>
                  <a:gd name="connsiteX23" fmla="*/ 33021 w 230959"/>
                  <a:gd name="connsiteY23" fmla="*/ 80280 h 233627"/>
                  <a:gd name="connsiteX24" fmla="*/ 26360 w 230959"/>
                  <a:gd name="connsiteY24" fmla="*/ 116529 h 233627"/>
                  <a:gd name="connsiteX25" fmla="*/ 33021 w 230959"/>
                  <a:gd name="connsiteY25" fmla="*/ 152968 h 233627"/>
                  <a:gd name="connsiteX26" fmla="*/ 51673 w 230959"/>
                  <a:gd name="connsiteY26" fmla="*/ 182670 h 233627"/>
                  <a:gd name="connsiteX27" fmla="*/ 79936 w 230959"/>
                  <a:gd name="connsiteY27" fmla="*/ 202692 h 233627"/>
                  <a:gd name="connsiteX28" fmla="*/ 115718 w 230959"/>
                  <a:gd name="connsiteY28" fmla="*/ 210094 h 233627"/>
                  <a:gd name="connsiteX29" fmla="*/ 151499 w 230959"/>
                  <a:gd name="connsiteY29" fmla="*/ 202882 h 233627"/>
                  <a:gd name="connsiteX30" fmla="*/ 179477 w 230959"/>
                  <a:gd name="connsiteY30" fmla="*/ 183049 h 233627"/>
                  <a:gd name="connsiteX31" fmla="*/ 197748 w 230959"/>
                  <a:gd name="connsiteY31" fmla="*/ 153537 h 233627"/>
                  <a:gd name="connsiteX32" fmla="*/ 204409 w 230959"/>
                  <a:gd name="connsiteY32" fmla="*/ 117193 h 233627"/>
                  <a:gd name="connsiteX33" fmla="*/ 197748 w 230959"/>
                  <a:gd name="connsiteY33" fmla="*/ 80754 h 233627"/>
                  <a:gd name="connsiteX34" fmla="*/ 197748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0" y="175363"/>
                      <a:pt x="209072" y="187699"/>
                      <a:pt x="198985" y="198517"/>
                    </a:cubicBezTo>
                    <a:cubicBezTo>
                      <a:pt x="188802" y="209240"/>
                      <a:pt x="176622" y="217780"/>
                      <a:pt x="162442" y="224138"/>
                    </a:cubicBezTo>
                    <a:cubicBezTo>
                      <a:pt x="148168" y="230496"/>
                      <a:pt x="132466" y="233627"/>
                      <a:pt x="115242" y="233627"/>
                    </a:cubicBezTo>
                    <a:cubicBezTo>
                      <a:pt x="98017" y="233627"/>
                      <a:pt x="82316" y="230496"/>
                      <a:pt x="68136" y="224233"/>
                    </a:cubicBezTo>
                    <a:cubicBezTo>
                      <a:pt x="53957" y="217970"/>
                      <a:pt x="41871"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7" y="45928"/>
                      <a:pt x="31975" y="35111"/>
                    </a:cubicBezTo>
                    <a:cubicBezTo>
                      <a:pt x="42062" y="24293"/>
                      <a:pt x="54338" y="15847"/>
                      <a:pt x="68517" y="9489"/>
                    </a:cubicBezTo>
                    <a:cubicBezTo>
                      <a:pt x="82791" y="3131"/>
                      <a:pt x="98493" y="0"/>
                      <a:pt x="115718" y="0"/>
                    </a:cubicBezTo>
                    <a:cubicBezTo>
                      <a:pt x="132942" y="0"/>
                      <a:pt x="148644" y="3131"/>
                      <a:pt x="162823" y="9394"/>
                    </a:cubicBezTo>
                    <a:cubicBezTo>
                      <a:pt x="176907" y="15657"/>
                      <a:pt x="189088" y="24103"/>
                      <a:pt x="199270" y="34731"/>
                    </a:cubicBezTo>
                    <a:cubicBezTo>
                      <a:pt x="209453" y="45359"/>
                      <a:pt x="217256" y="57790"/>
                      <a:pt x="222680" y="71834"/>
                    </a:cubicBezTo>
                    <a:cubicBezTo>
                      <a:pt x="228200" y="85973"/>
                      <a:pt x="230959" y="100777"/>
                      <a:pt x="230959" y="116529"/>
                    </a:cubicBezTo>
                    <a:cubicBezTo>
                      <a:pt x="230959" y="132281"/>
                      <a:pt x="228200" y="147085"/>
                      <a:pt x="222585" y="161224"/>
                    </a:cubicBezTo>
                    <a:close/>
                    <a:moveTo>
                      <a:pt x="197748" y="80754"/>
                    </a:moveTo>
                    <a:cubicBezTo>
                      <a:pt x="193370" y="69367"/>
                      <a:pt x="187089" y="59498"/>
                      <a:pt x="179191" y="51053"/>
                    </a:cubicBezTo>
                    <a:cubicBezTo>
                      <a:pt x="171197" y="42702"/>
                      <a:pt x="161776" y="35965"/>
                      <a:pt x="150833" y="31030"/>
                    </a:cubicBezTo>
                    <a:cubicBezTo>
                      <a:pt x="139889" y="26096"/>
                      <a:pt x="127994" y="23628"/>
                      <a:pt x="115051" y="23628"/>
                    </a:cubicBezTo>
                    <a:cubicBezTo>
                      <a:pt x="102109" y="23628"/>
                      <a:pt x="90214" y="26001"/>
                      <a:pt x="79270" y="30935"/>
                    </a:cubicBezTo>
                    <a:cubicBezTo>
                      <a:pt x="68327" y="35775"/>
                      <a:pt x="59096" y="42417"/>
                      <a:pt x="51293" y="50768"/>
                    </a:cubicBezTo>
                    <a:cubicBezTo>
                      <a:pt x="43489" y="59118"/>
                      <a:pt x="37399" y="68987"/>
                      <a:pt x="33021" y="80280"/>
                    </a:cubicBezTo>
                    <a:cubicBezTo>
                      <a:pt x="28644" y="91572"/>
                      <a:pt x="26360" y="103623"/>
                      <a:pt x="26360" y="116529"/>
                    </a:cubicBezTo>
                    <a:cubicBezTo>
                      <a:pt x="26360" y="129434"/>
                      <a:pt x="28549" y="141581"/>
                      <a:pt x="33021" y="152968"/>
                    </a:cubicBezTo>
                    <a:cubicBezTo>
                      <a:pt x="37494" y="164355"/>
                      <a:pt x="43680" y="174224"/>
                      <a:pt x="51673" y="182670"/>
                    </a:cubicBezTo>
                    <a:cubicBezTo>
                      <a:pt x="59667" y="191020"/>
                      <a:pt x="69088" y="197758"/>
                      <a:pt x="79936" y="202692"/>
                    </a:cubicBezTo>
                    <a:cubicBezTo>
                      <a:pt x="90785" y="207626"/>
                      <a:pt x="102775" y="210094"/>
                      <a:pt x="115718" y="210094"/>
                    </a:cubicBezTo>
                    <a:cubicBezTo>
                      <a:pt x="128660" y="210094"/>
                      <a:pt x="140555" y="207721"/>
                      <a:pt x="151499" y="202882"/>
                    </a:cubicBezTo>
                    <a:cubicBezTo>
                      <a:pt x="162347" y="198042"/>
                      <a:pt x="171673" y="191400"/>
                      <a:pt x="179477" y="183049"/>
                    </a:cubicBezTo>
                    <a:cubicBezTo>
                      <a:pt x="187280" y="174698"/>
                      <a:pt x="193370" y="164830"/>
                      <a:pt x="197748" y="153537"/>
                    </a:cubicBezTo>
                    <a:cubicBezTo>
                      <a:pt x="202125" y="142245"/>
                      <a:pt x="204409" y="130194"/>
                      <a:pt x="204409" y="117193"/>
                    </a:cubicBezTo>
                    <a:cubicBezTo>
                      <a:pt x="204409" y="104193"/>
                      <a:pt x="202220" y="92141"/>
                      <a:pt x="197748" y="80754"/>
                    </a:cubicBezTo>
                    <a:lnTo>
                      <a:pt x="197748"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7" name="Freeform 46">
                <a:extLst>
                  <a:ext uri="{FF2B5EF4-FFF2-40B4-BE49-F238E27FC236}">
                    <a16:creationId xmlns:a16="http://schemas.microsoft.com/office/drawing/2014/main" id="{4025ECDD-9298-D920-6915-1B511D632902}"/>
                  </a:ext>
                </a:extLst>
              </p:cNvPr>
              <p:cNvSpPr/>
              <p:nvPr/>
            </p:nvSpPr>
            <p:spPr>
              <a:xfrm>
                <a:off x="2112279" y="936941"/>
                <a:ext cx="216780" cy="225845"/>
              </a:xfrm>
              <a:custGeom>
                <a:avLst/>
                <a:gdLst>
                  <a:gd name="connsiteX0" fmla="*/ 108771 w 216780"/>
                  <a:gd name="connsiteY0" fmla="*/ 163976 h 225845"/>
                  <a:gd name="connsiteX1" fmla="*/ 107438 w 216780"/>
                  <a:gd name="connsiteY1" fmla="*/ 163976 h 225845"/>
                  <a:gd name="connsiteX2" fmla="*/ 24933 w 216780"/>
                  <a:gd name="connsiteY2" fmla="*/ 43271 h 225845"/>
                  <a:gd name="connsiteX3" fmla="*/ 24933 w 216780"/>
                  <a:gd name="connsiteY3" fmla="*/ 225846 h 225845"/>
                  <a:gd name="connsiteX4" fmla="*/ 0 w 216780"/>
                  <a:gd name="connsiteY4" fmla="*/ 225846 h 225845"/>
                  <a:gd name="connsiteX5" fmla="*/ 0 w 216780"/>
                  <a:gd name="connsiteY5" fmla="*/ 0 h 225845"/>
                  <a:gd name="connsiteX6" fmla="*/ 25884 w 216780"/>
                  <a:gd name="connsiteY6" fmla="*/ 0 h 225845"/>
                  <a:gd name="connsiteX7" fmla="*/ 108390 w 216780"/>
                  <a:gd name="connsiteY7" fmla="*/ 123266 h 225845"/>
                  <a:gd name="connsiteX8" fmla="*/ 190896 w 216780"/>
                  <a:gd name="connsiteY8" fmla="*/ 0 h 225845"/>
                  <a:gd name="connsiteX9" fmla="*/ 216780 w 216780"/>
                  <a:gd name="connsiteY9" fmla="*/ 0 h 225845"/>
                  <a:gd name="connsiteX10" fmla="*/ 216780 w 216780"/>
                  <a:gd name="connsiteY10" fmla="*/ 225846 h 225845"/>
                  <a:gd name="connsiteX11" fmla="*/ 191182 w 216780"/>
                  <a:gd name="connsiteY11" fmla="*/ 225846 h 225845"/>
                  <a:gd name="connsiteX12" fmla="*/ 191182 w 216780"/>
                  <a:gd name="connsiteY12" fmla="*/ 42892 h 225845"/>
                  <a:gd name="connsiteX13" fmla="*/ 108676 w 216780"/>
                  <a:gd name="connsiteY13" fmla="*/ 163881 h 225845"/>
                  <a:gd name="connsiteX14" fmla="*/ 108676 w 216780"/>
                  <a:gd name="connsiteY14" fmla="*/ 163881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6780" h="225845">
                    <a:moveTo>
                      <a:pt x="108771" y="163976"/>
                    </a:moveTo>
                    <a:lnTo>
                      <a:pt x="107438" y="163976"/>
                    </a:lnTo>
                    <a:lnTo>
                      <a:pt x="24933" y="43271"/>
                    </a:lnTo>
                    <a:lnTo>
                      <a:pt x="24933" y="225846"/>
                    </a:lnTo>
                    <a:lnTo>
                      <a:pt x="0" y="225846"/>
                    </a:lnTo>
                    <a:lnTo>
                      <a:pt x="0" y="0"/>
                    </a:lnTo>
                    <a:lnTo>
                      <a:pt x="25884" y="0"/>
                    </a:lnTo>
                    <a:lnTo>
                      <a:pt x="108390" y="123266"/>
                    </a:lnTo>
                    <a:lnTo>
                      <a:pt x="190896" y="0"/>
                    </a:lnTo>
                    <a:lnTo>
                      <a:pt x="216780" y="0"/>
                    </a:lnTo>
                    <a:lnTo>
                      <a:pt x="216780" y="225846"/>
                    </a:lnTo>
                    <a:lnTo>
                      <a:pt x="191182" y="225846"/>
                    </a:lnTo>
                    <a:lnTo>
                      <a:pt x="191182" y="42892"/>
                    </a:lnTo>
                    <a:lnTo>
                      <a:pt x="108676" y="163881"/>
                    </a:lnTo>
                    <a:lnTo>
                      <a:pt x="108676" y="16388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8" name="Freeform 47">
                <a:extLst>
                  <a:ext uri="{FF2B5EF4-FFF2-40B4-BE49-F238E27FC236}">
                    <a16:creationId xmlns:a16="http://schemas.microsoft.com/office/drawing/2014/main" id="{5AF23040-348D-856B-0B06-0FF6C2A862A4}"/>
                  </a:ext>
                </a:extLst>
              </p:cNvPr>
              <p:cNvSpPr/>
              <p:nvPr/>
            </p:nvSpPr>
            <p:spPr>
              <a:xfrm>
                <a:off x="2354467" y="935423"/>
                <a:ext cx="230483" cy="227459"/>
              </a:xfrm>
              <a:custGeom>
                <a:avLst/>
                <a:gdLst>
                  <a:gd name="connsiteX0" fmla="*/ 230293 w 230483"/>
                  <a:gd name="connsiteY0" fmla="*/ 227459 h 227459"/>
                  <a:gd name="connsiteX1" fmla="*/ 202791 w 230483"/>
                  <a:gd name="connsiteY1" fmla="*/ 227459 h 227459"/>
                  <a:gd name="connsiteX2" fmla="*/ 176241 w 230483"/>
                  <a:gd name="connsiteY2" fmla="*/ 167771 h 227459"/>
                  <a:gd name="connsiteX3" fmla="*/ 53006 w 230483"/>
                  <a:gd name="connsiteY3" fmla="*/ 167771 h 227459"/>
                  <a:gd name="connsiteX4" fmla="*/ 26170 w 230483"/>
                  <a:gd name="connsiteY4" fmla="*/ 227459 h 227459"/>
                  <a:gd name="connsiteX5" fmla="*/ 0 w 230483"/>
                  <a:gd name="connsiteY5" fmla="*/ 227459 h 227459"/>
                  <a:gd name="connsiteX6" fmla="*/ 103251 w 230483"/>
                  <a:gd name="connsiteY6" fmla="*/ 0 h 227459"/>
                  <a:gd name="connsiteX7" fmla="*/ 127232 w 230483"/>
                  <a:gd name="connsiteY7" fmla="*/ 0 h 227459"/>
                  <a:gd name="connsiteX8" fmla="*/ 230484 w 230483"/>
                  <a:gd name="connsiteY8" fmla="*/ 227459 h 227459"/>
                  <a:gd name="connsiteX9" fmla="*/ 230293 w 230483"/>
                  <a:gd name="connsiteY9" fmla="*/ 227459 h 227459"/>
                  <a:gd name="connsiteX10" fmla="*/ 114766 w 230483"/>
                  <a:gd name="connsiteY10" fmla="*/ 29986 h 227459"/>
                  <a:gd name="connsiteX11" fmla="*/ 62998 w 230483"/>
                  <a:gd name="connsiteY11" fmla="*/ 145187 h 227459"/>
                  <a:gd name="connsiteX12" fmla="*/ 166249 w 230483"/>
                  <a:gd name="connsiteY12" fmla="*/ 145187 h 227459"/>
                  <a:gd name="connsiteX13" fmla="*/ 114766 w 230483"/>
                  <a:gd name="connsiteY13" fmla="*/ 29986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83" h="227459">
                    <a:moveTo>
                      <a:pt x="230293" y="227459"/>
                    </a:moveTo>
                    <a:lnTo>
                      <a:pt x="202791" y="227459"/>
                    </a:lnTo>
                    <a:lnTo>
                      <a:pt x="176241" y="167771"/>
                    </a:lnTo>
                    <a:lnTo>
                      <a:pt x="53006" y="167771"/>
                    </a:lnTo>
                    <a:lnTo>
                      <a:pt x="26170" y="227459"/>
                    </a:lnTo>
                    <a:lnTo>
                      <a:pt x="0" y="227459"/>
                    </a:lnTo>
                    <a:lnTo>
                      <a:pt x="103251" y="0"/>
                    </a:lnTo>
                    <a:lnTo>
                      <a:pt x="127232" y="0"/>
                    </a:lnTo>
                    <a:lnTo>
                      <a:pt x="230484" y="227459"/>
                    </a:lnTo>
                    <a:lnTo>
                      <a:pt x="230293" y="227459"/>
                    </a:lnTo>
                    <a:close/>
                    <a:moveTo>
                      <a:pt x="114766" y="29986"/>
                    </a:moveTo>
                    <a:lnTo>
                      <a:pt x="62998" y="145187"/>
                    </a:lnTo>
                    <a:lnTo>
                      <a:pt x="166249" y="145187"/>
                    </a:lnTo>
                    <a:lnTo>
                      <a:pt x="114766" y="2998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49" name="Freeform 48">
                <a:extLst>
                  <a:ext uri="{FF2B5EF4-FFF2-40B4-BE49-F238E27FC236}">
                    <a16:creationId xmlns:a16="http://schemas.microsoft.com/office/drawing/2014/main" id="{E1C27098-E100-8F98-8881-8ED73DE328C0}"/>
                  </a:ext>
                </a:extLst>
              </p:cNvPr>
              <p:cNvSpPr/>
              <p:nvPr/>
            </p:nvSpPr>
            <p:spPr>
              <a:xfrm>
                <a:off x="2562683" y="937036"/>
                <a:ext cx="177668" cy="225845"/>
              </a:xfrm>
              <a:custGeom>
                <a:avLst/>
                <a:gdLst>
                  <a:gd name="connsiteX0" fmla="*/ 101634 w 177668"/>
                  <a:gd name="connsiteY0" fmla="*/ 225846 h 225845"/>
                  <a:gd name="connsiteX1" fmla="*/ 76035 w 177668"/>
                  <a:gd name="connsiteY1" fmla="*/ 225846 h 225845"/>
                  <a:gd name="connsiteX2" fmla="*/ 76035 w 177668"/>
                  <a:gd name="connsiteY2" fmla="*/ 23534 h 225845"/>
                  <a:gd name="connsiteX3" fmla="*/ 0 w 177668"/>
                  <a:gd name="connsiteY3" fmla="*/ 23534 h 225845"/>
                  <a:gd name="connsiteX4" fmla="*/ 0 w 177668"/>
                  <a:gd name="connsiteY4" fmla="*/ 0 h 225845"/>
                  <a:gd name="connsiteX5" fmla="*/ 177668 w 177668"/>
                  <a:gd name="connsiteY5" fmla="*/ 0 h 225845"/>
                  <a:gd name="connsiteX6" fmla="*/ 177668 w 177668"/>
                  <a:gd name="connsiteY6" fmla="*/ 23534 h 225845"/>
                  <a:gd name="connsiteX7" fmla="*/ 101634 w 177668"/>
                  <a:gd name="connsiteY7" fmla="*/ 23534 h 225845"/>
                  <a:gd name="connsiteX8" fmla="*/ 101634 w 177668"/>
                  <a:gd name="connsiteY8" fmla="*/ 22584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8" h="225845">
                    <a:moveTo>
                      <a:pt x="101634" y="225846"/>
                    </a:moveTo>
                    <a:lnTo>
                      <a:pt x="76035" y="225846"/>
                    </a:lnTo>
                    <a:lnTo>
                      <a:pt x="76035" y="23534"/>
                    </a:lnTo>
                    <a:lnTo>
                      <a:pt x="0" y="23534"/>
                    </a:lnTo>
                    <a:lnTo>
                      <a:pt x="0" y="0"/>
                    </a:lnTo>
                    <a:lnTo>
                      <a:pt x="177668" y="0"/>
                    </a:lnTo>
                    <a:lnTo>
                      <a:pt x="177668" y="23534"/>
                    </a:lnTo>
                    <a:lnTo>
                      <a:pt x="101634" y="23534"/>
                    </a:lnTo>
                    <a:lnTo>
                      <a:pt x="101634" y="22584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0" name="Freeform 49">
                <a:extLst>
                  <a:ext uri="{FF2B5EF4-FFF2-40B4-BE49-F238E27FC236}">
                    <a16:creationId xmlns:a16="http://schemas.microsoft.com/office/drawing/2014/main" id="{5DFF5C16-B08B-56B9-5D09-7130D10FB300}"/>
                  </a:ext>
                </a:extLst>
              </p:cNvPr>
              <p:cNvSpPr/>
              <p:nvPr/>
            </p:nvSpPr>
            <p:spPr>
              <a:xfrm>
                <a:off x="2768424" y="937036"/>
                <a:ext cx="25598" cy="225845"/>
              </a:xfrm>
              <a:custGeom>
                <a:avLst/>
                <a:gdLst>
                  <a:gd name="connsiteX0" fmla="*/ 25599 w 25598"/>
                  <a:gd name="connsiteY0" fmla="*/ 0 h 225845"/>
                  <a:gd name="connsiteX1" fmla="*/ 25599 w 25598"/>
                  <a:gd name="connsiteY1" fmla="*/ 225846 h 225845"/>
                  <a:gd name="connsiteX2" fmla="*/ 0 w 25598"/>
                  <a:gd name="connsiteY2" fmla="*/ 225846 h 225845"/>
                  <a:gd name="connsiteX3" fmla="*/ 0 w 25598"/>
                  <a:gd name="connsiteY3" fmla="*/ 0 h 225845"/>
                  <a:gd name="connsiteX4" fmla="*/ 25599 w 25598"/>
                  <a:gd name="connsiteY4" fmla="*/ 0 h 22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8" h="225845">
                    <a:moveTo>
                      <a:pt x="25599" y="0"/>
                    </a:moveTo>
                    <a:lnTo>
                      <a:pt x="25599" y="225846"/>
                    </a:lnTo>
                    <a:lnTo>
                      <a:pt x="0" y="225846"/>
                    </a:lnTo>
                    <a:lnTo>
                      <a:pt x="0" y="0"/>
                    </a:lnTo>
                    <a:cubicBezTo>
                      <a:pt x="0" y="0"/>
                      <a:pt x="25599" y="0"/>
                      <a:pt x="25599" y="0"/>
                    </a:cubicBez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1" name="Freeform 50">
                <a:extLst>
                  <a:ext uri="{FF2B5EF4-FFF2-40B4-BE49-F238E27FC236}">
                    <a16:creationId xmlns:a16="http://schemas.microsoft.com/office/drawing/2014/main" id="{DB6DCE34-9743-2370-7C75-6C8CCCD7A8D9}"/>
                  </a:ext>
                </a:extLst>
              </p:cNvPr>
              <p:cNvSpPr/>
              <p:nvPr/>
            </p:nvSpPr>
            <p:spPr>
              <a:xfrm>
                <a:off x="2832564" y="933050"/>
                <a:ext cx="230959" cy="233627"/>
              </a:xfrm>
              <a:custGeom>
                <a:avLst/>
                <a:gdLst>
                  <a:gd name="connsiteX0" fmla="*/ 222585 w 230959"/>
                  <a:gd name="connsiteY0" fmla="*/ 161224 h 233627"/>
                  <a:gd name="connsiteX1" fmla="*/ 198985 w 230959"/>
                  <a:gd name="connsiteY1" fmla="*/ 198517 h 233627"/>
                  <a:gd name="connsiteX2" fmla="*/ 162443 w 230959"/>
                  <a:gd name="connsiteY2" fmla="*/ 224138 h 233627"/>
                  <a:gd name="connsiteX3" fmla="*/ 115242 w 230959"/>
                  <a:gd name="connsiteY3" fmla="*/ 233627 h 233627"/>
                  <a:gd name="connsiteX4" fmla="*/ 68136 w 230959"/>
                  <a:gd name="connsiteY4" fmla="*/ 224233 h 233627"/>
                  <a:gd name="connsiteX5" fmla="*/ 31689 w 230959"/>
                  <a:gd name="connsiteY5" fmla="*/ 198896 h 233627"/>
                  <a:gd name="connsiteX6" fmla="*/ 8279 w 230959"/>
                  <a:gd name="connsiteY6" fmla="*/ 161793 h 233627"/>
                  <a:gd name="connsiteX7" fmla="*/ 0 w 230959"/>
                  <a:gd name="connsiteY7" fmla="*/ 117098 h 233627"/>
                  <a:gd name="connsiteX8" fmla="*/ 8374 w 230959"/>
                  <a:gd name="connsiteY8" fmla="*/ 72404 h 233627"/>
                  <a:gd name="connsiteX9" fmla="*/ 31975 w 230959"/>
                  <a:gd name="connsiteY9" fmla="*/ 35111 h 233627"/>
                  <a:gd name="connsiteX10" fmla="*/ 68517 w 230959"/>
                  <a:gd name="connsiteY10" fmla="*/ 9489 h 233627"/>
                  <a:gd name="connsiteX11" fmla="*/ 115718 w 230959"/>
                  <a:gd name="connsiteY11" fmla="*/ 0 h 233627"/>
                  <a:gd name="connsiteX12" fmla="*/ 162823 w 230959"/>
                  <a:gd name="connsiteY12" fmla="*/ 9394 h 233627"/>
                  <a:gd name="connsiteX13" fmla="*/ 199270 w 230959"/>
                  <a:gd name="connsiteY13" fmla="*/ 34731 h 233627"/>
                  <a:gd name="connsiteX14" fmla="*/ 222681 w 230959"/>
                  <a:gd name="connsiteY14" fmla="*/ 71834 h 233627"/>
                  <a:gd name="connsiteX15" fmla="*/ 230960 w 230959"/>
                  <a:gd name="connsiteY15" fmla="*/ 116529 h 233627"/>
                  <a:gd name="connsiteX16" fmla="*/ 222585 w 230959"/>
                  <a:gd name="connsiteY16" fmla="*/ 161224 h 233627"/>
                  <a:gd name="connsiteX17" fmla="*/ 197843 w 230959"/>
                  <a:gd name="connsiteY17" fmla="*/ 80754 h 233627"/>
                  <a:gd name="connsiteX18" fmla="*/ 179286 w 230959"/>
                  <a:gd name="connsiteY18" fmla="*/ 51053 h 233627"/>
                  <a:gd name="connsiteX19" fmla="*/ 150928 w 230959"/>
                  <a:gd name="connsiteY19" fmla="*/ 31030 h 233627"/>
                  <a:gd name="connsiteX20" fmla="*/ 115147 w 230959"/>
                  <a:gd name="connsiteY20" fmla="*/ 23628 h 233627"/>
                  <a:gd name="connsiteX21" fmla="*/ 79366 w 230959"/>
                  <a:gd name="connsiteY21" fmla="*/ 30935 h 233627"/>
                  <a:gd name="connsiteX22" fmla="*/ 51388 w 230959"/>
                  <a:gd name="connsiteY22" fmla="*/ 50768 h 233627"/>
                  <a:gd name="connsiteX23" fmla="*/ 33117 w 230959"/>
                  <a:gd name="connsiteY23" fmla="*/ 80280 h 233627"/>
                  <a:gd name="connsiteX24" fmla="*/ 26455 w 230959"/>
                  <a:gd name="connsiteY24" fmla="*/ 116529 h 233627"/>
                  <a:gd name="connsiteX25" fmla="*/ 33117 w 230959"/>
                  <a:gd name="connsiteY25" fmla="*/ 152968 h 233627"/>
                  <a:gd name="connsiteX26" fmla="*/ 51768 w 230959"/>
                  <a:gd name="connsiteY26" fmla="*/ 182670 h 233627"/>
                  <a:gd name="connsiteX27" fmla="*/ 80032 w 230959"/>
                  <a:gd name="connsiteY27" fmla="*/ 202692 h 233627"/>
                  <a:gd name="connsiteX28" fmla="*/ 115813 w 230959"/>
                  <a:gd name="connsiteY28" fmla="*/ 210094 h 233627"/>
                  <a:gd name="connsiteX29" fmla="*/ 151594 w 230959"/>
                  <a:gd name="connsiteY29" fmla="*/ 202882 h 233627"/>
                  <a:gd name="connsiteX30" fmla="*/ 179572 w 230959"/>
                  <a:gd name="connsiteY30" fmla="*/ 183049 h 233627"/>
                  <a:gd name="connsiteX31" fmla="*/ 197843 w 230959"/>
                  <a:gd name="connsiteY31" fmla="*/ 153537 h 233627"/>
                  <a:gd name="connsiteX32" fmla="*/ 204504 w 230959"/>
                  <a:gd name="connsiteY32" fmla="*/ 117193 h 233627"/>
                  <a:gd name="connsiteX33" fmla="*/ 197843 w 230959"/>
                  <a:gd name="connsiteY33" fmla="*/ 80754 h 233627"/>
                  <a:gd name="connsiteX34" fmla="*/ 197843 w 230959"/>
                  <a:gd name="connsiteY34" fmla="*/ 80754 h 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0959" h="233627">
                    <a:moveTo>
                      <a:pt x="222585" y="161224"/>
                    </a:moveTo>
                    <a:cubicBezTo>
                      <a:pt x="216971" y="175363"/>
                      <a:pt x="209072" y="187699"/>
                      <a:pt x="198985" y="198517"/>
                    </a:cubicBezTo>
                    <a:cubicBezTo>
                      <a:pt x="188802" y="209240"/>
                      <a:pt x="176622" y="217780"/>
                      <a:pt x="162443" y="224138"/>
                    </a:cubicBezTo>
                    <a:cubicBezTo>
                      <a:pt x="148168" y="230496"/>
                      <a:pt x="132466" y="233627"/>
                      <a:pt x="115242" y="233627"/>
                    </a:cubicBezTo>
                    <a:cubicBezTo>
                      <a:pt x="98018" y="233627"/>
                      <a:pt x="82316" y="230496"/>
                      <a:pt x="68136" y="224233"/>
                    </a:cubicBezTo>
                    <a:cubicBezTo>
                      <a:pt x="53957" y="217970"/>
                      <a:pt x="41872" y="209524"/>
                      <a:pt x="31689" y="198896"/>
                    </a:cubicBezTo>
                    <a:cubicBezTo>
                      <a:pt x="21507" y="188268"/>
                      <a:pt x="13703" y="175837"/>
                      <a:pt x="8279" y="161793"/>
                    </a:cubicBezTo>
                    <a:cubicBezTo>
                      <a:pt x="2855" y="147749"/>
                      <a:pt x="0" y="132851"/>
                      <a:pt x="0" y="117098"/>
                    </a:cubicBezTo>
                    <a:cubicBezTo>
                      <a:pt x="0" y="101346"/>
                      <a:pt x="2760" y="86543"/>
                      <a:pt x="8374" y="72404"/>
                    </a:cubicBezTo>
                    <a:cubicBezTo>
                      <a:pt x="13989" y="58359"/>
                      <a:pt x="21888" y="45928"/>
                      <a:pt x="31975" y="35111"/>
                    </a:cubicBezTo>
                    <a:cubicBezTo>
                      <a:pt x="42062" y="24293"/>
                      <a:pt x="54338" y="15847"/>
                      <a:pt x="68517" y="9489"/>
                    </a:cubicBezTo>
                    <a:cubicBezTo>
                      <a:pt x="82792" y="3131"/>
                      <a:pt x="98493" y="0"/>
                      <a:pt x="115718" y="0"/>
                    </a:cubicBezTo>
                    <a:cubicBezTo>
                      <a:pt x="132942" y="0"/>
                      <a:pt x="148644" y="3131"/>
                      <a:pt x="162823" y="9394"/>
                    </a:cubicBezTo>
                    <a:cubicBezTo>
                      <a:pt x="176907" y="15657"/>
                      <a:pt x="189088" y="24103"/>
                      <a:pt x="199270" y="34731"/>
                    </a:cubicBezTo>
                    <a:cubicBezTo>
                      <a:pt x="209453" y="45359"/>
                      <a:pt x="217256" y="57790"/>
                      <a:pt x="222681" y="71834"/>
                    </a:cubicBezTo>
                    <a:cubicBezTo>
                      <a:pt x="228200" y="85973"/>
                      <a:pt x="230960" y="100777"/>
                      <a:pt x="230960" y="116529"/>
                    </a:cubicBezTo>
                    <a:cubicBezTo>
                      <a:pt x="230960" y="132281"/>
                      <a:pt x="228200" y="147085"/>
                      <a:pt x="222585" y="161224"/>
                    </a:cubicBezTo>
                    <a:close/>
                    <a:moveTo>
                      <a:pt x="197843" y="80754"/>
                    </a:moveTo>
                    <a:cubicBezTo>
                      <a:pt x="193466" y="69367"/>
                      <a:pt x="187185" y="59498"/>
                      <a:pt x="179286" y="51053"/>
                    </a:cubicBezTo>
                    <a:cubicBezTo>
                      <a:pt x="171293" y="42702"/>
                      <a:pt x="161872" y="35965"/>
                      <a:pt x="150928" y="31030"/>
                    </a:cubicBezTo>
                    <a:cubicBezTo>
                      <a:pt x="139984" y="26096"/>
                      <a:pt x="128089" y="23628"/>
                      <a:pt x="115147" y="23628"/>
                    </a:cubicBezTo>
                    <a:cubicBezTo>
                      <a:pt x="102205" y="23628"/>
                      <a:pt x="90309" y="26001"/>
                      <a:pt x="79366" y="30935"/>
                    </a:cubicBezTo>
                    <a:cubicBezTo>
                      <a:pt x="68422" y="35775"/>
                      <a:pt x="59191" y="42417"/>
                      <a:pt x="51388" y="50768"/>
                    </a:cubicBezTo>
                    <a:cubicBezTo>
                      <a:pt x="43585" y="59118"/>
                      <a:pt x="37494" y="68987"/>
                      <a:pt x="33117" y="80280"/>
                    </a:cubicBezTo>
                    <a:cubicBezTo>
                      <a:pt x="28739" y="91572"/>
                      <a:pt x="26455" y="103623"/>
                      <a:pt x="26455" y="116529"/>
                    </a:cubicBezTo>
                    <a:cubicBezTo>
                      <a:pt x="26455" y="129434"/>
                      <a:pt x="28644" y="141581"/>
                      <a:pt x="33117" y="152968"/>
                    </a:cubicBezTo>
                    <a:cubicBezTo>
                      <a:pt x="37589" y="164355"/>
                      <a:pt x="43775" y="174224"/>
                      <a:pt x="51768" y="182670"/>
                    </a:cubicBezTo>
                    <a:cubicBezTo>
                      <a:pt x="59762" y="191020"/>
                      <a:pt x="69183" y="197758"/>
                      <a:pt x="80032" y="202692"/>
                    </a:cubicBezTo>
                    <a:cubicBezTo>
                      <a:pt x="90880" y="207626"/>
                      <a:pt x="102871" y="210094"/>
                      <a:pt x="115813" y="210094"/>
                    </a:cubicBezTo>
                    <a:cubicBezTo>
                      <a:pt x="128755" y="210094"/>
                      <a:pt x="140650" y="207721"/>
                      <a:pt x="151594" y="202882"/>
                    </a:cubicBezTo>
                    <a:cubicBezTo>
                      <a:pt x="162443" y="198042"/>
                      <a:pt x="171769" y="191400"/>
                      <a:pt x="179572" y="183049"/>
                    </a:cubicBezTo>
                    <a:cubicBezTo>
                      <a:pt x="187375" y="174698"/>
                      <a:pt x="193466" y="164830"/>
                      <a:pt x="197843" y="153537"/>
                    </a:cubicBezTo>
                    <a:cubicBezTo>
                      <a:pt x="202220" y="142245"/>
                      <a:pt x="204504" y="130194"/>
                      <a:pt x="204504" y="117193"/>
                    </a:cubicBezTo>
                    <a:cubicBezTo>
                      <a:pt x="204504" y="104193"/>
                      <a:pt x="202316" y="92141"/>
                      <a:pt x="197843" y="80754"/>
                    </a:cubicBezTo>
                    <a:lnTo>
                      <a:pt x="197843" y="80754"/>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2" name="Freeform 51">
                <a:extLst>
                  <a:ext uri="{FF2B5EF4-FFF2-40B4-BE49-F238E27FC236}">
                    <a16:creationId xmlns:a16="http://schemas.microsoft.com/office/drawing/2014/main" id="{81A0CD7F-90F2-3A38-4E34-9B50AAF8F484}"/>
                  </a:ext>
                </a:extLst>
              </p:cNvPr>
              <p:cNvSpPr/>
              <p:nvPr/>
            </p:nvSpPr>
            <p:spPr>
              <a:xfrm>
                <a:off x="3099971" y="937036"/>
                <a:ext cx="191562" cy="225845"/>
              </a:xfrm>
              <a:custGeom>
                <a:avLst/>
                <a:gdLst>
                  <a:gd name="connsiteX0" fmla="*/ 166630 w 191562"/>
                  <a:gd name="connsiteY0" fmla="*/ 0 h 225845"/>
                  <a:gd name="connsiteX1" fmla="*/ 191562 w 191562"/>
                  <a:gd name="connsiteY1" fmla="*/ 0 h 225845"/>
                  <a:gd name="connsiteX2" fmla="*/ 191562 w 191562"/>
                  <a:gd name="connsiteY2" fmla="*/ 225846 h 225845"/>
                  <a:gd name="connsiteX3" fmla="*/ 171197 w 191562"/>
                  <a:gd name="connsiteY3" fmla="*/ 225846 h 225845"/>
                  <a:gd name="connsiteX4" fmla="*/ 24933 w 191562"/>
                  <a:gd name="connsiteY4" fmla="*/ 40614 h 225845"/>
                  <a:gd name="connsiteX5" fmla="*/ 24933 w 191562"/>
                  <a:gd name="connsiteY5" fmla="*/ 225846 h 225845"/>
                  <a:gd name="connsiteX6" fmla="*/ 0 w 191562"/>
                  <a:gd name="connsiteY6" fmla="*/ 225846 h 225845"/>
                  <a:gd name="connsiteX7" fmla="*/ 0 w 191562"/>
                  <a:gd name="connsiteY7" fmla="*/ 0 h 225845"/>
                  <a:gd name="connsiteX8" fmla="*/ 23981 w 191562"/>
                  <a:gd name="connsiteY8" fmla="*/ 0 h 225845"/>
                  <a:gd name="connsiteX9" fmla="*/ 166630 w 191562"/>
                  <a:gd name="connsiteY9" fmla="*/ 180961 h 225845"/>
                  <a:gd name="connsiteX10" fmla="*/ 166630 w 191562"/>
                  <a:gd name="connsiteY10" fmla="*/ 0 h 225845"/>
                  <a:gd name="connsiteX11" fmla="*/ 166630 w 191562"/>
                  <a:gd name="connsiteY11"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62" h="225845">
                    <a:moveTo>
                      <a:pt x="166630" y="0"/>
                    </a:moveTo>
                    <a:lnTo>
                      <a:pt x="191562" y="0"/>
                    </a:lnTo>
                    <a:lnTo>
                      <a:pt x="191562" y="225846"/>
                    </a:lnTo>
                    <a:lnTo>
                      <a:pt x="171197" y="225846"/>
                    </a:lnTo>
                    <a:lnTo>
                      <a:pt x="24933" y="40614"/>
                    </a:lnTo>
                    <a:lnTo>
                      <a:pt x="24933" y="225846"/>
                    </a:lnTo>
                    <a:lnTo>
                      <a:pt x="0" y="225846"/>
                    </a:lnTo>
                    <a:lnTo>
                      <a:pt x="0" y="0"/>
                    </a:lnTo>
                    <a:lnTo>
                      <a:pt x="23981" y="0"/>
                    </a:lnTo>
                    <a:lnTo>
                      <a:pt x="166630" y="180961"/>
                    </a:lnTo>
                    <a:lnTo>
                      <a:pt x="166630" y="0"/>
                    </a:lnTo>
                    <a:lnTo>
                      <a:pt x="16663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3" name="Freeform 52">
                <a:extLst>
                  <a:ext uri="{FF2B5EF4-FFF2-40B4-BE49-F238E27FC236}">
                    <a16:creationId xmlns:a16="http://schemas.microsoft.com/office/drawing/2014/main" id="{E6011790-1464-A475-FD57-D73F8862E2E2}"/>
                  </a:ext>
                </a:extLst>
              </p:cNvPr>
              <p:cNvSpPr/>
              <p:nvPr/>
            </p:nvSpPr>
            <p:spPr>
              <a:xfrm>
                <a:off x="1413500" y="1277038"/>
                <a:ext cx="240095" cy="227459"/>
              </a:xfrm>
              <a:custGeom>
                <a:avLst/>
                <a:gdLst>
                  <a:gd name="connsiteX0" fmla="*/ 97066 w 240095"/>
                  <a:gd name="connsiteY0" fmla="*/ 0 h 227459"/>
                  <a:gd name="connsiteX1" fmla="*/ 143029 w 240095"/>
                  <a:gd name="connsiteY1" fmla="*/ 0 h 227459"/>
                  <a:gd name="connsiteX2" fmla="*/ 240095 w 240095"/>
                  <a:gd name="connsiteY2" fmla="*/ 227459 h 227459"/>
                  <a:gd name="connsiteX3" fmla="*/ 188041 w 240095"/>
                  <a:gd name="connsiteY3" fmla="*/ 227459 h 227459"/>
                  <a:gd name="connsiteX4" fmla="*/ 167296 w 240095"/>
                  <a:gd name="connsiteY4" fmla="*/ 176786 h 227459"/>
                  <a:gd name="connsiteX5" fmla="*/ 71562 w 240095"/>
                  <a:gd name="connsiteY5" fmla="*/ 176786 h 227459"/>
                  <a:gd name="connsiteX6" fmla="*/ 50817 w 240095"/>
                  <a:gd name="connsiteY6" fmla="*/ 227459 h 227459"/>
                  <a:gd name="connsiteX7" fmla="*/ 0 w 240095"/>
                  <a:gd name="connsiteY7" fmla="*/ 227459 h 227459"/>
                  <a:gd name="connsiteX8" fmla="*/ 97066 w 240095"/>
                  <a:gd name="connsiteY8" fmla="*/ 0 h 227459"/>
                  <a:gd name="connsiteX9" fmla="*/ 97066 w 240095"/>
                  <a:gd name="connsiteY9" fmla="*/ 0 h 227459"/>
                  <a:gd name="connsiteX10" fmla="*/ 149500 w 240095"/>
                  <a:gd name="connsiteY10" fmla="*/ 132851 h 227459"/>
                  <a:gd name="connsiteX11" fmla="*/ 119429 w 240095"/>
                  <a:gd name="connsiteY11" fmla="*/ 59593 h 227459"/>
                  <a:gd name="connsiteX12" fmla="*/ 89358 w 240095"/>
                  <a:gd name="connsiteY12" fmla="*/ 132851 h 227459"/>
                  <a:gd name="connsiteX13" fmla="*/ 149500 w 240095"/>
                  <a:gd name="connsiteY13" fmla="*/ 132851 h 22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095" h="227459">
                    <a:moveTo>
                      <a:pt x="97066" y="0"/>
                    </a:moveTo>
                    <a:lnTo>
                      <a:pt x="143029" y="0"/>
                    </a:lnTo>
                    <a:lnTo>
                      <a:pt x="240095" y="227459"/>
                    </a:lnTo>
                    <a:lnTo>
                      <a:pt x="188041" y="227459"/>
                    </a:lnTo>
                    <a:lnTo>
                      <a:pt x="167296" y="176786"/>
                    </a:lnTo>
                    <a:lnTo>
                      <a:pt x="71562" y="176786"/>
                    </a:lnTo>
                    <a:lnTo>
                      <a:pt x="50817" y="227459"/>
                    </a:lnTo>
                    <a:lnTo>
                      <a:pt x="0" y="227459"/>
                    </a:lnTo>
                    <a:lnTo>
                      <a:pt x="97066" y="0"/>
                    </a:lnTo>
                    <a:lnTo>
                      <a:pt x="97066" y="0"/>
                    </a:lnTo>
                    <a:close/>
                    <a:moveTo>
                      <a:pt x="149500" y="132851"/>
                    </a:moveTo>
                    <a:lnTo>
                      <a:pt x="119429" y="59593"/>
                    </a:lnTo>
                    <a:lnTo>
                      <a:pt x="89358" y="132851"/>
                    </a:lnTo>
                    <a:lnTo>
                      <a:pt x="149500" y="132851"/>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4" name="Freeform 53">
                <a:extLst>
                  <a:ext uri="{FF2B5EF4-FFF2-40B4-BE49-F238E27FC236}">
                    <a16:creationId xmlns:a16="http://schemas.microsoft.com/office/drawing/2014/main" id="{FF0F434C-1709-DD21-30B1-7752008230ED}"/>
                  </a:ext>
                </a:extLst>
              </p:cNvPr>
              <p:cNvSpPr/>
              <p:nvPr/>
            </p:nvSpPr>
            <p:spPr>
              <a:xfrm>
                <a:off x="1669488" y="1278651"/>
                <a:ext cx="201268" cy="225845"/>
              </a:xfrm>
              <a:custGeom>
                <a:avLst/>
                <a:gdLst>
                  <a:gd name="connsiteX0" fmla="*/ 0 w 201268"/>
                  <a:gd name="connsiteY0" fmla="*/ 0 h 225845"/>
                  <a:gd name="connsiteX1" fmla="*/ 45964 w 201268"/>
                  <a:gd name="connsiteY1" fmla="*/ 0 h 225845"/>
                  <a:gd name="connsiteX2" fmla="*/ 152070 w 201268"/>
                  <a:gd name="connsiteY2" fmla="*/ 139019 h 225845"/>
                  <a:gd name="connsiteX3" fmla="*/ 152070 w 201268"/>
                  <a:gd name="connsiteY3" fmla="*/ 0 h 225845"/>
                  <a:gd name="connsiteX4" fmla="*/ 201269 w 201268"/>
                  <a:gd name="connsiteY4" fmla="*/ 0 h 225845"/>
                  <a:gd name="connsiteX5" fmla="*/ 201269 w 201268"/>
                  <a:gd name="connsiteY5" fmla="*/ 225846 h 225845"/>
                  <a:gd name="connsiteX6" fmla="*/ 158921 w 201268"/>
                  <a:gd name="connsiteY6" fmla="*/ 225846 h 225845"/>
                  <a:gd name="connsiteX7" fmla="*/ 49199 w 201268"/>
                  <a:gd name="connsiteY7" fmla="*/ 82272 h 225845"/>
                  <a:gd name="connsiteX8" fmla="*/ 49199 w 201268"/>
                  <a:gd name="connsiteY8" fmla="*/ 225846 h 225845"/>
                  <a:gd name="connsiteX9" fmla="*/ 0 w 201268"/>
                  <a:gd name="connsiteY9" fmla="*/ 225846 h 225845"/>
                  <a:gd name="connsiteX10" fmla="*/ 0 w 201268"/>
                  <a:gd name="connsiteY10"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268" h="225845">
                    <a:moveTo>
                      <a:pt x="0" y="0"/>
                    </a:moveTo>
                    <a:lnTo>
                      <a:pt x="45964" y="0"/>
                    </a:lnTo>
                    <a:lnTo>
                      <a:pt x="152070" y="139019"/>
                    </a:lnTo>
                    <a:lnTo>
                      <a:pt x="152070" y="0"/>
                    </a:lnTo>
                    <a:lnTo>
                      <a:pt x="201269" y="0"/>
                    </a:lnTo>
                    <a:lnTo>
                      <a:pt x="201269" y="225846"/>
                    </a:lnTo>
                    <a:lnTo>
                      <a:pt x="158921" y="225846"/>
                    </a:lnTo>
                    <a:lnTo>
                      <a:pt x="49199" y="82272"/>
                    </a:lnTo>
                    <a:lnTo>
                      <a:pt x="49199" y="225846"/>
                    </a:lnTo>
                    <a:lnTo>
                      <a:pt x="0" y="225846"/>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5" name="Freeform 54">
                <a:extLst>
                  <a:ext uri="{FF2B5EF4-FFF2-40B4-BE49-F238E27FC236}">
                    <a16:creationId xmlns:a16="http://schemas.microsoft.com/office/drawing/2014/main" id="{F5FA4976-56CC-03FB-7E02-DAABF4E4213F}"/>
                  </a:ext>
                </a:extLst>
              </p:cNvPr>
              <p:cNvSpPr/>
              <p:nvPr/>
            </p:nvSpPr>
            <p:spPr>
              <a:xfrm>
                <a:off x="1884555" y="1278557"/>
                <a:ext cx="223917" cy="225845"/>
              </a:xfrm>
              <a:custGeom>
                <a:avLst/>
                <a:gdLst>
                  <a:gd name="connsiteX0" fmla="*/ 87074 w 223917"/>
                  <a:gd name="connsiteY0" fmla="*/ 136836 h 225845"/>
                  <a:gd name="connsiteX1" fmla="*/ 0 w 223917"/>
                  <a:gd name="connsiteY1" fmla="*/ 0 h 225845"/>
                  <a:gd name="connsiteX2" fmla="*/ 58240 w 223917"/>
                  <a:gd name="connsiteY2" fmla="*/ 0 h 225845"/>
                  <a:gd name="connsiteX3" fmla="*/ 112292 w 223917"/>
                  <a:gd name="connsiteY3" fmla="*/ 90623 h 225845"/>
                  <a:gd name="connsiteX4" fmla="*/ 167296 w 223917"/>
                  <a:gd name="connsiteY4" fmla="*/ 0 h 225845"/>
                  <a:gd name="connsiteX5" fmla="*/ 223917 w 223917"/>
                  <a:gd name="connsiteY5" fmla="*/ 0 h 225845"/>
                  <a:gd name="connsiteX6" fmla="*/ 136844 w 223917"/>
                  <a:gd name="connsiteY6" fmla="*/ 135792 h 225845"/>
                  <a:gd name="connsiteX7" fmla="*/ 136844 w 223917"/>
                  <a:gd name="connsiteY7" fmla="*/ 225846 h 225845"/>
                  <a:gd name="connsiteX8" fmla="*/ 86979 w 223917"/>
                  <a:gd name="connsiteY8" fmla="*/ 225846 h 225845"/>
                  <a:gd name="connsiteX9" fmla="*/ 86979 w 223917"/>
                  <a:gd name="connsiteY9" fmla="*/ 136836 h 225845"/>
                  <a:gd name="connsiteX10" fmla="*/ 87074 w 223917"/>
                  <a:gd name="connsiteY10" fmla="*/ 136836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17" h="225845">
                    <a:moveTo>
                      <a:pt x="87074" y="136836"/>
                    </a:moveTo>
                    <a:lnTo>
                      <a:pt x="0" y="0"/>
                    </a:lnTo>
                    <a:lnTo>
                      <a:pt x="58240" y="0"/>
                    </a:lnTo>
                    <a:lnTo>
                      <a:pt x="112292" y="90623"/>
                    </a:lnTo>
                    <a:lnTo>
                      <a:pt x="167296" y="0"/>
                    </a:lnTo>
                    <a:lnTo>
                      <a:pt x="223917" y="0"/>
                    </a:lnTo>
                    <a:lnTo>
                      <a:pt x="136844" y="135792"/>
                    </a:lnTo>
                    <a:lnTo>
                      <a:pt x="136844" y="225846"/>
                    </a:lnTo>
                    <a:lnTo>
                      <a:pt x="86979" y="225846"/>
                    </a:lnTo>
                    <a:lnTo>
                      <a:pt x="86979" y="136836"/>
                    </a:lnTo>
                    <a:lnTo>
                      <a:pt x="87074" y="136836"/>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6" name="Freeform 55">
                <a:extLst>
                  <a:ext uri="{FF2B5EF4-FFF2-40B4-BE49-F238E27FC236}">
                    <a16:creationId xmlns:a16="http://schemas.microsoft.com/office/drawing/2014/main" id="{660335E8-B42B-D266-5665-E5E035661F3E}"/>
                  </a:ext>
                </a:extLst>
              </p:cNvPr>
              <p:cNvSpPr/>
              <p:nvPr/>
            </p:nvSpPr>
            <p:spPr>
              <a:xfrm>
                <a:off x="2113992" y="1278082"/>
                <a:ext cx="343727" cy="228028"/>
              </a:xfrm>
              <a:custGeom>
                <a:avLst/>
                <a:gdLst>
                  <a:gd name="connsiteX0" fmla="*/ 95 w 343727"/>
                  <a:gd name="connsiteY0" fmla="*/ 569 h 228028"/>
                  <a:gd name="connsiteX1" fmla="*/ 53481 w 343727"/>
                  <a:gd name="connsiteY1" fmla="*/ 569 h 228028"/>
                  <a:gd name="connsiteX2" fmla="*/ 100397 w 343727"/>
                  <a:gd name="connsiteY2" fmla="*/ 153537 h 228028"/>
                  <a:gd name="connsiteX3" fmla="*/ 151213 w 343727"/>
                  <a:gd name="connsiteY3" fmla="*/ 0 h 228028"/>
                  <a:gd name="connsiteX4" fmla="*/ 193941 w 343727"/>
                  <a:gd name="connsiteY4" fmla="*/ 0 h 228028"/>
                  <a:gd name="connsiteX5" fmla="*/ 244758 w 343727"/>
                  <a:gd name="connsiteY5" fmla="*/ 153537 h 228028"/>
                  <a:gd name="connsiteX6" fmla="*/ 291673 w 343727"/>
                  <a:gd name="connsiteY6" fmla="*/ 569 h 228028"/>
                  <a:gd name="connsiteX7" fmla="*/ 343727 w 343727"/>
                  <a:gd name="connsiteY7" fmla="*/ 569 h 228028"/>
                  <a:gd name="connsiteX8" fmla="*/ 266360 w 343727"/>
                  <a:gd name="connsiteY8" fmla="*/ 228028 h 228028"/>
                  <a:gd name="connsiteX9" fmla="*/ 222966 w 343727"/>
                  <a:gd name="connsiteY9" fmla="*/ 228028 h 228028"/>
                  <a:gd name="connsiteX10" fmla="*/ 171864 w 343727"/>
                  <a:gd name="connsiteY10" fmla="*/ 80280 h 228028"/>
                  <a:gd name="connsiteX11" fmla="*/ 120761 w 343727"/>
                  <a:gd name="connsiteY11" fmla="*/ 228028 h 228028"/>
                  <a:gd name="connsiteX12" fmla="*/ 77367 w 343727"/>
                  <a:gd name="connsiteY12" fmla="*/ 228028 h 228028"/>
                  <a:gd name="connsiteX13" fmla="*/ 0 w 343727"/>
                  <a:gd name="connsiteY13" fmla="*/ 569 h 228028"/>
                  <a:gd name="connsiteX14" fmla="*/ 95 w 343727"/>
                  <a:gd name="connsiteY14" fmla="*/ 569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27" h="228028">
                    <a:moveTo>
                      <a:pt x="95" y="569"/>
                    </a:moveTo>
                    <a:lnTo>
                      <a:pt x="53481" y="569"/>
                    </a:lnTo>
                    <a:lnTo>
                      <a:pt x="100397" y="153537"/>
                    </a:lnTo>
                    <a:lnTo>
                      <a:pt x="151213" y="0"/>
                    </a:lnTo>
                    <a:lnTo>
                      <a:pt x="193941" y="0"/>
                    </a:lnTo>
                    <a:lnTo>
                      <a:pt x="244758" y="153537"/>
                    </a:lnTo>
                    <a:lnTo>
                      <a:pt x="291673" y="569"/>
                    </a:lnTo>
                    <a:lnTo>
                      <a:pt x="343727" y="569"/>
                    </a:lnTo>
                    <a:lnTo>
                      <a:pt x="266360" y="228028"/>
                    </a:lnTo>
                    <a:lnTo>
                      <a:pt x="222966" y="228028"/>
                    </a:lnTo>
                    <a:lnTo>
                      <a:pt x="171864" y="80280"/>
                    </a:lnTo>
                    <a:lnTo>
                      <a:pt x="120761" y="228028"/>
                    </a:lnTo>
                    <a:lnTo>
                      <a:pt x="77367" y="228028"/>
                    </a:lnTo>
                    <a:lnTo>
                      <a:pt x="0" y="569"/>
                    </a:lnTo>
                    <a:lnTo>
                      <a:pt x="95" y="569"/>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7" name="Freeform 56">
                <a:extLst>
                  <a:ext uri="{FF2B5EF4-FFF2-40B4-BE49-F238E27FC236}">
                    <a16:creationId xmlns:a16="http://schemas.microsoft.com/office/drawing/2014/main" id="{13F0E58A-A5B1-FDC8-AC5D-C7B1D3F0F0A9}"/>
                  </a:ext>
                </a:extLst>
              </p:cNvPr>
              <p:cNvSpPr/>
              <p:nvPr/>
            </p:nvSpPr>
            <p:spPr>
              <a:xfrm>
                <a:off x="2474372" y="1278651"/>
                <a:ext cx="191657" cy="225845"/>
              </a:xfrm>
              <a:custGeom>
                <a:avLst/>
                <a:gdLst>
                  <a:gd name="connsiteX0" fmla="*/ 0 w 191657"/>
                  <a:gd name="connsiteY0" fmla="*/ 0 h 225845"/>
                  <a:gd name="connsiteX1" fmla="*/ 49865 w 191657"/>
                  <a:gd name="connsiteY1" fmla="*/ 0 h 225845"/>
                  <a:gd name="connsiteX2" fmla="*/ 49865 w 191657"/>
                  <a:gd name="connsiteY2" fmla="*/ 89389 h 225845"/>
                  <a:gd name="connsiteX3" fmla="*/ 141792 w 191657"/>
                  <a:gd name="connsiteY3" fmla="*/ 89389 h 225845"/>
                  <a:gd name="connsiteX4" fmla="*/ 141792 w 191657"/>
                  <a:gd name="connsiteY4" fmla="*/ 0 h 225845"/>
                  <a:gd name="connsiteX5" fmla="*/ 191657 w 191657"/>
                  <a:gd name="connsiteY5" fmla="*/ 0 h 225845"/>
                  <a:gd name="connsiteX6" fmla="*/ 191657 w 191657"/>
                  <a:gd name="connsiteY6" fmla="*/ 225846 h 225845"/>
                  <a:gd name="connsiteX7" fmla="*/ 141792 w 191657"/>
                  <a:gd name="connsiteY7" fmla="*/ 225846 h 225845"/>
                  <a:gd name="connsiteX8" fmla="*/ 141792 w 191657"/>
                  <a:gd name="connsiteY8" fmla="*/ 135223 h 225845"/>
                  <a:gd name="connsiteX9" fmla="*/ 49865 w 191657"/>
                  <a:gd name="connsiteY9" fmla="*/ 135223 h 225845"/>
                  <a:gd name="connsiteX10" fmla="*/ 49865 w 191657"/>
                  <a:gd name="connsiteY10" fmla="*/ 225846 h 225845"/>
                  <a:gd name="connsiteX11" fmla="*/ 0 w 191657"/>
                  <a:gd name="connsiteY11" fmla="*/ 225846 h 225845"/>
                  <a:gd name="connsiteX12" fmla="*/ 0 w 191657"/>
                  <a:gd name="connsiteY12" fmla="*/ 0 h 225845"/>
                  <a:gd name="connsiteX13" fmla="*/ 0 w 191657"/>
                  <a:gd name="connsiteY13" fmla="*/ 0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657" h="225845">
                    <a:moveTo>
                      <a:pt x="0" y="0"/>
                    </a:moveTo>
                    <a:lnTo>
                      <a:pt x="49865" y="0"/>
                    </a:lnTo>
                    <a:lnTo>
                      <a:pt x="49865" y="89389"/>
                    </a:lnTo>
                    <a:lnTo>
                      <a:pt x="141792" y="89389"/>
                    </a:lnTo>
                    <a:lnTo>
                      <a:pt x="141792" y="0"/>
                    </a:lnTo>
                    <a:lnTo>
                      <a:pt x="191657" y="0"/>
                    </a:lnTo>
                    <a:lnTo>
                      <a:pt x="191657" y="225846"/>
                    </a:lnTo>
                    <a:lnTo>
                      <a:pt x="141792" y="225846"/>
                    </a:lnTo>
                    <a:lnTo>
                      <a:pt x="141792" y="135223"/>
                    </a:lnTo>
                    <a:lnTo>
                      <a:pt x="49865" y="135223"/>
                    </a:lnTo>
                    <a:lnTo>
                      <a:pt x="49865" y="225846"/>
                    </a:lnTo>
                    <a:lnTo>
                      <a:pt x="0" y="225846"/>
                    </a:lnTo>
                    <a:lnTo>
                      <a:pt x="0" y="0"/>
                    </a:lnTo>
                    <a:lnTo>
                      <a:pt x="0" y="0"/>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8" name="Freeform 57">
                <a:extLst>
                  <a:ext uri="{FF2B5EF4-FFF2-40B4-BE49-F238E27FC236}">
                    <a16:creationId xmlns:a16="http://schemas.microsoft.com/office/drawing/2014/main" id="{E3071D97-4803-2360-24ED-49BE22405890}"/>
                  </a:ext>
                </a:extLst>
              </p:cNvPr>
              <p:cNvSpPr/>
              <p:nvPr/>
            </p:nvSpPr>
            <p:spPr>
              <a:xfrm>
                <a:off x="2705237"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59" name="Freeform 58">
                <a:extLst>
                  <a:ext uri="{FF2B5EF4-FFF2-40B4-BE49-F238E27FC236}">
                    <a16:creationId xmlns:a16="http://schemas.microsoft.com/office/drawing/2014/main" id="{5C793801-7513-9BF8-BF9A-A4AB1149F81D}"/>
                  </a:ext>
                </a:extLst>
              </p:cNvPr>
              <p:cNvSpPr/>
              <p:nvPr/>
            </p:nvSpPr>
            <p:spPr>
              <a:xfrm>
                <a:off x="2908314" y="1278651"/>
                <a:ext cx="195749" cy="225845"/>
              </a:xfrm>
              <a:custGeom>
                <a:avLst/>
                <a:gdLst>
                  <a:gd name="connsiteX0" fmla="*/ 0 w 195749"/>
                  <a:gd name="connsiteY0" fmla="*/ 0 h 225845"/>
                  <a:gd name="connsiteX1" fmla="*/ 103537 w 195749"/>
                  <a:gd name="connsiteY1" fmla="*/ 0 h 225845"/>
                  <a:gd name="connsiteX2" fmla="*/ 169579 w 195749"/>
                  <a:gd name="connsiteY2" fmla="*/ 22869 h 225845"/>
                  <a:gd name="connsiteX3" fmla="*/ 188993 w 195749"/>
                  <a:gd name="connsiteY3" fmla="*/ 74491 h 225845"/>
                  <a:gd name="connsiteX4" fmla="*/ 188993 w 195749"/>
                  <a:gd name="connsiteY4" fmla="*/ 75155 h 225845"/>
                  <a:gd name="connsiteX5" fmla="*/ 175575 w 195749"/>
                  <a:gd name="connsiteY5" fmla="*/ 119850 h 225845"/>
                  <a:gd name="connsiteX6" fmla="*/ 140460 w 195749"/>
                  <a:gd name="connsiteY6" fmla="*/ 145187 h 225845"/>
                  <a:gd name="connsiteX7" fmla="*/ 195749 w 195749"/>
                  <a:gd name="connsiteY7" fmla="*/ 225846 h 225845"/>
                  <a:gd name="connsiteX8" fmla="*/ 137510 w 195749"/>
                  <a:gd name="connsiteY8" fmla="*/ 225846 h 225845"/>
                  <a:gd name="connsiteX9" fmla="*/ 88977 w 195749"/>
                  <a:gd name="connsiteY9" fmla="*/ 153537 h 225845"/>
                  <a:gd name="connsiteX10" fmla="*/ 49865 w 195749"/>
                  <a:gd name="connsiteY10" fmla="*/ 153537 h 225845"/>
                  <a:gd name="connsiteX11" fmla="*/ 49865 w 195749"/>
                  <a:gd name="connsiteY11" fmla="*/ 225846 h 225845"/>
                  <a:gd name="connsiteX12" fmla="*/ 0 w 195749"/>
                  <a:gd name="connsiteY12" fmla="*/ 225846 h 225845"/>
                  <a:gd name="connsiteX13" fmla="*/ 0 w 195749"/>
                  <a:gd name="connsiteY13" fmla="*/ 0 h 225845"/>
                  <a:gd name="connsiteX14" fmla="*/ 0 w 195749"/>
                  <a:gd name="connsiteY14" fmla="*/ 0 h 225845"/>
                  <a:gd name="connsiteX15" fmla="*/ 100301 w 195749"/>
                  <a:gd name="connsiteY15" fmla="*/ 109697 h 225845"/>
                  <a:gd name="connsiteX16" fmla="*/ 128564 w 195749"/>
                  <a:gd name="connsiteY16" fmla="*/ 100966 h 225845"/>
                  <a:gd name="connsiteX17" fmla="*/ 138461 w 195749"/>
                  <a:gd name="connsiteY17" fmla="*/ 77718 h 225845"/>
                  <a:gd name="connsiteX18" fmla="*/ 138461 w 195749"/>
                  <a:gd name="connsiteY18" fmla="*/ 77053 h 225845"/>
                  <a:gd name="connsiteX19" fmla="*/ 128089 w 195749"/>
                  <a:gd name="connsiteY19" fmla="*/ 52856 h 225845"/>
                  <a:gd name="connsiteX20" fmla="*/ 99254 w 195749"/>
                  <a:gd name="connsiteY20" fmla="*/ 44790 h 225845"/>
                  <a:gd name="connsiteX21" fmla="*/ 49770 w 195749"/>
                  <a:gd name="connsiteY21" fmla="*/ 44790 h 225845"/>
                  <a:gd name="connsiteX22" fmla="*/ 49770 w 195749"/>
                  <a:gd name="connsiteY22" fmla="*/ 109602 h 225845"/>
                  <a:gd name="connsiteX23" fmla="*/ 100301 w 195749"/>
                  <a:gd name="connsiteY23" fmla="*/ 109602 h 22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5749" h="225845">
                    <a:moveTo>
                      <a:pt x="0" y="0"/>
                    </a:moveTo>
                    <a:lnTo>
                      <a:pt x="103537" y="0"/>
                    </a:lnTo>
                    <a:cubicBezTo>
                      <a:pt x="132181" y="0"/>
                      <a:pt x="154258" y="7591"/>
                      <a:pt x="169579" y="22869"/>
                    </a:cubicBezTo>
                    <a:cubicBezTo>
                      <a:pt x="182522" y="35775"/>
                      <a:pt x="188993" y="52950"/>
                      <a:pt x="188993" y="74491"/>
                    </a:cubicBezTo>
                    <a:lnTo>
                      <a:pt x="188993" y="75155"/>
                    </a:lnTo>
                    <a:cubicBezTo>
                      <a:pt x="188993" y="93470"/>
                      <a:pt x="184520" y="108368"/>
                      <a:pt x="175575" y="119850"/>
                    </a:cubicBezTo>
                    <a:cubicBezTo>
                      <a:pt x="166629" y="131332"/>
                      <a:pt x="154925" y="139778"/>
                      <a:pt x="140460" y="145187"/>
                    </a:cubicBezTo>
                    <a:lnTo>
                      <a:pt x="195749" y="225846"/>
                    </a:lnTo>
                    <a:lnTo>
                      <a:pt x="137510" y="225846"/>
                    </a:lnTo>
                    <a:lnTo>
                      <a:pt x="88977" y="153537"/>
                    </a:lnTo>
                    <a:lnTo>
                      <a:pt x="49865" y="153537"/>
                    </a:lnTo>
                    <a:lnTo>
                      <a:pt x="49865" y="225846"/>
                    </a:lnTo>
                    <a:lnTo>
                      <a:pt x="0" y="225846"/>
                    </a:lnTo>
                    <a:lnTo>
                      <a:pt x="0" y="0"/>
                    </a:lnTo>
                    <a:lnTo>
                      <a:pt x="0" y="0"/>
                    </a:lnTo>
                    <a:close/>
                    <a:moveTo>
                      <a:pt x="100301" y="109697"/>
                    </a:moveTo>
                    <a:cubicBezTo>
                      <a:pt x="112577" y="109697"/>
                      <a:pt x="121998" y="106755"/>
                      <a:pt x="128564" y="100966"/>
                    </a:cubicBezTo>
                    <a:cubicBezTo>
                      <a:pt x="135131" y="95178"/>
                      <a:pt x="138461" y="87397"/>
                      <a:pt x="138461" y="77718"/>
                    </a:cubicBezTo>
                    <a:lnTo>
                      <a:pt x="138461" y="77053"/>
                    </a:lnTo>
                    <a:cubicBezTo>
                      <a:pt x="138461" y="66330"/>
                      <a:pt x="135036" y="58264"/>
                      <a:pt x="128089" y="52856"/>
                    </a:cubicBezTo>
                    <a:cubicBezTo>
                      <a:pt x="121142" y="47447"/>
                      <a:pt x="111625" y="44790"/>
                      <a:pt x="99254" y="44790"/>
                    </a:cubicBezTo>
                    <a:lnTo>
                      <a:pt x="49770" y="44790"/>
                    </a:lnTo>
                    <a:lnTo>
                      <a:pt x="49770" y="109602"/>
                    </a:lnTo>
                    <a:lnTo>
                      <a:pt x="100301" y="109602"/>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sp>
            <p:nvSpPr>
              <p:cNvPr id="60" name="Freeform 59">
                <a:extLst>
                  <a:ext uri="{FF2B5EF4-FFF2-40B4-BE49-F238E27FC236}">
                    <a16:creationId xmlns:a16="http://schemas.microsoft.com/office/drawing/2014/main" id="{B46917BC-B5C1-A860-FA08-27BF08F80189}"/>
                  </a:ext>
                </a:extLst>
              </p:cNvPr>
              <p:cNvSpPr/>
              <p:nvPr/>
            </p:nvSpPr>
            <p:spPr>
              <a:xfrm>
                <a:off x="3126521" y="1278651"/>
                <a:ext cx="172148" cy="225940"/>
              </a:xfrm>
              <a:custGeom>
                <a:avLst/>
                <a:gdLst>
                  <a:gd name="connsiteX0" fmla="*/ 0 w 172148"/>
                  <a:gd name="connsiteY0" fmla="*/ 0 h 225940"/>
                  <a:gd name="connsiteX1" fmla="*/ 170531 w 172148"/>
                  <a:gd name="connsiteY1" fmla="*/ 0 h 225940"/>
                  <a:gd name="connsiteX2" fmla="*/ 170531 w 172148"/>
                  <a:gd name="connsiteY2" fmla="*/ 44220 h 225940"/>
                  <a:gd name="connsiteX3" fmla="*/ 49199 w 172148"/>
                  <a:gd name="connsiteY3" fmla="*/ 44220 h 225940"/>
                  <a:gd name="connsiteX4" fmla="*/ 49199 w 172148"/>
                  <a:gd name="connsiteY4" fmla="*/ 90054 h 225940"/>
                  <a:gd name="connsiteX5" fmla="*/ 155971 w 172148"/>
                  <a:gd name="connsiteY5" fmla="*/ 90054 h 225940"/>
                  <a:gd name="connsiteX6" fmla="*/ 155971 w 172148"/>
                  <a:gd name="connsiteY6" fmla="*/ 134274 h 225940"/>
                  <a:gd name="connsiteX7" fmla="*/ 49199 w 172148"/>
                  <a:gd name="connsiteY7" fmla="*/ 134274 h 225940"/>
                  <a:gd name="connsiteX8" fmla="*/ 49199 w 172148"/>
                  <a:gd name="connsiteY8" fmla="*/ 181721 h 225940"/>
                  <a:gd name="connsiteX9" fmla="*/ 172149 w 172148"/>
                  <a:gd name="connsiteY9" fmla="*/ 181721 h 225940"/>
                  <a:gd name="connsiteX10" fmla="*/ 172149 w 172148"/>
                  <a:gd name="connsiteY10" fmla="*/ 225941 h 225940"/>
                  <a:gd name="connsiteX11" fmla="*/ 0 w 172148"/>
                  <a:gd name="connsiteY11" fmla="*/ 225941 h 225940"/>
                  <a:gd name="connsiteX12" fmla="*/ 0 w 172148"/>
                  <a:gd name="connsiteY12" fmla="*/ 95 h 225940"/>
                  <a:gd name="connsiteX13" fmla="*/ 0 w 172148"/>
                  <a:gd name="connsiteY13" fmla="*/ 95 h 22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2148" h="225940">
                    <a:moveTo>
                      <a:pt x="0" y="0"/>
                    </a:moveTo>
                    <a:lnTo>
                      <a:pt x="170531" y="0"/>
                    </a:lnTo>
                    <a:lnTo>
                      <a:pt x="170531" y="44220"/>
                    </a:lnTo>
                    <a:lnTo>
                      <a:pt x="49199" y="44220"/>
                    </a:lnTo>
                    <a:lnTo>
                      <a:pt x="49199" y="90054"/>
                    </a:lnTo>
                    <a:lnTo>
                      <a:pt x="155971" y="90054"/>
                    </a:lnTo>
                    <a:lnTo>
                      <a:pt x="155971" y="134274"/>
                    </a:lnTo>
                    <a:lnTo>
                      <a:pt x="49199" y="134274"/>
                    </a:lnTo>
                    <a:lnTo>
                      <a:pt x="49199" y="181721"/>
                    </a:lnTo>
                    <a:lnTo>
                      <a:pt x="172149" y="181721"/>
                    </a:lnTo>
                    <a:lnTo>
                      <a:pt x="172149" y="225941"/>
                    </a:lnTo>
                    <a:lnTo>
                      <a:pt x="0" y="225941"/>
                    </a:lnTo>
                    <a:lnTo>
                      <a:pt x="0" y="95"/>
                    </a:lnTo>
                    <a:lnTo>
                      <a:pt x="0" y="95"/>
                    </a:lnTo>
                    <a:close/>
                  </a:path>
                </a:pathLst>
              </a:custGeom>
              <a:solidFill>
                <a:srgbClr val="333333"/>
              </a:solidFill>
              <a:ln w="9499" cap="flat">
                <a:noFill/>
                <a:prstDash val="solid"/>
                <a:miter/>
              </a:ln>
            </p:spPr>
            <p:txBody>
              <a:bodyPr rtlCol="0" anchor="ctr"/>
              <a:lstStyle/>
              <a:p>
                <a:endParaRPr lang="en-US" sz="2400" b="0" i="0">
                  <a:latin typeface="Museo Sans 500" panose="02000000000000000000" pitchFamily="2" charset="77"/>
                </a:endParaRPr>
              </a:p>
            </p:txBody>
          </p:sp>
        </p:grpSp>
      </p:grpSp>
      <p:sp>
        <p:nvSpPr>
          <p:cNvPr id="65" name="Text Placeholder 18">
            <a:extLst>
              <a:ext uri="{FF2B5EF4-FFF2-40B4-BE49-F238E27FC236}">
                <a16:creationId xmlns:a16="http://schemas.microsoft.com/office/drawing/2014/main" id="{300EA33A-9F14-B6B7-7C39-A1611A1706F1}"/>
              </a:ext>
            </a:extLst>
          </p:cNvPr>
          <p:cNvSpPr>
            <a:spLocks noGrp="1"/>
          </p:cNvSpPr>
          <p:nvPr>
            <p:ph type="body" sz="quarter" idx="38" hasCustomPrompt="1"/>
          </p:nvPr>
        </p:nvSpPr>
        <p:spPr>
          <a:xfrm>
            <a:off x="408000" y="936001"/>
            <a:ext cx="5280000" cy="962247"/>
          </a:xfrm>
        </p:spPr>
        <p:txBody>
          <a:bodyPr lIns="0" tIns="0" rIns="0" bIns="0">
            <a:noAutofit/>
          </a:bodyPr>
          <a:lstStyle>
            <a:lvl1pPr marL="0" indent="0">
              <a:lnSpc>
                <a:spcPct val="100000"/>
              </a:lnSpc>
              <a:buFontTx/>
              <a:buNone/>
              <a:defRPr sz="5333" b="1" i="0">
                <a:solidFill>
                  <a:srgbClr val="333333"/>
                </a:solidFill>
                <a:latin typeface="Museo Sans 900" panose="02000000000000000000" pitchFamily="2" charset="77"/>
              </a:defRPr>
            </a:lvl1pPr>
            <a:lvl2pPr marL="457189" indent="0">
              <a:buFontTx/>
              <a:buNone/>
              <a:defRPr b="1" i="0">
                <a:solidFill>
                  <a:srgbClr val="333333"/>
                </a:solidFill>
                <a:latin typeface="Museo Sans 900" panose="02000000000000000000" pitchFamily="2" charset="77"/>
              </a:defRPr>
            </a:lvl2pPr>
            <a:lvl3pPr marL="914377" indent="0">
              <a:buFontTx/>
              <a:buNone/>
              <a:defRPr b="1" i="0">
                <a:solidFill>
                  <a:srgbClr val="333333"/>
                </a:solidFill>
                <a:latin typeface="Museo Sans 900" panose="02000000000000000000" pitchFamily="2" charset="77"/>
              </a:defRPr>
            </a:lvl3pPr>
            <a:lvl4pPr marL="1371566" indent="0">
              <a:buFontTx/>
              <a:buNone/>
              <a:defRPr b="1" i="0">
                <a:solidFill>
                  <a:srgbClr val="333333"/>
                </a:solidFill>
                <a:latin typeface="Museo Sans 900" panose="02000000000000000000" pitchFamily="2" charset="77"/>
              </a:defRPr>
            </a:lvl4pPr>
            <a:lvl5pPr marL="1828754" indent="0">
              <a:buFontTx/>
              <a:buNone/>
              <a:defRPr b="1" i="0">
                <a:solidFill>
                  <a:srgbClr val="333333"/>
                </a:solidFill>
                <a:latin typeface="Museo Sans 900" panose="02000000000000000000" pitchFamily="2" charset="77"/>
              </a:defRPr>
            </a:lvl5pPr>
          </a:lstStyle>
          <a:p>
            <a:pPr lvl="0"/>
            <a:r>
              <a:rPr lang="en-GB"/>
              <a:t>Thank you</a:t>
            </a:r>
          </a:p>
        </p:txBody>
      </p:sp>
      <p:sp>
        <p:nvSpPr>
          <p:cNvPr id="66" name="Text Placeholder 24">
            <a:extLst>
              <a:ext uri="{FF2B5EF4-FFF2-40B4-BE49-F238E27FC236}">
                <a16:creationId xmlns:a16="http://schemas.microsoft.com/office/drawing/2014/main" id="{10292298-FDE5-811F-3C20-96A7207B3A47}"/>
              </a:ext>
            </a:extLst>
          </p:cNvPr>
          <p:cNvSpPr>
            <a:spLocks noGrp="1"/>
          </p:cNvSpPr>
          <p:nvPr>
            <p:ph type="body" sz="quarter" idx="26" hasCustomPrompt="1"/>
          </p:nvPr>
        </p:nvSpPr>
        <p:spPr>
          <a:xfrm>
            <a:off x="408000" y="1892829"/>
            <a:ext cx="5280000" cy="480000"/>
          </a:xfrm>
        </p:spPr>
        <p:txBody>
          <a:bodyPr lIns="0" tIns="0" rIns="0" bIns="0">
            <a:noAutofit/>
          </a:bodyPr>
          <a:lstStyle>
            <a:lvl1pPr marL="0" indent="0">
              <a:lnSpc>
                <a:spcPts val="1867"/>
              </a:lnSpc>
              <a:buFontTx/>
              <a:buNone/>
              <a:defRPr sz="1600" b="0" i="0">
                <a:solidFill>
                  <a:schemeClr val="accent2"/>
                </a:solidFill>
                <a:latin typeface="Museo Sans 500" panose="02000000000000000000" pitchFamily="2" charset="77"/>
              </a:defRPr>
            </a:lvl1pPr>
            <a:lvl2pPr marL="241294" indent="-230712">
              <a:lnSpc>
                <a:spcPts val="1867"/>
              </a:lnSpc>
              <a:tabLst/>
              <a:defRPr sz="1200" b="0" i="0">
                <a:solidFill>
                  <a:srgbClr val="333333"/>
                </a:solidFill>
                <a:latin typeface="Museo Sans 500" panose="02000000000000000000" pitchFamily="2" charset="77"/>
              </a:defRPr>
            </a:lvl2pPr>
            <a:lvl3pPr marL="241294" indent="-230712">
              <a:lnSpc>
                <a:spcPts val="1867"/>
              </a:lnSpc>
              <a:tabLst/>
              <a:defRPr sz="1200" b="0" i="0">
                <a:solidFill>
                  <a:srgbClr val="333333"/>
                </a:solidFill>
                <a:latin typeface="Museo Sans 500" panose="02000000000000000000" pitchFamily="2" charset="77"/>
              </a:defRPr>
            </a:lvl3pPr>
            <a:lvl4pPr marL="241294" indent="-230712">
              <a:lnSpc>
                <a:spcPts val="1867"/>
              </a:lnSpc>
              <a:tabLst/>
              <a:defRPr sz="1200" b="0" i="0">
                <a:solidFill>
                  <a:srgbClr val="333333"/>
                </a:solidFill>
                <a:latin typeface="Museo Sans 500" panose="02000000000000000000" pitchFamily="2" charset="77"/>
              </a:defRPr>
            </a:lvl4pPr>
            <a:lvl5pPr marL="10582" indent="0">
              <a:lnSpc>
                <a:spcPts val="1867"/>
              </a:lnSpc>
              <a:buFontTx/>
              <a:buNone/>
              <a:tabLst/>
              <a:defRPr sz="1200" b="1" i="0">
                <a:solidFill>
                  <a:srgbClr val="333333"/>
                </a:solidFill>
                <a:latin typeface="Museo Sans 900" panose="02000000000000000000" pitchFamily="2" charset="77"/>
              </a:defRPr>
            </a:lvl5pPr>
          </a:lstStyle>
          <a:p>
            <a:pPr lvl="0"/>
            <a:r>
              <a:rPr lang="en-GB"/>
              <a:t>Subtitle</a:t>
            </a:r>
          </a:p>
        </p:txBody>
      </p:sp>
      <p:sp>
        <p:nvSpPr>
          <p:cNvPr id="6" name="TextBox 5">
            <a:extLst>
              <a:ext uri="{FF2B5EF4-FFF2-40B4-BE49-F238E27FC236}">
                <a16:creationId xmlns:a16="http://schemas.microsoft.com/office/drawing/2014/main" id="{5932A37C-2369-2029-8145-CCEE26AF6391}"/>
              </a:ext>
            </a:extLst>
          </p:cNvPr>
          <p:cNvSpPr txBox="1"/>
          <p:nvPr userDrawn="1"/>
        </p:nvSpPr>
        <p:spPr>
          <a:xfrm>
            <a:off x="464753" y="410216"/>
            <a:ext cx="845103" cy="200055"/>
          </a:xfrm>
          <a:prstGeom prst="rect">
            <a:avLst/>
          </a:prstGeom>
          <a:noFill/>
        </p:spPr>
        <p:txBody>
          <a:bodyPr wrap="none" rtlCol="0">
            <a:spAutoFit/>
          </a:bodyPr>
          <a:lstStyle/>
          <a:p>
            <a:r>
              <a:rPr lang="en-US" sz="700">
                <a:solidFill>
                  <a:schemeClr val="bg1"/>
                </a:solidFill>
              </a:rPr>
              <a:t>PRESENTATION</a:t>
            </a:r>
          </a:p>
        </p:txBody>
      </p:sp>
      <p:sp>
        <p:nvSpPr>
          <p:cNvPr id="8" name="TextBox 7">
            <a:extLst>
              <a:ext uri="{FF2B5EF4-FFF2-40B4-BE49-F238E27FC236}">
                <a16:creationId xmlns:a16="http://schemas.microsoft.com/office/drawing/2014/main" id="{2E681449-3CB2-E800-ECB8-F01098E556B3}"/>
              </a:ext>
            </a:extLst>
          </p:cNvPr>
          <p:cNvSpPr txBox="1"/>
          <p:nvPr userDrawn="1"/>
        </p:nvSpPr>
        <p:spPr>
          <a:xfrm>
            <a:off x="1515166" y="410216"/>
            <a:ext cx="1749197" cy="200055"/>
          </a:xfrm>
          <a:prstGeom prst="rect">
            <a:avLst/>
          </a:prstGeom>
          <a:noFill/>
        </p:spPr>
        <p:txBody>
          <a:bodyPr wrap="none" rtlCol="0">
            <a:spAutoFit/>
          </a:bodyPr>
          <a:lstStyle/>
          <a:p>
            <a:r>
              <a:rPr lang="en-US" sz="700"/>
              <a:t>Automation </a:t>
            </a:r>
            <a:r>
              <a:rPr lang="en-US" sz="700" err="1"/>
              <a:t>Anywhere’s</a:t>
            </a:r>
            <a:r>
              <a:rPr lang="en-US" sz="700"/>
              <a:t> APA Platform</a:t>
            </a:r>
          </a:p>
        </p:txBody>
      </p:sp>
    </p:spTree>
    <p:extLst>
      <p:ext uri="{BB962C8B-B14F-4D97-AF65-F5344CB8AC3E}">
        <p14:creationId xmlns:p14="http://schemas.microsoft.com/office/powerpoint/2010/main" val="90984552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slideLayout" Target="../slideLayouts/slideLayout53.xml"/><Relationship Id="rId26" Type="http://schemas.openxmlformats.org/officeDocument/2006/relationships/slideLayout" Target="../slideLayouts/slideLayout61.xml"/><Relationship Id="rId3" Type="http://schemas.openxmlformats.org/officeDocument/2006/relationships/slideLayout" Target="../slideLayouts/slideLayout38.xml"/><Relationship Id="rId21" Type="http://schemas.openxmlformats.org/officeDocument/2006/relationships/slideLayout" Target="../slideLayouts/slideLayout56.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5" Type="http://schemas.openxmlformats.org/officeDocument/2006/relationships/slideLayout" Target="../slideLayouts/slideLayout60.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20" Type="http://schemas.openxmlformats.org/officeDocument/2006/relationships/slideLayout" Target="../slideLayouts/slideLayout55.xml"/><Relationship Id="rId29" Type="http://schemas.openxmlformats.org/officeDocument/2006/relationships/slideLayout" Target="../slideLayouts/slideLayout64.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24" Type="http://schemas.openxmlformats.org/officeDocument/2006/relationships/slideLayout" Target="../slideLayouts/slideLayout59.xml"/><Relationship Id="rId32" Type="http://schemas.openxmlformats.org/officeDocument/2006/relationships/image" Target="../media/image1.svg"/><Relationship Id="rId5" Type="http://schemas.openxmlformats.org/officeDocument/2006/relationships/slideLayout" Target="../slideLayouts/slideLayout40.xml"/><Relationship Id="rId15" Type="http://schemas.openxmlformats.org/officeDocument/2006/relationships/slideLayout" Target="../slideLayouts/slideLayout50.xml"/><Relationship Id="rId23" Type="http://schemas.openxmlformats.org/officeDocument/2006/relationships/slideLayout" Target="../slideLayouts/slideLayout58.xml"/><Relationship Id="rId28" Type="http://schemas.openxmlformats.org/officeDocument/2006/relationships/slideLayout" Target="../slideLayouts/slideLayout63.xml"/><Relationship Id="rId10" Type="http://schemas.openxmlformats.org/officeDocument/2006/relationships/slideLayout" Target="../slideLayouts/slideLayout45.xml"/><Relationship Id="rId19" Type="http://schemas.openxmlformats.org/officeDocument/2006/relationships/slideLayout" Target="../slideLayouts/slideLayout54.xml"/><Relationship Id="rId31" Type="http://schemas.openxmlformats.org/officeDocument/2006/relationships/tags" Target="../tags/tag21.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 Id="rId22" Type="http://schemas.openxmlformats.org/officeDocument/2006/relationships/slideLayout" Target="../slideLayouts/slideLayout57.xml"/><Relationship Id="rId27" Type="http://schemas.openxmlformats.org/officeDocument/2006/relationships/slideLayout" Target="../slideLayouts/slideLayout62.xml"/><Relationship Id="rId3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02168" y="404283"/>
            <a:ext cx="11383433" cy="717551"/>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02168" y="1121834"/>
            <a:ext cx="11383433" cy="477096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endParaRPr lang="en-US"/>
          </a:p>
        </p:txBody>
      </p:sp>
      <p:sp>
        <p:nvSpPr>
          <p:cNvPr id="4" name="Date Placeholder 3"/>
          <p:cNvSpPr>
            <a:spLocks noGrp="1"/>
          </p:cNvSpPr>
          <p:nvPr>
            <p:ph type="dt" sz="half" idx="2"/>
          </p:nvPr>
        </p:nvSpPr>
        <p:spPr>
          <a:xfrm>
            <a:off x="402167" y="6088592"/>
            <a:ext cx="2717800" cy="365125"/>
          </a:xfrm>
          <a:prstGeom prst="rect">
            <a:avLst/>
          </a:prstGeom>
        </p:spPr>
        <p:txBody>
          <a:bodyPr vert="horz" lIns="91440" tIns="45720" rIns="91440" bIns="45720" rtlCol="0" anchor="ctr"/>
          <a:lstStyle>
            <a:lvl1pPr algn="l">
              <a:defRPr sz="1067" b="0" i="0">
                <a:solidFill>
                  <a:srgbClr val="333333"/>
                </a:solidFill>
                <a:latin typeface="Museo Sans 500" panose="02000000000000000000" pitchFamily="2" charset="77"/>
              </a:defRPr>
            </a:lvl1pPr>
          </a:lstStyle>
          <a:p>
            <a:endParaRPr lang="en-US"/>
          </a:p>
        </p:txBody>
      </p:sp>
      <p:sp>
        <p:nvSpPr>
          <p:cNvPr id="5" name="Footer Placeholder 4"/>
          <p:cNvSpPr>
            <a:spLocks noGrp="1"/>
          </p:cNvSpPr>
          <p:nvPr>
            <p:ph type="ftr" sz="quarter" idx="3"/>
          </p:nvPr>
        </p:nvSpPr>
        <p:spPr>
          <a:xfrm>
            <a:off x="3293534" y="6088592"/>
            <a:ext cx="5604932" cy="365125"/>
          </a:xfrm>
          <a:prstGeom prst="rect">
            <a:avLst/>
          </a:prstGeom>
        </p:spPr>
        <p:txBody>
          <a:bodyPr vert="horz" lIns="91440" tIns="45720" rIns="91440" bIns="45720" rtlCol="0" anchor="ctr"/>
          <a:lstStyle>
            <a:lvl1pPr algn="ctr">
              <a:defRPr sz="1067" b="0" i="0">
                <a:solidFill>
                  <a:srgbClr val="333333"/>
                </a:solidFill>
                <a:latin typeface="Museo Sans 500" panose="02000000000000000000" pitchFamily="2" charset="77"/>
              </a:defRPr>
            </a:lvl1pPr>
          </a:lstStyle>
          <a:p>
            <a:endParaRPr lang="en-US"/>
          </a:p>
        </p:txBody>
      </p:sp>
      <p:sp>
        <p:nvSpPr>
          <p:cNvPr id="6" name="Slide Number Placeholder 5"/>
          <p:cNvSpPr>
            <a:spLocks noGrp="1"/>
          </p:cNvSpPr>
          <p:nvPr>
            <p:ph type="sldNum" sz="quarter" idx="4"/>
          </p:nvPr>
        </p:nvSpPr>
        <p:spPr>
          <a:xfrm>
            <a:off x="9072033" y="6088592"/>
            <a:ext cx="2713567" cy="365125"/>
          </a:xfrm>
          <a:prstGeom prst="rect">
            <a:avLst/>
          </a:prstGeom>
        </p:spPr>
        <p:txBody>
          <a:bodyPr vert="horz" lIns="91440" tIns="45720" rIns="91440" bIns="45720" rtlCol="0" anchor="ctr"/>
          <a:lstStyle>
            <a:lvl1pPr algn="r">
              <a:defRPr sz="1067" b="0" i="0">
                <a:solidFill>
                  <a:srgbClr val="333333"/>
                </a:solidFill>
                <a:latin typeface="Museo Sans 500" panose="02000000000000000000" pitchFamily="2" charset="77"/>
              </a:defRPr>
            </a:lvl1pPr>
          </a:lstStyle>
          <a:p>
            <a:fld id="{837EA21B-C1CD-FF4F-B5B3-C7F194F4D1C4}" type="slidenum">
              <a:rPr lang="en-US" smtClean="0"/>
              <a:pPr/>
              <a:t>‹#›</a:t>
            </a:fld>
            <a:endParaRPr lang="en-US"/>
          </a:p>
        </p:txBody>
      </p:sp>
      <p:pic>
        <p:nvPicPr>
          <p:cNvPr id="14" name="Graphic 13">
            <a:extLst>
              <a:ext uri="{FF2B5EF4-FFF2-40B4-BE49-F238E27FC236}">
                <a16:creationId xmlns:a16="http://schemas.microsoft.com/office/drawing/2014/main" id="{647C7634-F5F9-DF6D-744A-F6D7C68A8679}"/>
              </a:ext>
            </a:extLst>
          </p:cNvPr>
          <p:cNvPicPr>
            <a:picLocks noChangeAspect="1"/>
          </p:cNvPicPr>
          <p:nvPr userDrawn="1"/>
        </p:nvPicPr>
        <p:blipFill>
          <a:blip>
            <a:extLst>
              <a:ext uri="{96DAC541-7B7A-43D3-8B79-37D633B846F1}">
                <asvg:svgBlip xmlns:asvg="http://schemas.microsoft.com/office/drawing/2016/SVG/main" r:embed="rId38"/>
              </a:ext>
            </a:extLst>
          </a:blip>
          <a:stretch>
            <a:fillRect/>
          </a:stretch>
        </p:blipFill>
        <p:spPr>
          <a:xfrm>
            <a:off x="0" y="1"/>
            <a:ext cx="12192000" cy="25399"/>
          </a:xfrm>
          <a:prstGeom prst="rect">
            <a:avLst/>
          </a:prstGeom>
        </p:spPr>
      </p:pic>
    </p:spTree>
    <p:custDataLst>
      <p:tags r:id="rId37"/>
    </p:custDataLst>
    <p:extLst>
      <p:ext uri="{BB962C8B-B14F-4D97-AF65-F5344CB8AC3E}">
        <p14:creationId xmlns:p14="http://schemas.microsoft.com/office/powerpoint/2010/main" val="1863401209"/>
      </p:ext>
    </p:extLst>
  </p:cSld>
  <p:clrMap bg1="lt1" tx1="dk1" bg2="lt2" tx2="dk2" accent1="accent1" accent2="accent2" accent3="accent3" accent4="accent4" accent5="accent5" accent6="accent6" hlink="hlink" folHlink="folHlink"/>
  <p:sldLayoutIdLst>
    <p:sldLayoutId id="2147483907" r:id="rId1"/>
    <p:sldLayoutId id="2147483908" r:id="rId2"/>
    <p:sldLayoutId id="2147483974" r:id="rId3"/>
    <p:sldLayoutId id="2147483968" r:id="rId4"/>
    <p:sldLayoutId id="2147483909" r:id="rId5"/>
    <p:sldLayoutId id="2147483910" r:id="rId6"/>
    <p:sldLayoutId id="2147483911" r:id="rId7"/>
    <p:sldLayoutId id="2147483912" r:id="rId8"/>
    <p:sldLayoutId id="2147483913" r:id="rId9"/>
    <p:sldLayoutId id="2147483914" r:id="rId10"/>
    <p:sldLayoutId id="2147483915" r:id="rId11"/>
    <p:sldLayoutId id="2147483916" r:id="rId12"/>
    <p:sldLayoutId id="2147483917" r:id="rId13"/>
    <p:sldLayoutId id="2147483918" r:id="rId14"/>
    <p:sldLayoutId id="2147483920" r:id="rId15"/>
    <p:sldLayoutId id="2147483921" r:id="rId16"/>
    <p:sldLayoutId id="2147483919" r:id="rId17"/>
    <p:sldLayoutId id="2147483922" r:id="rId18"/>
    <p:sldLayoutId id="2147483923" r:id="rId19"/>
    <p:sldLayoutId id="2147483924" r:id="rId20"/>
    <p:sldLayoutId id="2147483975" r:id="rId21"/>
    <p:sldLayoutId id="2147483976" r:id="rId22"/>
    <p:sldLayoutId id="2147483977" r:id="rId23"/>
    <p:sldLayoutId id="2147483925" r:id="rId24"/>
    <p:sldLayoutId id="2147483926" r:id="rId25"/>
    <p:sldLayoutId id="2147483927" r:id="rId26"/>
    <p:sldLayoutId id="2147483928" r:id="rId27"/>
    <p:sldLayoutId id="2147483929" r:id="rId28"/>
    <p:sldLayoutId id="2147483978" r:id="rId29"/>
    <p:sldLayoutId id="2147483930" r:id="rId30"/>
    <p:sldLayoutId id="2147483931" r:id="rId31"/>
    <p:sldLayoutId id="2147483935" r:id="rId32"/>
    <p:sldLayoutId id="2147483932" r:id="rId33"/>
    <p:sldLayoutId id="2147483933" r:id="rId34"/>
    <p:sldLayoutId id="2147483934" r:id="rId35"/>
  </p:sldLayoutIdLst>
  <p:hf hdr="0" ftr="0" dt="0"/>
  <p:txStyles>
    <p:titleStyle>
      <a:lvl1pPr algn="l" defTabSz="914377" rtl="0" eaLnBrk="1" latinLnBrk="0" hangingPunct="1">
        <a:lnSpc>
          <a:spcPct val="90000"/>
        </a:lnSpc>
        <a:spcBef>
          <a:spcPct val="0"/>
        </a:spcBef>
        <a:buNone/>
        <a:defRPr sz="4267" b="0" i="0" kern="1200">
          <a:solidFill>
            <a:srgbClr val="333333"/>
          </a:solidFill>
          <a:latin typeface="Museo Sans 500" panose="02000000000000000000" pitchFamily="2" charset="77"/>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3200" b="0" i="0" kern="1200">
          <a:solidFill>
            <a:srgbClr val="333333"/>
          </a:solidFill>
          <a:latin typeface="Museo Sans 500" panose="02000000000000000000" pitchFamily="2" charset="77"/>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133" b="0" i="0" kern="1200">
          <a:solidFill>
            <a:srgbClr val="333333"/>
          </a:solidFill>
          <a:latin typeface="Museo Sans 500" panose="02000000000000000000" pitchFamily="2" charset="77"/>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1600" b="0" i="0" kern="1200">
          <a:solidFill>
            <a:srgbClr val="333333"/>
          </a:solidFill>
          <a:latin typeface="Museo Sans 500" panose="02000000000000000000" pitchFamily="2" charset="77"/>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b="0" i="0" kern="1200">
          <a:solidFill>
            <a:srgbClr val="333333"/>
          </a:solidFill>
          <a:latin typeface="Museo Sans 500" panose="02000000000000000000" pitchFamily="2" charset="77"/>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b="0" i="0" kern="1200">
          <a:solidFill>
            <a:srgbClr val="333333"/>
          </a:solidFill>
          <a:latin typeface="Museo Sans 500" panose="02000000000000000000"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9">
          <p15:clr>
            <a:srgbClr val="F26B43"/>
          </p15:clr>
        </p15:guide>
        <p15:guide id="2" pos="5567">
          <p15:clr>
            <a:srgbClr val="F26B43"/>
          </p15:clr>
        </p15:guide>
        <p15:guide id="3" orient="horz" pos="189">
          <p15:clr>
            <a:srgbClr val="F26B43"/>
          </p15:clr>
        </p15:guide>
        <p15:guide id="4" orient="horz" pos="530">
          <p15:clr>
            <a:srgbClr val="F26B43"/>
          </p15:clr>
        </p15:guide>
        <p15:guide id="5" orient="horz" pos="2788">
          <p15:clr>
            <a:srgbClr val="F26B43"/>
          </p15:clr>
        </p15:guide>
        <p15:guide id="6" orient="horz" pos="304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02168" y="404283"/>
            <a:ext cx="11383433" cy="717551"/>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02168" y="1121834"/>
            <a:ext cx="11383433" cy="477096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endParaRPr lang="en-US"/>
          </a:p>
        </p:txBody>
      </p:sp>
      <p:sp>
        <p:nvSpPr>
          <p:cNvPr id="4" name="Date Placeholder 3"/>
          <p:cNvSpPr>
            <a:spLocks noGrp="1"/>
          </p:cNvSpPr>
          <p:nvPr>
            <p:ph type="dt" sz="half" idx="2"/>
          </p:nvPr>
        </p:nvSpPr>
        <p:spPr>
          <a:xfrm>
            <a:off x="402167" y="6088592"/>
            <a:ext cx="2717800" cy="365125"/>
          </a:xfrm>
          <a:prstGeom prst="rect">
            <a:avLst/>
          </a:prstGeom>
        </p:spPr>
        <p:txBody>
          <a:bodyPr vert="horz" lIns="91440" tIns="45720" rIns="91440" bIns="45720" rtlCol="0" anchor="ctr"/>
          <a:lstStyle>
            <a:lvl1pPr algn="l">
              <a:defRPr sz="1067" b="0" i="0">
                <a:solidFill>
                  <a:srgbClr val="333333"/>
                </a:solidFill>
                <a:latin typeface="Museo Sans 500" panose="02000000000000000000" pitchFamily="2" charset="77"/>
              </a:defRPr>
            </a:lvl1pPr>
          </a:lstStyle>
          <a:p>
            <a:endParaRPr lang="en-US"/>
          </a:p>
        </p:txBody>
      </p:sp>
      <p:sp>
        <p:nvSpPr>
          <p:cNvPr id="5" name="Footer Placeholder 4"/>
          <p:cNvSpPr>
            <a:spLocks noGrp="1"/>
          </p:cNvSpPr>
          <p:nvPr>
            <p:ph type="ftr" sz="quarter" idx="3"/>
          </p:nvPr>
        </p:nvSpPr>
        <p:spPr>
          <a:xfrm>
            <a:off x="3293534" y="6088592"/>
            <a:ext cx="5604932" cy="365125"/>
          </a:xfrm>
          <a:prstGeom prst="rect">
            <a:avLst/>
          </a:prstGeom>
        </p:spPr>
        <p:txBody>
          <a:bodyPr vert="horz" lIns="91440" tIns="45720" rIns="91440" bIns="45720" rtlCol="0" anchor="ctr"/>
          <a:lstStyle>
            <a:lvl1pPr algn="ctr">
              <a:defRPr sz="1067" b="0" i="0">
                <a:solidFill>
                  <a:srgbClr val="333333"/>
                </a:solidFill>
                <a:latin typeface="Museo Sans 500" panose="02000000000000000000" pitchFamily="2" charset="77"/>
              </a:defRPr>
            </a:lvl1pPr>
          </a:lstStyle>
          <a:p>
            <a:endParaRPr lang="en-US"/>
          </a:p>
        </p:txBody>
      </p:sp>
      <p:sp>
        <p:nvSpPr>
          <p:cNvPr id="6" name="Slide Number Placeholder 5"/>
          <p:cNvSpPr>
            <a:spLocks noGrp="1"/>
          </p:cNvSpPr>
          <p:nvPr>
            <p:ph type="sldNum" sz="quarter" idx="4"/>
          </p:nvPr>
        </p:nvSpPr>
        <p:spPr>
          <a:xfrm>
            <a:off x="9072033" y="6088592"/>
            <a:ext cx="2713567" cy="365125"/>
          </a:xfrm>
          <a:prstGeom prst="rect">
            <a:avLst/>
          </a:prstGeom>
        </p:spPr>
        <p:txBody>
          <a:bodyPr vert="horz" lIns="91440" tIns="45720" rIns="91440" bIns="45720" rtlCol="0" anchor="ctr"/>
          <a:lstStyle>
            <a:lvl1pPr algn="r">
              <a:defRPr sz="1067" b="0" i="0">
                <a:solidFill>
                  <a:srgbClr val="333333"/>
                </a:solidFill>
                <a:latin typeface="Museo Sans 500" panose="02000000000000000000" pitchFamily="2" charset="77"/>
              </a:defRPr>
            </a:lvl1pPr>
          </a:lstStyle>
          <a:p>
            <a:fld id="{837EA21B-C1CD-FF4F-B5B3-C7F194F4D1C4}" type="slidenum">
              <a:rPr lang="en-US" smtClean="0"/>
              <a:pPr/>
              <a:t>‹#›</a:t>
            </a:fld>
            <a:endParaRPr lang="en-US"/>
          </a:p>
        </p:txBody>
      </p:sp>
      <p:pic>
        <p:nvPicPr>
          <p:cNvPr id="14" name="Graphic 13">
            <a:extLst>
              <a:ext uri="{FF2B5EF4-FFF2-40B4-BE49-F238E27FC236}">
                <a16:creationId xmlns:a16="http://schemas.microsoft.com/office/drawing/2014/main" id="{647C7634-F5F9-DF6D-744A-F6D7C68A8679}"/>
              </a:ext>
            </a:extLst>
          </p:cNvPr>
          <p:cNvPicPr>
            <a:picLocks noChangeAspect="1"/>
          </p:cNvPicPr>
          <p:nvPr userDrawn="1"/>
        </p:nvPicPr>
        <p:blipFill>
          <a:blip>
            <a:extLst>
              <a:ext uri="{96DAC541-7B7A-43D3-8B79-37D633B846F1}">
                <asvg:svgBlip xmlns:asvg="http://schemas.microsoft.com/office/drawing/2016/SVG/main" r:embed="rId32"/>
              </a:ext>
            </a:extLst>
          </a:blip>
          <a:stretch>
            <a:fillRect/>
          </a:stretch>
        </p:blipFill>
        <p:spPr>
          <a:xfrm>
            <a:off x="0" y="1"/>
            <a:ext cx="12192000" cy="25399"/>
          </a:xfrm>
          <a:prstGeom prst="rect">
            <a:avLst/>
          </a:prstGeom>
        </p:spPr>
      </p:pic>
    </p:spTree>
    <p:custDataLst>
      <p:tags r:id="rId31"/>
    </p:custDataLst>
    <p:extLst>
      <p:ext uri="{BB962C8B-B14F-4D97-AF65-F5344CB8AC3E}">
        <p14:creationId xmlns:p14="http://schemas.microsoft.com/office/powerpoint/2010/main" val="3234437797"/>
      </p:ext>
    </p:extLst>
  </p:cSld>
  <p:clrMap bg1="lt1" tx1="dk1" bg2="lt2" tx2="dk2" accent1="accent1" accent2="accent2" accent3="accent3" accent4="accent4" accent5="accent5" accent6="accent6" hlink="hlink" folHlink="folHlink"/>
  <p:sldLayoutIdLst>
    <p:sldLayoutId id="2147483939" r:id="rId1"/>
    <p:sldLayoutId id="2147483940" r:id="rId2"/>
    <p:sldLayoutId id="2147483941" r:id="rId3"/>
    <p:sldLayoutId id="2147483942" r:id="rId4"/>
    <p:sldLayoutId id="2147483943" r:id="rId5"/>
    <p:sldLayoutId id="2147483944" r:id="rId6"/>
    <p:sldLayoutId id="2147483945" r:id="rId7"/>
    <p:sldLayoutId id="2147483946" r:id="rId8"/>
    <p:sldLayoutId id="2147483947" r:id="rId9"/>
    <p:sldLayoutId id="2147483948" r:id="rId10"/>
    <p:sldLayoutId id="2147483949" r:id="rId11"/>
    <p:sldLayoutId id="2147483950" r:id="rId12"/>
    <p:sldLayoutId id="2147483951" r:id="rId13"/>
    <p:sldLayoutId id="2147483952" r:id="rId14"/>
    <p:sldLayoutId id="2147483953" r:id="rId15"/>
    <p:sldLayoutId id="2147483954" r:id="rId16"/>
    <p:sldLayoutId id="2147483955" r:id="rId17"/>
    <p:sldLayoutId id="2147483956" r:id="rId18"/>
    <p:sldLayoutId id="2147483957" r:id="rId19"/>
    <p:sldLayoutId id="2147483958" r:id="rId20"/>
    <p:sldLayoutId id="2147483959" r:id="rId21"/>
    <p:sldLayoutId id="2147483960" r:id="rId22"/>
    <p:sldLayoutId id="2147483961" r:id="rId23"/>
    <p:sldLayoutId id="2147483962" r:id="rId24"/>
    <p:sldLayoutId id="2147483963" r:id="rId25"/>
    <p:sldLayoutId id="2147483964" r:id="rId26"/>
    <p:sldLayoutId id="2147483965" r:id="rId27"/>
    <p:sldLayoutId id="2147483966" r:id="rId28"/>
    <p:sldLayoutId id="2147483967" r:id="rId29"/>
  </p:sldLayoutIdLst>
  <p:hf hdr="0" ftr="0" dt="0"/>
  <p:txStyles>
    <p:titleStyle>
      <a:lvl1pPr algn="l" defTabSz="914377" rtl="0" eaLnBrk="1" latinLnBrk="0" hangingPunct="1">
        <a:lnSpc>
          <a:spcPct val="90000"/>
        </a:lnSpc>
        <a:spcBef>
          <a:spcPct val="0"/>
        </a:spcBef>
        <a:buNone/>
        <a:defRPr sz="4267" b="0" i="0" kern="1200">
          <a:solidFill>
            <a:srgbClr val="333333"/>
          </a:solidFill>
          <a:latin typeface="Museo Sans 500" panose="02000000000000000000" pitchFamily="2" charset="77"/>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3200" b="0" i="0" kern="1200">
          <a:solidFill>
            <a:srgbClr val="333333"/>
          </a:solidFill>
          <a:latin typeface="Museo Sans 500" panose="02000000000000000000" pitchFamily="2" charset="77"/>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133" b="0" i="0" kern="1200">
          <a:solidFill>
            <a:srgbClr val="333333"/>
          </a:solidFill>
          <a:latin typeface="Museo Sans 500" panose="02000000000000000000" pitchFamily="2" charset="77"/>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1600" b="0" i="0" kern="1200">
          <a:solidFill>
            <a:srgbClr val="333333"/>
          </a:solidFill>
          <a:latin typeface="Museo Sans 500" panose="02000000000000000000" pitchFamily="2" charset="77"/>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b="0" i="0" kern="1200">
          <a:solidFill>
            <a:srgbClr val="333333"/>
          </a:solidFill>
          <a:latin typeface="Museo Sans 500" panose="02000000000000000000" pitchFamily="2" charset="77"/>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b="0" i="0" kern="1200">
          <a:solidFill>
            <a:srgbClr val="333333"/>
          </a:solidFill>
          <a:latin typeface="Museo Sans 500" panose="02000000000000000000"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9">
          <p15:clr>
            <a:srgbClr val="F26B43"/>
          </p15:clr>
        </p15:guide>
        <p15:guide id="2" pos="5567">
          <p15:clr>
            <a:srgbClr val="F26B43"/>
          </p15:clr>
        </p15:guide>
        <p15:guide id="3" orient="horz" pos="189">
          <p15:clr>
            <a:srgbClr val="F26B43"/>
          </p15:clr>
        </p15:guide>
        <p15:guide id="4" orient="horz" pos="530">
          <p15:clr>
            <a:srgbClr val="F26B43"/>
          </p15:clr>
        </p15:guide>
        <p15:guide id="5" orient="horz" pos="2788">
          <p15:clr>
            <a:srgbClr val="F26B43"/>
          </p15:clr>
        </p15:guide>
        <p15:guide id="6" orient="horz" pos="304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6.xml"/><Relationship Id="rId1" Type="http://schemas.openxmlformats.org/officeDocument/2006/relationships/tags" Target="../tags/tag2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6.xml"/><Relationship Id="rId1" Type="http://schemas.openxmlformats.org/officeDocument/2006/relationships/tags" Target="../tags/tag25.xml"/></Relationships>
</file>

<file path=ppt/slides/_rels/slide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notesSlide" Target="../notesSlides/notesSlide3.xml"/><Relationship Id="rId7" Type="http://schemas.openxmlformats.org/officeDocument/2006/relationships/image" Target="../media/image17.svg"/><Relationship Id="rId2" Type="http://schemas.openxmlformats.org/officeDocument/2006/relationships/slideLayout" Target="../slideLayouts/slideLayout15.xml"/><Relationship Id="rId1" Type="http://schemas.openxmlformats.org/officeDocument/2006/relationships/tags" Target="../tags/tag26.xml"/><Relationship Id="rId6" Type="http://schemas.openxmlformats.org/officeDocument/2006/relationships/image" Target="../media/image16.svg"/><Relationship Id="rId11" Type="http://schemas.openxmlformats.org/officeDocument/2006/relationships/image" Target="../media/image21.svg"/><Relationship Id="rId5" Type="http://schemas.openxmlformats.org/officeDocument/2006/relationships/image" Target="../media/image15.sv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svg"/></Relationships>
</file>

<file path=ppt/slides/_rels/slide4.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notesSlide" Target="../notesSlides/notesSlide10.xml"/><Relationship Id="rId7" Type="http://schemas.openxmlformats.org/officeDocument/2006/relationships/image" Target="../media/image24.svg"/><Relationship Id="rId2" Type="http://schemas.openxmlformats.org/officeDocument/2006/relationships/slideLayout" Target="../slideLayouts/slideLayout16.xml"/><Relationship Id="rId1" Type="http://schemas.openxmlformats.org/officeDocument/2006/relationships/tags" Target="../tags/tag27.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7.jpeg"/><Relationship Id="rId9" Type="http://schemas.openxmlformats.org/officeDocument/2006/relationships/image" Target="../media/image26.sv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6.xml"/><Relationship Id="rId1" Type="http://schemas.openxmlformats.org/officeDocument/2006/relationships/tags" Target="../tags/tag28.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Parashuram-V-Pawar/AIAE-Project-files/blob/main/Loan%20Application%20Webpage.html" TargetMode="External"/><Relationship Id="rId2" Type="http://schemas.openxmlformats.org/officeDocument/2006/relationships/hyperlink" Target="https://youtu.be/8_W8l6C903Q" TargetMode="Externa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BC3C4-0AD2-D833-46CD-4CA7BA98B05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71ADFC5-F935-C7E2-4AFC-D65ABD03D0B7}"/>
              </a:ext>
            </a:extLst>
          </p:cNvPr>
          <p:cNvSpPr>
            <a:spLocks noGrp="1"/>
          </p:cNvSpPr>
          <p:nvPr>
            <p:ph type="body" sz="quarter" idx="13"/>
          </p:nvPr>
        </p:nvSpPr>
        <p:spPr/>
        <p:txBody>
          <a:bodyPr/>
          <a:lstStyle/>
          <a:p>
            <a:r>
              <a:rPr lang="en-US">
                <a:latin typeface="Times New Roman"/>
                <a:cs typeface="Times New Roman"/>
              </a:rPr>
              <a:t>Submitter Details</a:t>
            </a:r>
            <a:endParaRPr lang="en-001">
              <a:latin typeface="Times New Roman"/>
              <a:cs typeface="Times New Roman"/>
            </a:endParaRPr>
          </a:p>
        </p:txBody>
      </p:sp>
      <p:sp>
        <p:nvSpPr>
          <p:cNvPr id="5" name="TextBox 4">
            <a:extLst>
              <a:ext uri="{FF2B5EF4-FFF2-40B4-BE49-F238E27FC236}">
                <a16:creationId xmlns:a16="http://schemas.microsoft.com/office/drawing/2014/main" id="{5F3578CB-376F-1A77-9E16-DE12F3DF6EFB}"/>
              </a:ext>
            </a:extLst>
          </p:cNvPr>
          <p:cNvSpPr txBox="1"/>
          <p:nvPr/>
        </p:nvSpPr>
        <p:spPr>
          <a:xfrm>
            <a:off x="1273324" y="2469734"/>
            <a:ext cx="1567282" cy="369332"/>
          </a:xfrm>
          <a:prstGeom prst="rect">
            <a:avLst/>
          </a:prstGeom>
          <a:noFill/>
        </p:spPr>
        <p:txBody>
          <a:bodyPr wrap="square" rtlCol="0">
            <a:spAutoFit/>
          </a:bodyPr>
          <a:lstStyle/>
          <a:p>
            <a:pPr algn="r"/>
            <a:r>
              <a:rPr lang="en-US" b="1">
                <a:latin typeface="Times New Roman"/>
                <a:cs typeface="Times New Roman"/>
              </a:rPr>
              <a:t>Name: </a:t>
            </a:r>
          </a:p>
        </p:txBody>
      </p:sp>
      <p:sp>
        <p:nvSpPr>
          <p:cNvPr id="6" name="TextBox 5">
            <a:extLst>
              <a:ext uri="{FF2B5EF4-FFF2-40B4-BE49-F238E27FC236}">
                <a16:creationId xmlns:a16="http://schemas.microsoft.com/office/drawing/2014/main" id="{8A87EA0A-FA54-F623-B6A1-18BF63C7CC58}"/>
              </a:ext>
            </a:extLst>
          </p:cNvPr>
          <p:cNvSpPr txBox="1"/>
          <p:nvPr/>
        </p:nvSpPr>
        <p:spPr>
          <a:xfrm>
            <a:off x="408000" y="3115025"/>
            <a:ext cx="2432605" cy="369332"/>
          </a:xfrm>
          <a:prstGeom prst="rect">
            <a:avLst/>
          </a:prstGeom>
          <a:noFill/>
        </p:spPr>
        <p:txBody>
          <a:bodyPr wrap="square" rtlCol="0">
            <a:spAutoFit/>
          </a:bodyPr>
          <a:lstStyle/>
          <a:p>
            <a:pPr algn="r"/>
            <a:r>
              <a:rPr lang="en-US" b="1">
                <a:latin typeface="Times New Roman"/>
                <a:cs typeface="Times New Roman"/>
              </a:rPr>
              <a:t>Submission Date:</a:t>
            </a:r>
          </a:p>
        </p:txBody>
      </p:sp>
      <p:sp>
        <p:nvSpPr>
          <p:cNvPr id="7" name="TextBox 6">
            <a:extLst>
              <a:ext uri="{FF2B5EF4-FFF2-40B4-BE49-F238E27FC236}">
                <a16:creationId xmlns:a16="http://schemas.microsoft.com/office/drawing/2014/main" id="{78BA044B-A03A-5AB7-C1C7-39BCE319B8BA}"/>
              </a:ext>
            </a:extLst>
          </p:cNvPr>
          <p:cNvSpPr txBox="1"/>
          <p:nvPr/>
        </p:nvSpPr>
        <p:spPr>
          <a:xfrm>
            <a:off x="102550" y="3770998"/>
            <a:ext cx="2738055" cy="369332"/>
          </a:xfrm>
          <a:prstGeom prst="rect">
            <a:avLst/>
          </a:prstGeom>
          <a:noFill/>
        </p:spPr>
        <p:txBody>
          <a:bodyPr wrap="square" rtlCol="0">
            <a:spAutoFit/>
          </a:bodyPr>
          <a:lstStyle/>
          <a:p>
            <a:pPr algn="r"/>
            <a:r>
              <a:rPr lang="en-US" b="1">
                <a:latin typeface="Times New Roman"/>
                <a:cs typeface="Times New Roman"/>
              </a:rPr>
              <a:t>Solution Name:</a:t>
            </a:r>
          </a:p>
        </p:txBody>
      </p:sp>
      <p:sp>
        <p:nvSpPr>
          <p:cNvPr id="8" name="TextBox 7">
            <a:extLst>
              <a:ext uri="{FF2B5EF4-FFF2-40B4-BE49-F238E27FC236}">
                <a16:creationId xmlns:a16="http://schemas.microsoft.com/office/drawing/2014/main" id="{9C119A10-5099-AE32-98E8-9D8614073C4C}"/>
              </a:ext>
            </a:extLst>
          </p:cNvPr>
          <p:cNvSpPr txBox="1"/>
          <p:nvPr/>
        </p:nvSpPr>
        <p:spPr>
          <a:xfrm>
            <a:off x="3149729" y="2469734"/>
            <a:ext cx="1981120" cy="338554"/>
          </a:xfrm>
          <a:prstGeom prst="rect">
            <a:avLst/>
          </a:prstGeom>
          <a:noFill/>
        </p:spPr>
        <p:txBody>
          <a:bodyPr wrap="none" lIns="91440" tIns="45720" rIns="91440" bIns="45720" rtlCol="0" anchor="t">
            <a:spAutoFit/>
          </a:bodyPr>
          <a:lstStyle/>
          <a:p>
            <a:r>
              <a:rPr lang="en-US" sz="1600" i="1">
                <a:latin typeface="Times New Roman"/>
                <a:cs typeface="Times New Roman"/>
              </a:rPr>
              <a:t>Parashuram V Pawar</a:t>
            </a:r>
            <a:endParaRPr lang="en-US">
              <a:latin typeface="Times New Roman"/>
              <a:cs typeface="Times New Roman"/>
            </a:endParaRPr>
          </a:p>
        </p:txBody>
      </p:sp>
      <p:sp>
        <p:nvSpPr>
          <p:cNvPr id="9" name="TextBox 8">
            <a:extLst>
              <a:ext uri="{FF2B5EF4-FFF2-40B4-BE49-F238E27FC236}">
                <a16:creationId xmlns:a16="http://schemas.microsoft.com/office/drawing/2014/main" id="{C7A518DB-2627-75A3-9A50-9B46D1835B60}"/>
              </a:ext>
            </a:extLst>
          </p:cNvPr>
          <p:cNvSpPr txBox="1"/>
          <p:nvPr/>
        </p:nvSpPr>
        <p:spPr>
          <a:xfrm>
            <a:off x="3149728" y="3145803"/>
            <a:ext cx="1799019" cy="338554"/>
          </a:xfrm>
          <a:prstGeom prst="rect">
            <a:avLst/>
          </a:prstGeom>
          <a:noFill/>
        </p:spPr>
        <p:txBody>
          <a:bodyPr wrap="none" lIns="91440" tIns="45720" rIns="91440" bIns="45720" rtlCol="0" anchor="t">
            <a:spAutoFit/>
          </a:bodyPr>
          <a:lstStyle/>
          <a:p>
            <a:r>
              <a:rPr lang="en-US" sz="1600" i="1">
                <a:latin typeface="Times New Roman"/>
                <a:cs typeface="Times New Roman"/>
              </a:rPr>
              <a:t>18 September 2026</a:t>
            </a:r>
            <a:endParaRPr lang="en-US">
              <a:latin typeface="Times New Roman"/>
              <a:cs typeface="Times New Roman"/>
            </a:endParaRPr>
          </a:p>
        </p:txBody>
      </p:sp>
      <p:sp>
        <p:nvSpPr>
          <p:cNvPr id="10" name="TextBox 9">
            <a:extLst>
              <a:ext uri="{FF2B5EF4-FFF2-40B4-BE49-F238E27FC236}">
                <a16:creationId xmlns:a16="http://schemas.microsoft.com/office/drawing/2014/main" id="{544C5F03-2AD8-7C94-6168-DDE94B64833F}"/>
              </a:ext>
            </a:extLst>
          </p:cNvPr>
          <p:cNvSpPr txBox="1"/>
          <p:nvPr/>
        </p:nvSpPr>
        <p:spPr>
          <a:xfrm>
            <a:off x="3149728" y="3774109"/>
            <a:ext cx="6210931" cy="584775"/>
          </a:xfrm>
          <a:prstGeom prst="rect">
            <a:avLst/>
          </a:prstGeom>
          <a:noFill/>
        </p:spPr>
        <p:txBody>
          <a:bodyPr wrap="none" lIns="91440" tIns="45720" rIns="91440" bIns="45720" rtlCol="0" anchor="t">
            <a:spAutoFit/>
          </a:bodyPr>
          <a:lstStyle/>
          <a:p>
            <a:r>
              <a:rPr lang="en-US" sz="1600" i="1">
                <a:latin typeface="Times New Roman"/>
                <a:ea typeface="+mn-lt"/>
                <a:cs typeface="Times New Roman"/>
              </a:rPr>
              <a:t>PVP Finance Ltd – Loan Application Investigation and Decision Support</a:t>
            </a:r>
            <a:endParaRPr lang="en-US" sz="1600" i="1">
              <a:solidFill>
                <a:srgbClr val="323232"/>
              </a:solidFill>
              <a:latin typeface="Times New Roman"/>
              <a:ea typeface="+mn-lt"/>
              <a:cs typeface="Times New Roman"/>
            </a:endParaRPr>
          </a:p>
          <a:p>
            <a:endParaRPr lang="en-US" sz="1600" i="1">
              <a:latin typeface="Times New Roman"/>
              <a:cs typeface="Times New Roman"/>
            </a:endParaRPr>
          </a:p>
        </p:txBody>
      </p:sp>
    </p:spTree>
    <p:custDataLst>
      <p:tags r:id="rId1"/>
    </p:custDataLst>
    <p:extLst>
      <p:ext uri="{BB962C8B-B14F-4D97-AF65-F5344CB8AC3E}">
        <p14:creationId xmlns:p14="http://schemas.microsoft.com/office/powerpoint/2010/main" val="1058620212"/>
      </p:ext>
    </p:extLst>
  </p:cSld>
  <p:clrMapOvr>
    <a:masterClrMapping/>
  </p:clrMapOvr>
  <mc:AlternateContent xmlns:mc="http://schemas.openxmlformats.org/markup-compatibility/2006">
    <mc:Choice xmlns:p14="http://schemas.microsoft.com/office/powerpoint/2010/main" Requires="p14">
      <p:transition spd="slow" p14:dur="2000" advTm="100320"/>
    </mc:Choice>
    <mc:Fallback>
      <p:transition spd="slow" advTm="10032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9522B-A0F6-50E8-CC98-F3F165D18FF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27D0D38-61E3-7AB4-D492-340089BF2CD1}"/>
              </a:ext>
            </a:extLst>
          </p:cNvPr>
          <p:cNvSpPr>
            <a:spLocks noGrp="1"/>
          </p:cNvSpPr>
          <p:nvPr>
            <p:ph type="body" sz="quarter" idx="13"/>
          </p:nvPr>
        </p:nvSpPr>
        <p:spPr/>
        <p:txBody>
          <a:bodyPr/>
          <a:lstStyle/>
          <a:p>
            <a:r>
              <a:rPr lang="en-US">
                <a:latin typeface="Times New Roman"/>
                <a:cs typeface="Times New Roman"/>
              </a:rPr>
              <a:t>What are you building and why?</a:t>
            </a:r>
            <a:endParaRPr lang="en-001">
              <a:latin typeface="Times New Roman"/>
              <a:cs typeface="Times New Roman"/>
            </a:endParaRPr>
          </a:p>
        </p:txBody>
      </p:sp>
      <p:sp>
        <p:nvSpPr>
          <p:cNvPr id="11" name="Rounded Rectangle 16">
            <a:extLst>
              <a:ext uri="{FF2B5EF4-FFF2-40B4-BE49-F238E27FC236}">
                <a16:creationId xmlns:a16="http://schemas.microsoft.com/office/drawing/2014/main" id="{7CDC9360-1105-0C85-1528-06185E21BB23}"/>
              </a:ext>
            </a:extLst>
          </p:cNvPr>
          <p:cNvSpPr>
            <a:spLocks noGrp="1" noRot="1" noMove="1" noResize="1" noEditPoints="1" noAdjustHandles="1" noChangeArrowheads="1" noChangeShapeType="1"/>
          </p:cNvSpPr>
          <p:nvPr/>
        </p:nvSpPr>
        <p:spPr>
          <a:xfrm>
            <a:off x="408000" y="2176040"/>
            <a:ext cx="5514889" cy="4169675"/>
          </a:xfrm>
          <a:prstGeom prst="roundRect">
            <a:avLst>
              <a:gd name="adj" fmla="val 8236"/>
            </a:avLst>
          </a:prstGeom>
          <a:solidFill>
            <a:schemeClr val="bg1"/>
          </a:solidFill>
          <a:ln w="38100">
            <a:gradFill flip="none" rotWithShape="1">
              <a:gsLst>
                <a:gs pos="0">
                  <a:schemeClr val="accent5"/>
                </a:gs>
                <a:gs pos="83000">
                  <a:schemeClr val="accent2"/>
                </a:gs>
                <a:gs pos="99000">
                  <a:schemeClr val="accent1"/>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800"/>
              </a:spcAft>
            </a:pPr>
            <a:r>
              <a:rPr lang="en-US" b="1">
                <a:solidFill>
                  <a:schemeClr val="tx1"/>
                </a:solidFill>
                <a:latin typeface="Times New Roman"/>
                <a:cs typeface="Times New Roman"/>
              </a:rPr>
              <a:t>What business problem are you solving?</a:t>
            </a:r>
          </a:p>
        </p:txBody>
      </p:sp>
      <p:sp>
        <p:nvSpPr>
          <p:cNvPr id="13" name="Rounded Rectangle 16">
            <a:extLst>
              <a:ext uri="{FF2B5EF4-FFF2-40B4-BE49-F238E27FC236}">
                <a16:creationId xmlns:a16="http://schemas.microsoft.com/office/drawing/2014/main" id="{2B46180E-8E5B-3B5C-D490-965BCF6C470C}"/>
              </a:ext>
            </a:extLst>
          </p:cNvPr>
          <p:cNvSpPr>
            <a:spLocks noGrp="1" noRot="1" noMove="1" noResize="1" noEditPoints="1" noAdjustHandles="1" noChangeArrowheads="1" noChangeShapeType="1"/>
          </p:cNvSpPr>
          <p:nvPr/>
        </p:nvSpPr>
        <p:spPr>
          <a:xfrm>
            <a:off x="6295443" y="2176039"/>
            <a:ext cx="5457957" cy="4169675"/>
          </a:xfrm>
          <a:prstGeom prst="roundRect">
            <a:avLst>
              <a:gd name="adj" fmla="val 8236"/>
            </a:avLst>
          </a:prstGeom>
          <a:solidFill>
            <a:schemeClr val="bg1"/>
          </a:solidFill>
          <a:ln w="38100">
            <a:gradFill flip="none" rotWithShape="1">
              <a:gsLst>
                <a:gs pos="0">
                  <a:schemeClr val="accent5"/>
                </a:gs>
                <a:gs pos="83000">
                  <a:schemeClr val="accent2"/>
                </a:gs>
                <a:gs pos="99000">
                  <a:schemeClr val="accent1"/>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800"/>
              </a:spcAft>
            </a:pPr>
            <a:r>
              <a:rPr lang="en-US" b="1">
                <a:solidFill>
                  <a:schemeClr val="tx1"/>
                </a:solidFill>
                <a:latin typeface="Times New Roman"/>
                <a:cs typeface="Times New Roman"/>
              </a:rPr>
              <a:t>What value metrics will this impact?</a:t>
            </a:r>
          </a:p>
        </p:txBody>
      </p:sp>
      <p:sp>
        <p:nvSpPr>
          <p:cNvPr id="3" name="TextBox 2">
            <a:extLst>
              <a:ext uri="{FF2B5EF4-FFF2-40B4-BE49-F238E27FC236}">
                <a16:creationId xmlns:a16="http://schemas.microsoft.com/office/drawing/2014/main" id="{277DB1D8-A532-19D9-1D0C-B3EF25210034}"/>
              </a:ext>
            </a:extLst>
          </p:cNvPr>
          <p:cNvSpPr txBox="1"/>
          <p:nvPr/>
        </p:nvSpPr>
        <p:spPr>
          <a:xfrm>
            <a:off x="479240" y="2939144"/>
            <a:ext cx="5358051" cy="2200602"/>
          </a:xfrm>
          <a:prstGeom prst="rect">
            <a:avLst/>
          </a:prstGeom>
          <a:noFill/>
        </p:spPr>
        <p:txBody>
          <a:bodyPr wrap="square" lIns="91440" tIns="45720" rIns="91440" bIns="45720" rtlCol="0" anchor="t">
            <a:spAutoFit/>
          </a:bodyPr>
          <a:lstStyle/>
          <a:p>
            <a:r>
              <a:rPr lang="en-US" i="1">
                <a:latin typeface="Times New Roman"/>
                <a:ea typeface="+mn-lt"/>
                <a:cs typeface="Times New Roman"/>
              </a:rPr>
              <a:t>PVP Finance Ltd needs to investigate loan applications before they move to the next business stage. Manual review requires checking completeness, comparing submitted data with available customer records, investigating discrepancies, and escalating unresolved cases. Because the required investigation varies by case, a fixed linear automation is insufficient.</a:t>
            </a:r>
            <a:endParaRPr lang="en-US" i="1">
              <a:solidFill>
                <a:srgbClr val="323232"/>
              </a:solidFill>
              <a:latin typeface="Times New Roman"/>
              <a:ea typeface="+mn-lt"/>
              <a:cs typeface="Times New Roman"/>
            </a:endParaRPr>
          </a:p>
          <a:p>
            <a:endParaRPr lang="en-US" sz="1100" i="1">
              <a:latin typeface="Times New Roman"/>
              <a:cs typeface="Times New Roman"/>
            </a:endParaRPr>
          </a:p>
        </p:txBody>
      </p:sp>
      <p:sp>
        <p:nvSpPr>
          <p:cNvPr id="4" name="TextBox 3">
            <a:extLst>
              <a:ext uri="{FF2B5EF4-FFF2-40B4-BE49-F238E27FC236}">
                <a16:creationId xmlns:a16="http://schemas.microsoft.com/office/drawing/2014/main" id="{1EC93448-A87E-8FE8-77ED-D5FAA6F2137A}"/>
              </a:ext>
            </a:extLst>
          </p:cNvPr>
          <p:cNvSpPr txBox="1"/>
          <p:nvPr/>
        </p:nvSpPr>
        <p:spPr>
          <a:xfrm>
            <a:off x="6328233" y="2939144"/>
            <a:ext cx="5256451" cy="1923604"/>
          </a:xfrm>
          <a:prstGeom prst="rect">
            <a:avLst/>
          </a:prstGeom>
          <a:noFill/>
        </p:spPr>
        <p:txBody>
          <a:bodyPr wrap="square" lIns="91440" tIns="45720" rIns="91440" bIns="45720" rtlCol="0" anchor="t">
            <a:spAutoFit/>
          </a:bodyPr>
          <a:lstStyle/>
          <a:p>
            <a:r>
              <a:rPr lang="en-US" i="1">
                <a:latin typeface="Times New Roman"/>
                <a:ea typeface="+mn-lt"/>
                <a:cs typeface="Times New Roman"/>
              </a:rPr>
              <a:t>Target metrics: reduce manual comparison effort and investigation handling time; improve consistency and traceability; route unresolved cases to human review earlier; and maintain auditable outcomes. These are target outcomes for the assessment solution, not measured production benefits.</a:t>
            </a:r>
            <a:endParaRPr lang="en-US" i="1">
              <a:solidFill>
                <a:srgbClr val="323232"/>
              </a:solidFill>
              <a:latin typeface="Times New Roman"/>
              <a:ea typeface="+mn-lt"/>
              <a:cs typeface="Times New Roman"/>
            </a:endParaRPr>
          </a:p>
          <a:p>
            <a:endParaRPr lang="en-US" sz="1100" i="1">
              <a:latin typeface="Times New Roman"/>
              <a:cs typeface="Times New Roman"/>
            </a:endParaRPr>
          </a:p>
        </p:txBody>
      </p:sp>
    </p:spTree>
    <p:custDataLst>
      <p:tags r:id="rId1"/>
    </p:custDataLst>
    <p:extLst>
      <p:ext uri="{BB962C8B-B14F-4D97-AF65-F5344CB8AC3E}">
        <p14:creationId xmlns:p14="http://schemas.microsoft.com/office/powerpoint/2010/main" val="2685094897"/>
      </p:ext>
    </p:extLst>
  </p:cSld>
  <p:clrMapOvr>
    <a:masterClrMapping/>
  </p:clrMapOvr>
  <mc:AlternateContent xmlns:mc="http://schemas.openxmlformats.org/markup-compatibility/2006">
    <mc:Choice xmlns:p14="http://schemas.microsoft.com/office/powerpoint/2010/main" Requires="p14">
      <p:transition spd="slow" p14:dur="2000" advTm="100320"/>
    </mc:Choice>
    <mc:Fallback>
      <p:transition spd="slow" advTm="10032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A80313-F246-D4E8-29B9-29F8979B1AA7}"/>
              </a:ext>
            </a:extLst>
          </p:cNvPr>
          <p:cNvSpPr>
            <a:spLocks noGrp="1"/>
          </p:cNvSpPr>
          <p:nvPr>
            <p:ph type="body" sz="quarter" idx="13"/>
          </p:nvPr>
        </p:nvSpPr>
        <p:spPr>
          <a:xfrm>
            <a:off x="408000" y="843417"/>
            <a:ext cx="11345400" cy="574111"/>
          </a:xfrm>
        </p:spPr>
        <p:txBody>
          <a:bodyPr/>
          <a:lstStyle/>
          <a:p>
            <a:r>
              <a:rPr lang="en-US">
                <a:latin typeface="Times New Roman"/>
                <a:cs typeface="Times New Roman"/>
              </a:rPr>
              <a:t>What You Built</a:t>
            </a:r>
          </a:p>
        </p:txBody>
      </p:sp>
      <p:sp>
        <p:nvSpPr>
          <p:cNvPr id="3" name="Text Placeholder 2">
            <a:extLst>
              <a:ext uri="{FF2B5EF4-FFF2-40B4-BE49-F238E27FC236}">
                <a16:creationId xmlns:a16="http://schemas.microsoft.com/office/drawing/2014/main" id="{94815E2C-EFB7-46CB-252E-E3F676F3D034}"/>
              </a:ext>
            </a:extLst>
          </p:cNvPr>
          <p:cNvSpPr>
            <a:spLocks noGrp="1"/>
          </p:cNvSpPr>
          <p:nvPr>
            <p:ph type="body" sz="quarter" idx="26"/>
          </p:nvPr>
        </p:nvSpPr>
        <p:spPr/>
        <p:txBody>
          <a:bodyPr vert="horz" lIns="0" tIns="0" rIns="0" bIns="0" rtlCol="0" anchor="t">
            <a:noAutofit/>
          </a:bodyPr>
          <a:lstStyle/>
          <a:p>
            <a:r>
              <a:rPr lang="en-US" i="1" err="1">
                <a:latin typeface="Times New Roman"/>
                <a:cs typeface="Times New Roman"/>
              </a:rPr>
              <a:t>LoanInvestigationAgent</a:t>
            </a:r>
            <a:endParaRPr lang="en-US" err="1">
              <a:latin typeface="Times New Roman"/>
              <a:cs typeface="Times New Roman"/>
            </a:endParaRPr>
          </a:p>
        </p:txBody>
      </p:sp>
      <p:sp>
        <p:nvSpPr>
          <p:cNvPr id="34" name="Oval 33">
            <a:extLst>
              <a:ext uri="{FF2B5EF4-FFF2-40B4-BE49-F238E27FC236}">
                <a16:creationId xmlns:a16="http://schemas.microsoft.com/office/drawing/2014/main" id="{05FCB455-E0DB-9167-A911-A5EBC8C26C72}"/>
              </a:ext>
            </a:extLst>
          </p:cNvPr>
          <p:cNvSpPr/>
          <p:nvPr/>
        </p:nvSpPr>
        <p:spPr>
          <a:xfrm>
            <a:off x="4354912" y="2245977"/>
            <a:ext cx="3002367" cy="3057543"/>
          </a:xfrm>
          <a:prstGeom prst="ellipse">
            <a:avLst/>
          </a:prstGeom>
          <a:solidFill>
            <a:srgbClr val="E2DDEE">
              <a:alpha val="3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sp>
        <p:nvSpPr>
          <p:cNvPr id="35" name="Oval 34">
            <a:extLst>
              <a:ext uri="{FF2B5EF4-FFF2-40B4-BE49-F238E27FC236}">
                <a16:creationId xmlns:a16="http://schemas.microsoft.com/office/drawing/2014/main" id="{AFD5D033-7064-F47E-D964-FFB3EF14FBCC}"/>
              </a:ext>
            </a:extLst>
          </p:cNvPr>
          <p:cNvSpPr/>
          <p:nvPr/>
        </p:nvSpPr>
        <p:spPr>
          <a:xfrm>
            <a:off x="4490477" y="2383512"/>
            <a:ext cx="2731236" cy="2781429"/>
          </a:xfrm>
          <a:prstGeom prst="ellipse">
            <a:avLst/>
          </a:prstGeom>
          <a:solidFill>
            <a:srgbClr val="B1A5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sp>
        <p:nvSpPr>
          <p:cNvPr id="36" name="Oval 35">
            <a:extLst>
              <a:ext uri="{FF2B5EF4-FFF2-40B4-BE49-F238E27FC236}">
                <a16:creationId xmlns:a16="http://schemas.microsoft.com/office/drawing/2014/main" id="{B3678835-3D6D-507E-39C5-0BDC4C4D0859}"/>
              </a:ext>
            </a:extLst>
          </p:cNvPr>
          <p:cNvSpPr/>
          <p:nvPr/>
        </p:nvSpPr>
        <p:spPr>
          <a:xfrm>
            <a:off x="4736780" y="2634848"/>
            <a:ext cx="2238631" cy="2279771"/>
          </a:xfrm>
          <a:prstGeom prst="ellipse">
            <a:avLst/>
          </a:prstGeom>
          <a:gradFill flip="none" rotWithShape="1">
            <a:gsLst>
              <a:gs pos="0">
                <a:srgbClr val="FB8738"/>
              </a:gs>
              <a:gs pos="100000">
                <a:srgbClr val="E11F66"/>
              </a:gs>
            </a:gsLst>
            <a:lin ang="5400000" scaled="1"/>
            <a:tileRect/>
          </a:gradFill>
          <a:ln>
            <a:noFill/>
          </a:ln>
          <a:effectLst>
            <a:outerShdw blurRad="63500" sx="102000" sy="102000" algn="ctr" rotWithShape="0">
              <a:prstClr val="black">
                <a:alpha val="20174"/>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sp>
        <p:nvSpPr>
          <p:cNvPr id="37" name="Oval 36">
            <a:extLst>
              <a:ext uri="{FF2B5EF4-FFF2-40B4-BE49-F238E27FC236}">
                <a16:creationId xmlns:a16="http://schemas.microsoft.com/office/drawing/2014/main" id="{AA70E9EE-FD16-6F9E-33B5-E158002C4ABF}"/>
              </a:ext>
            </a:extLst>
          </p:cNvPr>
          <p:cNvSpPr/>
          <p:nvPr/>
        </p:nvSpPr>
        <p:spPr>
          <a:xfrm>
            <a:off x="4980226" y="2882768"/>
            <a:ext cx="1751738" cy="1783931"/>
          </a:xfrm>
          <a:prstGeom prst="ellipse">
            <a:avLst/>
          </a:prstGeom>
          <a:gradFill flip="none" rotWithShape="1">
            <a:gsLst>
              <a:gs pos="1000">
                <a:schemeClr val="accent2">
                  <a:lumMod val="20000"/>
                  <a:lumOff val="80000"/>
                </a:schemeClr>
              </a:gs>
              <a:gs pos="59000">
                <a:srgbClr val="FF9A6E"/>
              </a:gs>
            </a:gsLst>
            <a:path path="circle">
              <a:fillToRect l="50000" t="50000" r="50000" b="50000"/>
            </a:path>
            <a:tileRect/>
          </a:gradFill>
          <a:ln>
            <a:noFill/>
          </a:ln>
          <a:effectLst>
            <a:outerShdw blurRad="63500" sx="102000" sy="102000" algn="ctr" rotWithShape="0">
              <a:prstClr val="black">
                <a:alpha val="1623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sp>
        <p:nvSpPr>
          <p:cNvPr id="38" name="Oval 37">
            <a:extLst>
              <a:ext uri="{FF2B5EF4-FFF2-40B4-BE49-F238E27FC236}">
                <a16:creationId xmlns:a16="http://schemas.microsoft.com/office/drawing/2014/main" id="{C93758A8-E869-63F9-B202-96648D94EAC5}"/>
              </a:ext>
            </a:extLst>
          </p:cNvPr>
          <p:cNvSpPr/>
          <p:nvPr/>
        </p:nvSpPr>
        <p:spPr>
          <a:xfrm>
            <a:off x="5271592" y="3179490"/>
            <a:ext cx="1169004" cy="1190487"/>
          </a:xfrm>
          <a:prstGeom prst="ellipse">
            <a:avLst/>
          </a:prstGeom>
          <a:gradFill>
            <a:gsLst>
              <a:gs pos="1000">
                <a:schemeClr val="accent5">
                  <a:lumMod val="60000"/>
                  <a:lumOff val="40000"/>
                </a:schemeClr>
              </a:gs>
              <a:gs pos="100000">
                <a:schemeClr val="accent5"/>
              </a:gs>
            </a:gsLst>
            <a:lin ang="6600000" scaled="0"/>
          </a:gradFill>
          <a:ln>
            <a:noFill/>
          </a:ln>
          <a:effectLst>
            <a:outerShdw blurRad="63500" sx="102000" sy="102000" algn="ctr" rotWithShape="0">
              <a:prstClr val="black">
                <a:alpha val="38294"/>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sp>
        <p:nvSpPr>
          <p:cNvPr id="40" name="Flowchart: Connector 55">
            <a:extLst>
              <a:ext uri="{FF2B5EF4-FFF2-40B4-BE49-F238E27FC236}">
                <a16:creationId xmlns:a16="http://schemas.microsoft.com/office/drawing/2014/main" id="{7C0125EF-903E-7B16-BE63-9CED502821FB}"/>
              </a:ext>
            </a:extLst>
          </p:cNvPr>
          <p:cNvSpPr/>
          <p:nvPr/>
        </p:nvSpPr>
        <p:spPr>
          <a:xfrm>
            <a:off x="5018959" y="4532000"/>
            <a:ext cx="275720" cy="286021"/>
          </a:xfrm>
          <a:prstGeom prst="flowChartConnector">
            <a:avLst/>
          </a:prstGeom>
          <a:solidFill>
            <a:srgbClr val="5637A0"/>
          </a:solidFill>
          <a:ln w="9525" cap="flat">
            <a:noFill/>
            <a:prstDash val="solid"/>
            <a:miter/>
          </a:ln>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323232"/>
              </a:solidFill>
              <a:effectLst/>
              <a:uLnTx/>
              <a:uFillTx/>
              <a:latin typeface="Times New Roman"/>
              <a:cs typeface="Times New Roman"/>
            </a:endParaRPr>
          </a:p>
        </p:txBody>
      </p:sp>
      <p:sp>
        <p:nvSpPr>
          <p:cNvPr id="41" name="Flowchart: Connector 55">
            <a:extLst>
              <a:ext uri="{FF2B5EF4-FFF2-40B4-BE49-F238E27FC236}">
                <a16:creationId xmlns:a16="http://schemas.microsoft.com/office/drawing/2014/main" id="{FCF4A7B8-4F6C-CAAE-3262-10C31A0913C5}"/>
              </a:ext>
            </a:extLst>
          </p:cNvPr>
          <p:cNvSpPr/>
          <p:nvPr/>
        </p:nvSpPr>
        <p:spPr>
          <a:xfrm>
            <a:off x="6471926" y="4532000"/>
            <a:ext cx="275720" cy="286021"/>
          </a:xfrm>
          <a:prstGeom prst="flowChartConnector">
            <a:avLst/>
          </a:prstGeom>
          <a:solidFill>
            <a:srgbClr val="5637A0"/>
          </a:solidFill>
          <a:ln w="9525" cap="flat">
            <a:noFill/>
            <a:prstDash val="solid"/>
            <a:miter/>
          </a:ln>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323232"/>
              </a:solidFill>
              <a:effectLst/>
              <a:uLnTx/>
              <a:uFillTx/>
              <a:latin typeface="Times New Roman"/>
              <a:cs typeface="Times New Roman"/>
            </a:endParaRPr>
          </a:p>
        </p:txBody>
      </p:sp>
      <p:sp>
        <p:nvSpPr>
          <p:cNvPr id="44" name="TextBox 43">
            <a:extLst>
              <a:ext uri="{FF2B5EF4-FFF2-40B4-BE49-F238E27FC236}">
                <a16:creationId xmlns:a16="http://schemas.microsoft.com/office/drawing/2014/main" id="{CC91546A-377B-390E-9C19-2149749DF3E0}"/>
              </a:ext>
            </a:extLst>
          </p:cNvPr>
          <p:cNvSpPr txBox="1"/>
          <p:nvPr/>
        </p:nvSpPr>
        <p:spPr>
          <a:xfrm>
            <a:off x="2793567" y="3026367"/>
            <a:ext cx="1868460" cy="315727"/>
          </a:xfrm>
          <a:prstGeom prst="rect">
            <a:avLst/>
          </a:prstGeom>
          <a:noFill/>
        </p:spPr>
        <p:txBody>
          <a:bodyPr wrap="square" lIns="91440" tIns="45720" rIns="91440" bIns="45720" anchor="t">
            <a:spAutoFit/>
          </a:bodyPr>
          <a:lstStyle/>
          <a:p>
            <a:pPr marL="0" marR="0" lvl="0" indent="0" defTabSz="914377">
              <a:lnSpc>
                <a:spcPts val="1867"/>
              </a:lnSpc>
              <a:spcBef>
                <a:spcPts val="1000"/>
              </a:spcBef>
              <a:spcAft>
                <a:spcPts val="0"/>
              </a:spcAft>
              <a:buNone/>
              <a:tabLst/>
              <a:defRPr/>
            </a:pPr>
            <a:r>
              <a:rPr lang="en-US" sz="1200" i="1" err="1">
                <a:solidFill>
                  <a:schemeClr val="tx1">
                    <a:lumMod val="75000"/>
                    <a:lumOff val="25000"/>
                  </a:schemeClr>
                </a:solidFill>
                <a:latin typeface="Times New Roman"/>
                <a:cs typeface="Times New Roman"/>
              </a:rPr>
              <a:t>DocumentAnalysisTool</a:t>
            </a:r>
            <a:endParaRPr lang="en-US" err="1">
              <a:latin typeface="Times New Roman"/>
              <a:cs typeface="Times New Roman"/>
            </a:endParaRPr>
          </a:p>
        </p:txBody>
      </p:sp>
      <p:sp>
        <p:nvSpPr>
          <p:cNvPr id="45" name="TextBox 44">
            <a:extLst>
              <a:ext uri="{FF2B5EF4-FFF2-40B4-BE49-F238E27FC236}">
                <a16:creationId xmlns:a16="http://schemas.microsoft.com/office/drawing/2014/main" id="{CC1F7B11-D336-6EB7-23EB-DAB1A2F965F8}"/>
              </a:ext>
            </a:extLst>
          </p:cNvPr>
          <p:cNvSpPr txBox="1"/>
          <p:nvPr/>
        </p:nvSpPr>
        <p:spPr>
          <a:xfrm>
            <a:off x="6036318" y="1991080"/>
            <a:ext cx="1764766" cy="315086"/>
          </a:xfrm>
          <a:prstGeom prst="rect">
            <a:avLst/>
          </a:prstGeom>
          <a:noFill/>
        </p:spPr>
        <p:txBody>
          <a:bodyPr wrap="square" lIns="91440" tIns="45720" rIns="91440" bIns="45720" anchor="t">
            <a:spAutoFit/>
          </a:bodyPr>
          <a:lstStyle/>
          <a:p>
            <a:pPr defTabSz="914377">
              <a:lnSpc>
                <a:spcPts val="1867"/>
              </a:lnSpc>
              <a:spcBef>
                <a:spcPts val="1000"/>
              </a:spcBef>
              <a:defRPr/>
            </a:pPr>
            <a:r>
              <a:rPr lang="en-US" sz="1200" i="1" err="1">
                <a:solidFill>
                  <a:schemeClr val="tx1">
                    <a:lumMod val="75000"/>
                    <a:lumOff val="25000"/>
                  </a:schemeClr>
                </a:solidFill>
                <a:latin typeface="Times New Roman"/>
                <a:cs typeface="Times New Roman"/>
              </a:rPr>
              <a:t>CustomerProfileTool</a:t>
            </a:r>
            <a:endParaRPr lang="en-US" err="1">
              <a:solidFill>
                <a:schemeClr val="tx1">
                  <a:lumMod val="75000"/>
                  <a:lumOff val="25000"/>
                </a:schemeClr>
              </a:solidFill>
              <a:latin typeface="Times New Roman"/>
              <a:cs typeface="Times New Roman"/>
            </a:endParaRPr>
          </a:p>
        </p:txBody>
      </p:sp>
      <p:sp>
        <p:nvSpPr>
          <p:cNvPr id="46" name="TextBox 45">
            <a:extLst>
              <a:ext uri="{FF2B5EF4-FFF2-40B4-BE49-F238E27FC236}">
                <a16:creationId xmlns:a16="http://schemas.microsoft.com/office/drawing/2014/main" id="{4D74979B-4BC1-70CE-41EE-4E30FA2B70F8}"/>
              </a:ext>
            </a:extLst>
          </p:cNvPr>
          <p:cNvSpPr txBox="1"/>
          <p:nvPr/>
        </p:nvSpPr>
        <p:spPr>
          <a:xfrm>
            <a:off x="7291803" y="3277022"/>
            <a:ext cx="2145835" cy="315727"/>
          </a:xfrm>
          <a:prstGeom prst="rect">
            <a:avLst/>
          </a:prstGeom>
          <a:noFill/>
        </p:spPr>
        <p:txBody>
          <a:bodyPr wrap="square" lIns="91440" tIns="45720" rIns="91440" bIns="45720" anchor="t">
            <a:spAutoFit/>
          </a:bodyPr>
          <a:lstStyle/>
          <a:p>
            <a:pPr lvl="0" defTabSz="914377">
              <a:lnSpc>
                <a:spcPts val="1867"/>
              </a:lnSpc>
              <a:spcBef>
                <a:spcPts val="1000"/>
              </a:spcBef>
              <a:defRPr/>
            </a:pPr>
            <a:r>
              <a:rPr lang="en-US" sz="1200" i="1" err="1">
                <a:solidFill>
                  <a:srgbClr val="656565"/>
                </a:solidFill>
                <a:latin typeface="Times New Roman"/>
                <a:ea typeface="+mn-lt"/>
                <a:cs typeface="Times New Roman"/>
              </a:rPr>
              <a:t>LoanDocumentAnalysisSkill</a:t>
            </a:r>
            <a:endParaRPr lang="en-US" err="1">
              <a:latin typeface="Times New Roman"/>
              <a:cs typeface="Times New Roman"/>
            </a:endParaRPr>
          </a:p>
        </p:txBody>
      </p:sp>
      <p:sp>
        <p:nvSpPr>
          <p:cNvPr id="47" name="TextBox 46">
            <a:extLst>
              <a:ext uri="{FF2B5EF4-FFF2-40B4-BE49-F238E27FC236}">
                <a16:creationId xmlns:a16="http://schemas.microsoft.com/office/drawing/2014/main" id="{A00A7D47-3DDD-5BE1-3C6A-67D791AD5774}"/>
              </a:ext>
            </a:extLst>
          </p:cNvPr>
          <p:cNvSpPr txBox="1"/>
          <p:nvPr/>
        </p:nvSpPr>
        <p:spPr>
          <a:xfrm>
            <a:off x="6922291" y="4755461"/>
            <a:ext cx="1981300" cy="315086"/>
          </a:xfrm>
          <a:prstGeom prst="rect">
            <a:avLst/>
          </a:prstGeom>
          <a:noFill/>
        </p:spPr>
        <p:txBody>
          <a:bodyPr wrap="square" lIns="91440" tIns="45720" rIns="91440" bIns="45720" anchor="t">
            <a:spAutoFit/>
          </a:bodyPr>
          <a:lstStyle/>
          <a:p>
            <a:pPr lvl="0" defTabSz="914377">
              <a:lnSpc>
                <a:spcPts val="1867"/>
              </a:lnSpc>
              <a:spcBef>
                <a:spcPts val="1000"/>
              </a:spcBef>
              <a:defRPr/>
            </a:pPr>
            <a:r>
              <a:rPr lang="en-US" sz="1200" i="1" err="1">
                <a:solidFill>
                  <a:schemeClr val="tx1">
                    <a:lumMod val="75000"/>
                    <a:lumOff val="25000"/>
                  </a:schemeClr>
                </a:solidFill>
                <a:latin typeface="Times New Roman"/>
                <a:cs typeface="Times New Roman"/>
              </a:rPr>
              <a:t>RiskInvestigationTool</a:t>
            </a:r>
            <a:endParaRPr lang="en-US" err="1">
              <a:solidFill>
                <a:schemeClr val="tx1">
                  <a:lumMod val="75000"/>
                  <a:lumOff val="25000"/>
                </a:schemeClr>
              </a:solidFill>
              <a:latin typeface="Times New Roman"/>
              <a:cs typeface="Times New Roman"/>
            </a:endParaRPr>
          </a:p>
        </p:txBody>
      </p:sp>
      <p:sp>
        <p:nvSpPr>
          <p:cNvPr id="49" name="TextBox 48">
            <a:extLst>
              <a:ext uri="{FF2B5EF4-FFF2-40B4-BE49-F238E27FC236}">
                <a16:creationId xmlns:a16="http://schemas.microsoft.com/office/drawing/2014/main" id="{3095151B-C6B7-C870-CD80-72F0A3060F0B}"/>
              </a:ext>
            </a:extLst>
          </p:cNvPr>
          <p:cNvSpPr txBox="1"/>
          <p:nvPr/>
        </p:nvSpPr>
        <p:spPr>
          <a:xfrm>
            <a:off x="2448837" y="4671270"/>
            <a:ext cx="2552140" cy="315727"/>
          </a:xfrm>
          <a:prstGeom prst="rect">
            <a:avLst/>
          </a:prstGeom>
          <a:noFill/>
        </p:spPr>
        <p:txBody>
          <a:bodyPr wrap="square" lIns="91440" tIns="45720" rIns="91440" bIns="45720" anchor="t">
            <a:spAutoFit/>
          </a:bodyPr>
          <a:lstStyle/>
          <a:p>
            <a:pPr lvl="0" defTabSz="914377">
              <a:lnSpc>
                <a:spcPts val="1867"/>
              </a:lnSpc>
              <a:spcBef>
                <a:spcPts val="1000"/>
              </a:spcBef>
              <a:defRPr/>
            </a:pPr>
            <a:r>
              <a:rPr lang="en-US" sz="1200" i="1" err="1">
                <a:solidFill>
                  <a:schemeClr val="tx1">
                    <a:lumMod val="75000"/>
                    <a:lumOff val="25000"/>
                  </a:schemeClr>
                </a:solidFill>
                <a:latin typeface="Times New Roman"/>
                <a:cs typeface="Times New Roman"/>
              </a:rPr>
              <a:t>InvestigationRecordUpdateTool</a:t>
            </a:r>
            <a:endParaRPr lang="en-US" err="1">
              <a:solidFill>
                <a:schemeClr val="tx1">
                  <a:lumMod val="75000"/>
                  <a:lumOff val="25000"/>
                </a:schemeClr>
              </a:solidFill>
              <a:latin typeface="Times New Roman"/>
              <a:cs typeface="Times New Roman"/>
            </a:endParaRPr>
          </a:p>
        </p:txBody>
      </p:sp>
      <p:pic>
        <p:nvPicPr>
          <p:cNvPr id="51" name="Graphic 50">
            <a:extLst>
              <a:ext uri="{FF2B5EF4-FFF2-40B4-BE49-F238E27FC236}">
                <a16:creationId xmlns:a16="http://schemas.microsoft.com/office/drawing/2014/main" id="{A895E822-8854-2E92-FBAD-7E8A5D0B2B7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6522294" y="4587519"/>
            <a:ext cx="174983" cy="174983"/>
          </a:xfrm>
          <a:prstGeom prst="rect">
            <a:avLst/>
          </a:prstGeom>
        </p:spPr>
      </p:pic>
      <p:sp>
        <p:nvSpPr>
          <p:cNvPr id="52" name="TextBox 51">
            <a:extLst>
              <a:ext uri="{FF2B5EF4-FFF2-40B4-BE49-F238E27FC236}">
                <a16:creationId xmlns:a16="http://schemas.microsoft.com/office/drawing/2014/main" id="{D8633E1B-3AA6-1D90-241D-64CB850C7CEE}"/>
              </a:ext>
            </a:extLst>
          </p:cNvPr>
          <p:cNvSpPr txBox="1"/>
          <p:nvPr/>
        </p:nvSpPr>
        <p:spPr>
          <a:xfrm>
            <a:off x="5389339" y="3748821"/>
            <a:ext cx="923579" cy="507831"/>
          </a:xfrm>
          <a:prstGeom prst="rect">
            <a:avLst/>
          </a:prstGeom>
          <a:noFill/>
        </p:spPr>
        <p:txBody>
          <a:bodyPr wrap="square" rtlCol="0">
            <a:spAutoFit/>
          </a:bodyPr>
          <a:lstStyle/>
          <a:p>
            <a:pPr algn="ctr"/>
            <a:r>
              <a:rPr lang="en-US" sz="900" b="1">
                <a:solidFill>
                  <a:schemeClr val="bg1"/>
                </a:solidFill>
                <a:latin typeface="Times New Roman"/>
                <a:cs typeface="Times New Roman"/>
              </a:rPr>
              <a:t>Agent Name Here</a:t>
            </a:r>
          </a:p>
          <a:p>
            <a:pPr algn="ctr"/>
            <a:endParaRPr lang="en-US" sz="900" b="1">
              <a:solidFill>
                <a:schemeClr val="bg1"/>
              </a:solidFill>
              <a:latin typeface="Times New Roman"/>
              <a:cs typeface="Times New Roman"/>
            </a:endParaRPr>
          </a:p>
        </p:txBody>
      </p:sp>
      <p:grpSp>
        <p:nvGrpSpPr>
          <p:cNvPr id="53" name="Group 52">
            <a:extLst>
              <a:ext uri="{FF2B5EF4-FFF2-40B4-BE49-F238E27FC236}">
                <a16:creationId xmlns:a16="http://schemas.microsoft.com/office/drawing/2014/main" id="{EBFC03AF-975A-5F1D-7EB2-6C1B0DE529EE}"/>
              </a:ext>
            </a:extLst>
          </p:cNvPr>
          <p:cNvGrpSpPr/>
          <p:nvPr/>
        </p:nvGrpSpPr>
        <p:grpSpPr>
          <a:xfrm>
            <a:off x="5672982" y="3408001"/>
            <a:ext cx="366226" cy="366225"/>
            <a:chOff x="6152962" y="3068880"/>
            <a:chExt cx="439615" cy="439615"/>
          </a:xfrm>
        </p:grpSpPr>
        <p:sp>
          <p:nvSpPr>
            <p:cNvPr id="60" name="Oval 59">
              <a:extLst>
                <a:ext uri="{FF2B5EF4-FFF2-40B4-BE49-F238E27FC236}">
                  <a16:creationId xmlns:a16="http://schemas.microsoft.com/office/drawing/2014/main" id="{0A25C959-0545-6C65-D88A-710380D18471}"/>
                </a:ext>
              </a:extLst>
            </p:cNvPr>
            <p:cNvSpPr/>
            <p:nvPr/>
          </p:nvSpPr>
          <p:spPr>
            <a:xfrm>
              <a:off x="6152962" y="3068880"/>
              <a:ext cx="439615" cy="439615"/>
            </a:xfrm>
            <a:prstGeom prst="ellipse">
              <a:avLst/>
            </a:prstGeom>
            <a:solidFill>
              <a:srgbClr val="46298F"/>
            </a:soli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latin typeface="Times New Roman"/>
                <a:cs typeface="Times New Roman"/>
              </a:endParaRPr>
            </a:p>
          </p:txBody>
        </p:sp>
        <p:pic>
          <p:nvPicPr>
            <p:cNvPr id="61" name="Graphic 60">
              <a:extLst>
                <a:ext uri="{FF2B5EF4-FFF2-40B4-BE49-F238E27FC236}">
                  <a16:creationId xmlns:a16="http://schemas.microsoft.com/office/drawing/2014/main" id="{64947018-42F0-709C-0D88-9376501B7CF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13636" y="3129554"/>
              <a:ext cx="318266" cy="318266"/>
            </a:xfrm>
            <a:prstGeom prst="rect">
              <a:avLst/>
            </a:prstGeom>
          </p:spPr>
        </p:pic>
      </p:grpSp>
      <p:pic>
        <p:nvPicPr>
          <p:cNvPr id="72" name="Graphic 71">
            <a:extLst>
              <a:ext uri="{FF2B5EF4-FFF2-40B4-BE49-F238E27FC236}">
                <a16:creationId xmlns:a16="http://schemas.microsoft.com/office/drawing/2014/main" id="{784FECAE-8BF9-F52A-330D-DD38C7826093}"/>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8530093" y="6486543"/>
            <a:ext cx="174983" cy="174983"/>
          </a:xfrm>
          <a:prstGeom prst="rect">
            <a:avLst/>
          </a:prstGeom>
        </p:spPr>
      </p:pic>
      <p:pic>
        <p:nvPicPr>
          <p:cNvPr id="73" name="Graphic 72">
            <a:extLst>
              <a:ext uri="{FF2B5EF4-FFF2-40B4-BE49-F238E27FC236}">
                <a16:creationId xmlns:a16="http://schemas.microsoft.com/office/drawing/2014/main" id="{9AEC7F51-E7AF-A6DE-67AC-5E5454DA2EC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56259" y="4565447"/>
            <a:ext cx="190437" cy="190437"/>
          </a:xfrm>
          <a:prstGeom prst="rect">
            <a:avLst/>
          </a:prstGeom>
        </p:spPr>
      </p:pic>
      <p:grpSp>
        <p:nvGrpSpPr>
          <p:cNvPr id="74" name="Group 73">
            <a:extLst>
              <a:ext uri="{FF2B5EF4-FFF2-40B4-BE49-F238E27FC236}">
                <a16:creationId xmlns:a16="http://schemas.microsoft.com/office/drawing/2014/main" id="{41C993BD-C08B-B8F8-4948-9E3A3C7E5128}"/>
              </a:ext>
            </a:extLst>
          </p:cNvPr>
          <p:cNvGrpSpPr/>
          <p:nvPr/>
        </p:nvGrpSpPr>
        <p:grpSpPr>
          <a:xfrm>
            <a:off x="2248572" y="6458122"/>
            <a:ext cx="237694" cy="246574"/>
            <a:chOff x="602713" y="3163898"/>
            <a:chExt cx="608071" cy="630788"/>
          </a:xfrm>
        </p:grpSpPr>
        <p:sp>
          <p:nvSpPr>
            <p:cNvPr id="75" name="Flowchart: Connector 74">
              <a:extLst>
                <a:ext uri="{FF2B5EF4-FFF2-40B4-BE49-F238E27FC236}">
                  <a16:creationId xmlns:a16="http://schemas.microsoft.com/office/drawing/2014/main" id="{053CEA23-0A75-6D9C-FD60-94B49609D4D3}"/>
                </a:ext>
              </a:extLst>
            </p:cNvPr>
            <p:cNvSpPr/>
            <p:nvPr/>
          </p:nvSpPr>
          <p:spPr>
            <a:xfrm>
              <a:off x="602713" y="3163898"/>
              <a:ext cx="608071" cy="630788"/>
            </a:xfrm>
            <a:prstGeom prst="flowChartConnector">
              <a:avLst/>
            </a:prstGeom>
            <a:solidFill>
              <a:srgbClr val="5637A0"/>
            </a:solidFill>
            <a:ln w="9525" cap="flat">
              <a:noFill/>
              <a:prstDash val="solid"/>
              <a:miter/>
            </a:ln>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323232"/>
                </a:solidFill>
                <a:effectLst/>
                <a:uLnTx/>
                <a:uFillTx/>
                <a:latin typeface="Times New Roman"/>
                <a:cs typeface="Times New Roman"/>
              </a:endParaRPr>
            </a:p>
          </p:txBody>
        </p:sp>
        <p:pic>
          <p:nvPicPr>
            <p:cNvPr id="76" name="Graphic 75">
              <a:extLst>
                <a:ext uri="{FF2B5EF4-FFF2-40B4-BE49-F238E27FC236}">
                  <a16:creationId xmlns:a16="http://schemas.microsoft.com/office/drawing/2014/main" id="{F19958E8-8CE8-874E-7438-41778C700C25}"/>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696753" y="3262191"/>
              <a:ext cx="419989" cy="419989"/>
            </a:xfrm>
            <a:prstGeom prst="rect">
              <a:avLst/>
            </a:prstGeom>
          </p:spPr>
        </p:pic>
      </p:grpSp>
      <p:grpSp>
        <p:nvGrpSpPr>
          <p:cNvPr id="77" name="Group 76">
            <a:extLst>
              <a:ext uri="{FF2B5EF4-FFF2-40B4-BE49-F238E27FC236}">
                <a16:creationId xmlns:a16="http://schemas.microsoft.com/office/drawing/2014/main" id="{0A0A2631-7BEA-C56A-842E-6721EAAF7CC6}"/>
              </a:ext>
            </a:extLst>
          </p:cNvPr>
          <p:cNvGrpSpPr/>
          <p:nvPr/>
        </p:nvGrpSpPr>
        <p:grpSpPr>
          <a:xfrm>
            <a:off x="3489145" y="6450747"/>
            <a:ext cx="237694" cy="246574"/>
            <a:chOff x="602713" y="3163898"/>
            <a:chExt cx="608071" cy="630788"/>
          </a:xfrm>
        </p:grpSpPr>
        <p:sp>
          <p:nvSpPr>
            <p:cNvPr id="78" name="Flowchart: Connector 55">
              <a:extLst>
                <a:ext uri="{FF2B5EF4-FFF2-40B4-BE49-F238E27FC236}">
                  <a16:creationId xmlns:a16="http://schemas.microsoft.com/office/drawing/2014/main" id="{20BFDE67-96D5-4E35-1B7D-E23F2387187F}"/>
                </a:ext>
              </a:extLst>
            </p:cNvPr>
            <p:cNvSpPr/>
            <p:nvPr/>
          </p:nvSpPr>
          <p:spPr>
            <a:xfrm>
              <a:off x="602713" y="3163898"/>
              <a:ext cx="608071" cy="630788"/>
            </a:xfrm>
            <a:prstGeom prst="flowChartConnector">
              <a:avLst/>
            </a:prstGeom>
            <a:solidFill>
              <a:srgbClr val="5637A0"/>
            </a:solidFill>
            <a:ln w="9525" cap="flat">
              <a:noFill/>
              <a:prstDash val="solid"/>
              <a:miter/>
            </a:ln>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323232"/>
                </a:solidFill>
                <a:effectLst/>
                <a:uLnTx/>
                <a:uFillTx/>
                <a:latin typeface="Times New Roman"/>
                <a:cs typeface="Times New Roman"/>
              </a:endParaRPr>
            </a:p>
          </p:txBody>
        </p:sp>
        <p:pic>
          <p:nvPicPr>
            <p:cNvPr id="79" name="Graphic 78">
              <a:extLst>
                <a:ext uri="{FF2B5EF4-FFF2-40B4-BE49-F238E27FC236}">
                  <a16:creationId xmlns:a16="http://schemas.microsoft.com/office/drawing/2014/main" id="{8677ADAF-B7B4-529B-9A82-B47B78D460A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6753" y="3262191"/>
              <a:ext cx="419989" cy="419989"/>
            </a:xfrm>
            <a:prstGeom prst="rect">
              <a:avLst/>
            </a:prstGeom>
          </p:spPr>
        </p:pic>
      </p:grpSp>
      <p:sp>
        <p:nvSpPr>
          <p:cNvPr id="80" name="TextBox 79">
            <a:extLst>
              <a:ext uri="{FF2B5EF4-FFF2-40B4-BE49-F238E27FC236}">
                <a16:creationId xmlns:a16="http://schemas.microsoft.com/office/drawing/2014/main" id="{D05AB455-53B7-7A48-B21D-4EC93CAA12F5}"/>
              </a:ext>
            </a:extLst>
          </p:cNvPr>
          <p:cNvSpPr txBox="1"/>
          <p:nvPr/>
        </p:nvSpPr>
        <p:spPr>
          <a:xfrm>
            <a:off x="2510741" y="6442910"/>
            <a:ext cx="734946" cy="276999"/>
          </a:xfrm>
          <a:prstGeom prst="rect">
            <a:avLst/>
          </a:prstGeom>
          <a:noFill/>
        </p:spPr>
        <p:txBody>
          <a:bodyPr wrap="none" rtlCol="0">
            <a:spAutoFit/>
          </a:bodyPr>
          <a:lstStyle/>
          <a:p>
            <a:pPr algn="ctr"/>
            <a:r>
              <a:rPr lang="en-US" sz="1200">
                <a:latin typeface="Times New Roman"/>
                <a:cs typeface="Times New Roman"/>
              </a:rPr>
              <a:t>Task Bot</a:t>
            </a:r>
          </a:p>
        </p:txBody>
      </p:sp>
      <p:sp>
        <p:nvSpPr>
          <p:cNvPr id="81" name="TextBox 80">
            <a:extLst>
              <a:ext uri="{FF2B5EF4-FFF2-40B4-BE49-F238E27FC236}">
                <a16:creationId xmlns:a16="http://schemas.microsoft.com/office/drawing/2014/main" id="{CF4108BC-4FEE-A319-7247-A32D4D24DAB2}"/>
              </a:ext>
            </a:extLst>
          </p:cNvPr>
          <p:cNvSpPr txBox="1"/>
          <p:nvPr/>
        </p:nvSpPr>
        <p:spPr>
          <a:xfrm>
            <a:off x="3715236" y="6435535"/>
            <a:ext cx="756234" cy="276999"/>
          </a:xfrm>
          <a:prstGeom prst="rect">
            <a:avLst/>
          </a:prstGeom>
          <a:noFill/>
        </p:spPr>
        <p:txBody>
          <a:bodyPr wrap="none" rtlCol="0">
            <a:spAutoFit/>
          </a:bodyPr>
          <a:lstStyle/>
          <a:p>
            <a:pPr algn="ctr"/>
            <a:r>
              <a:rPr lang="en-US" sz="1200">
                <a:latin typeface="Times New Roman"/>
                <a:cs typeface="Times New Roman"/>
              </a:rPr>
              <a:t>API Task</a:t>
            </a:r>
          </a:p>
        </p:txBody>
      </p:sp>
      <p:sp>
        <p:nvSpPr>
          <p:cNvPr id="82" name="TextBox 81">
            <a:extLst>
              <a:ext uri="{FF2B5EF4-FFF2-40B4-BE49-F238E27FC236}">
                <a16:creationId xmlns:a16="http://schemas.microsoft.com/office/drawing/2014/main" id="{9C19471C-690A-7E55-AE7F-8E2C090E347F}"/>
              </a:ext>
            </a:extLst>
          </p:cNvPr>
          <p:cNvSpPr txBox="1"/>
          <p:nvPr/>
        </p:nvSpPr>
        <p:spPr>
          <a:xfrm>
            <a:off x="5007014" y="6442910"/>
            <a:ext cx="1618264" cy="276999"/>
          </a:xfrm>
          <a:prstGeom prst="rect">
            <a:avLst/>
          </a:prstGeom>
          <a:noFill/>
        </p:spPr>
        <p:txBody>
          <a:bodyPr wrap="none" rtlCol="0">
            <a:spAutoFit/>
          </a:bodyPr>
          <a:lstStyle/>
          <a:p>
            <a:pPr algn="ctr"/>
            <a:r>
              <a:rPr lang="en-US" sz="1200">
                <a:latin typeface="Times New Roman"/>
                <a:cs typeface="Times New Roman"/>
              </a:rPr>
              <a:t>Document Automation</a:t>
            </a:r>
          </a:p>
        </p:txBody>
      </p:sp>
      <p:grpSp>
        <p:nvGrpSpPr>
          <p:cNvPr id="83" name="Group 82">
            <a:extLst>
              <a:ext uri="{FF2B5EF4-FFF2-40B4-BE49-F238E27FC236}">
                <a16:creationId xmlns:a16="http://schemas.microsoft.com/office/drawing/2014/main" id="{C0C6974C-9FCA-81E7-589C-366A0704AAD2}"/>
              </a:ext>
            </a:extLst>
          </p:cNvPr>
          <p:cNvGrpSpPr/>
          <p:nvPr/>
        </p:nvGrpSpPr>
        <p:grpSpPr>
          <a:xfrm>
            <a:off x="4697027" y="6468718"/>
            <a:ext cx="217266" cy="225382"/>
            <a:chOff x="602713" y="3163898"/>
            <a:chExt cx="608071" cy="630788"/>
          </a:xfrm>
        </p:grpSpPr>
        <p:sp>
          <p:nvSpPr>
            <p:cNvPr id="84" name="Flowchart: Connector 55">
              <a:extLst>
                <a:ext uri="{FF2B5EF4-FFF2-40B4-BE49-F238E27FC236}">
                  <a16:creationId xmlns:a16="http://schemas.microsoft.com/office/drawing/2014/main" id="{77633AF7-E85A-ACFE-7821-41B880ABB316}"/>
                </a:ext>
              </a:extLst>
            </p:cNvPr>
            <p:cNvSpPr/>
            <p:nvPr/>
          </p:nvSpPr>
          <p:spPr>
            <a:xfrm>
              <a:off x="602713" y="3163898"/>
              <a:ext cx="608071" cy="630788"/>
            </a:xfrm>
            <a:prstGeom prst="flowChartConnector">
              <a:avLst/>
            </a:prstGeom>
            <a:solidFill>
              <a:srgbClr val="5637A0"/>
            </a:solidFill>
            <a:ln w="9525" cap="flat">
              <a:noFill/>
              <a:prstDash val="solid"/>
              <a:miter/>
            </a:ln>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323232"/>
                </a:solidFill>
                <a:effectLst/>
                <a:uLnTx/>
                <a:uFillTx/>
                <a:latin typeface="Times New Roman"/>
                <a:cs typeface="Times New Roman"/>
              </a:endParaRPr>
            </a:p>
          </p:txBody>
        </p:sp>
        <p:pic>
          <p:nvPicPr>
            <p:cNvPr id="85" name="Graphic 84">
              <a:extLst>
                <a:ext uri="{FF2B5EF4-FFF2-40B4-BE49-F238E27FC236}">
                  <a16:creationId xmlns:a16="http://schemas.microsoft.com/office/drawing/2014/main" id="{AD4C6E73-C89F-59FA-B5DC-D06854635097}"/>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696753" y="3262191"/>
              <a:ext cx="419989" cy="419989"/>
            </a:xfrm>
            <a:prstGeom prst="rect">
              <a:avLst/>
            </a:prstGeom>
          </p:spPr>
        </p:pic>
      </p:grpSp>
      <p:grpSp>
        <p:nvGrpSpPr>
          <p:cNvPr id="86" name="Group 85">
            <a:extLst>
              <a:ext uri="{FF2B5EF4-FFF2-40B4-BE49-F238E27FC236}">
                <a16:creationId xmlns:a16="http://schemas.microsoft.com/office/drawing/2014/main" id="{710D6A2D-54C3-D7A3-399B-8DA1AE085A4B}"/>
              </a:ext>
            </a:extLst>
          </p:cNvPr>
          <p:cNvGrpSpPr/>
          <p:nvPr/>
        </p:nvGrpSpPr>
        <p:grpSpPr>
          <a:xfrm>
            <a:off x="6982810" y="6450747"/>
            <a:ext cx="237694" cy="246574"/>
            <a:chOff x="602713" y="3163898"/>
            <a:chExt cx="608071" cy="630788"/>
          </a:xfrm>
        </p:grpSpPr>
        <p:sp>
          <p:nvSpPr>
            <p:cNvPr id="87" name="Flowchart: Connector 86">
              <a:extLst>
                <a:ext uri="{FF2B5EF4-FFF2-40B4-BE49-F238E27FC236}">
                  <a16:creationId xmlns:a16="http://schemas.microsoft.com/office/drawing/2014/main" id="{B068CC86-4E7D-92E3-1F05-2F08AD20F440}"/>
                </a:ext>
              </a:extLst>
            </p:cNvPr>
            <p:cNvSpPr/>
            <p:nvPr/>
          </p:nvSpPr>
          <p:spPr>
            <a:xfrm>
              <a:off x="602713" y="3163898"/>
              <a:ext cx="608071" cy="630788"/>
            </a:xfrm>
            <a:prstGeom prst="flowChartConnector">
              <a:avLst/>
            </a:prstGeom>
            <a:solidFill>
              <a:srgbClr val="5637A0"/>
            </a:solidFill>
            <a:ln w="9525" cap="flat">
              <a:noFill/>
              <a:prstDash val="solid"/>
              <a:miter/>
            </a:ln>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323232"/>
                </a:solidFill>
                <a:effectLst/>
                <a:uLnTx/>
                <a:uFillTx/>
                <a:latin typeface="Times New Roman"/>
                <a:cs typeface="Times New Roman"/>
              </a:endParaRPr>
            </a:p>
          </p:txBody>
        </p:sp>
        <p:pic>
          <p:nvPicPr>
            <p:cNvPr id="88" name="Graphic 87">
              <a:extLst>
                <a:ext uri="{FF2B5EF4-FFF2-40B4-BE49-F238E27FC236}">
                  <a16:creationId xmlns:a16="http://schemas.microsoft.com/office/drawing/2014/main" id="{42CEA773-943A-4BBD-8493-B9FD97354821}"/>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696753" y="3262191"/>
              <a:ext cx="419989" cy="419989"/>
            </a:xfrm>
            <a:prstGeom prst="rect">
              <a:avLst/>
            </a:prstGeom>
          </p:spPr>
        </p:pic>
      </p:grpSp>
      <p:sp>
        <p:nvSpPr>
          <p:cNvPr id="89" name="TextBox 88">
            <a:extLst>
              <a:ext uri="{FF2B5EF4-FFF2-40B4-BE49-F238E27FC236}">
                <a16:creationId xmlns:a16="http://schemas.microsoft.com/office/drawing/2014/main" id="{10D23367-301A-1331-B0F3-22D5FE676063}"/>
              </a:ext>
            </a:extLst>
          </p:cNvPr>
          <p:cNvSpPr txBox="1"/>
          <p:nvPr/>
        </p:nvSpPr>
        <p:spPr>
          <a:xfrm>
            <a:off x="7182941" y="6435535"/>
            <a:ext cx="736100" cy="276999"/>
          </a:xfrm>
          <a:prstGeom prst="rect">
            <a:avLst/>
          </a:prstGeom>
          <a:noFill/>
        </p:spPr>
        <p:txBody>
          <a:bodyPr wrap="none" rtlCol="0">
            <a:spAutoFit/>
          </a:bodyPr>
          <a:lstStyle/>
          <a:p>
            <a:pPr algn="ctr"/>
            <a:r>
              <a:rPr lang="en-US" sz="1200">
                <a:latin typeface="Times New Roman"/>
                <a:cs typeface="Times New Roman"/>
              </a:rPr>
              <a:t>AI Skills</a:t>
            </a:r>
          </a:p>
        </p:txBody>
      </p:sp>
      <p:grpSp>
        <p:nvGrpSpPr>
          <p:cNvPr id="90" name="Group 89">
            <a:extLst>
              <a:ext uri="{FF2B5EF4-FFF2-40B4-BE49-F238E27FC236}">
                <a16:creationId xmlns:a16="http://schemas.microsoft.com/office/drawing/2014/main" id="{66210D48-1068-3A8E-7DC1-6F422641089E}"/>
              </a:ext>
            </a:extLst>
          </p:cNvPr>
          <p:cNvGrpSpPr/>
          <p:nvPr/>
        </p:nvGrpSpPr>
        <p:grpSpPr>
          <a:xfrm>
            <a:off x="170306" y="6458122"/>
            <a:ext cx="237694" cy="246574"/>
            <a:chOff x="7605487" y="4912741"/>
            <a:chExt cx="420084" cy="435778"/>
          </a:xfrm>
        </p:grpSpPr>
        <p:sp>
          <p:nvSpPr>
            <p:cNvPr id="91" name="Flowchart: Connector 55">
              <a:extLst>
                <a:ext uri="{FF2B5EF4-FFF2-40B4-BE49-F238E27FC236}">
                  <a16:creationId xmlns:a16="http://schemas.microsoft.com/office/drawing/2014/main" id="{FCAB160F-5B10-CD8A-7EE9-2F870F206F15}"/>
                </a:ext>
              </a:extLst>
            </p:cNvPr>
            <p:cNvSpPr/>
            <p:nvPr/>
          </p:nvSpPr>
          <p:spPr>
            <a:xfrm>
              <a:off x="7605487" y="4912741"/>
              <a:ext cx="420084" cy="435778"/>
            </a:xfrm>
            <a:prstGeom prst="flowChartConnector">
              <a:avLst/>
            </a:prstGeom>
            <a:solidFill>
              <a:srgbClr val="5637A0"/>
            </a:solidFill>
            <a:ln w="9525" cap="flat">
              <a:noFill/>
              <a:prstDash val="solid"/>
              <a:miter/>
            </a:ln>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323232"/>
                </a:solidFill>
                <a:effectLst/>
                <a:uLnTx/>
                <a:uFillTx/>
                <a:latin typeface="Times New Roman"/>
                <a:cs typeface="Times New Roman"/>
              </a:endParaRPr>
            </a:p>
          </p:txBody>
        </p:sp>
        <p:pic>
          <p:nvPicPr>
            <p:cNvPr id="92" name="Graphic 91">
              <a:extLst>
                <a:ext uri="{FF2B5EF4-FFF2-40B4-BE49-F238E27FC236}">
                  <a16:creationId xmlns:a16="http://schemas.microsoft.com/office/drawing/2014/main" id="{EA2AB610-69D8-6B6D-68E5-84BBC67FE1D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692520" y="5016330"/>
              <a:ext cx="228600" cy="228600"/>
            </a:xfrm>
            <a:prstGeom prst="rect">
              <a:avLst/>
            </a:prstGeom>
          </p:spPr>
        </p:pic>
      </p:grpSp>
      <p:sp>
        <p:nvSpPr>
          <p:cNvPr id="93" name="TextBox 92">
            <a:extLst>
              <a:ext uri="{FF2B5EF4-FFF2-40B4-BE49-F238E27FC236}">
                <a16:creationId xmlns:a16="http://schemas.microsoft.com/office/drawing/2014/main" id="{AC1F07F4-95E1-AEC0-7B21-31EEF492CD1B}"/>
              </a:ext>
            </a:extLst>
          </p:cNvPr>
          <p:cNvSpPr txBox="1"/>
          <p:nvPr/>
        </p:nvSpPr>
        <p:spPr>
          <a:xfrm>
            <a:off x="379157" y="6442910"/>
            <a:ext cx="1460464" cy="276999"/>
          </a:xfrm>
          <a:prstGeom prst="rect">
            <a:avLst/>
          </a:prstGeom>
          <a:noFill/>
        </p:spPr>
        <p:txBody>
          <a:bodyPr wrap="none" rtlCol="0">
            <a:spAutoFit/>
          </a:bodyPr>
          <a:lstStyle/>
          <a:p>
            <a:r>
              <a:rPr lang="en-US" sz="1200">
                <a:latin typeface="Times New Roman"/>
                <a:cs typeface="Times New Roman"/>
              </a:rPr>
              <a:t>Mozart Orchestrator</a:t>
            </a:r>
          </a:p>
        </p:txBody>
      </p:sp>
      <p:grpSp>
        <p:nvGrpSpPr>
          <p:cNvPr id="97" name="Group 96">
            <a:extLst>
              <a:ext uri="{FF2B5EF4-FFF2-40B4-BE49-F238E27FC236}">
                <a16:creationId xmlns:a16="http://schemas.microsoft.com/office/drawing/2014/main" id="{9898C6ED-B8C6-E7AF-81A6-1953364BD695}"/>
              </a:ext>
            </a:extLst>
          </p:cNvPr>
          <p:cNvGrpSpPr/>
          <p:nvPr/>
        </p:nvGrpSpPr>
        <p:grpSpPr>
          <a:xfrm>
            <a:off x="8125626" y="6470187"/>
            <a:ext cx="233619" cy="242347"/>
            <a:chOff x="9259757" y="5481937"/>
            <a:chExt cx="275720" cy="286021"/>
          </a:xfrm>
        </p:grpSpPr>
        <p:sp>
          <p:nvSpPr>
            <p:cNvPr id="95" name="Flowchart: Connector 55">
              <a:extLst>
                <a:ext uri="{FF2B5EF4-FFF2-40B4-BE49-F238E27FC236}">
                  <a16:creationId xmlns:a16="http://schemas.microsoft.com/office/drawing/2014/main" id="{98D2BF58-8AA7-DEE0-E451-FB72F252E196}"/>
                </a:ext>
              </a:extLst>
            </p:cNvPr>
            <p:cNvSpPr/>
            <p:nvPr/>
          </p:nvSpPr>
          <p:spPr>
            <a:xfrm>
              <a:off x="9259757" y="5481937"/>
              <a:ext cx="275720" cy="286021"/>
            </a:xfrm>
            <a:prstGeom prst="flowChartConnector">
              <a:avLst/>
            </a:prstGeom>
            <a:solidFill>
              <a:srgbClr val="5637A0"/>
            </a:solidFill>
            <a:ln w="9525" cap="flat">
              <a:noFill/>
              <a:prstDash val="solid"/>
              <a:miter/>
            </a:ln>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323232"/>
                </a:solidFill>
                <a:effectLst/>
                <a:uLnTx/>
                <a:uFillTx/>
                <a:latin typeface="Times New Roman"/>
                <a:cs typeface="Times New Roman"/>
              </a:endParaRPr>
            </a:p>
          </p:txBody>
        </p:sp>
        <p:pic>
          <p:nvPicPr>
            <p:cNvPr id="96" name="Graphic 95">
              <a:extLst>
                <a:ext uri="{FF2B5EF4-FFF2-40B4-BE49-F238E27FC236}">
                  <a16:creationId xmlns:a16="http://schemas.microsoft.com/office/drawing/2014/main" id="{D24274AA-E788-FDD7-3CD7-133AA8F01E4B}"/>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310125" y="5537456"/>
              <a:ext cx="174983" cy="174983"/>
            </a:xfrm>
            <a:prstGeom prst="rect">
              <a:avLst/>
            </a:prstGeom>
          </p:spPr>
        </p:pic>
      </p:grpSp>
      <p:sp>
        <p:nvSpPr>
          <p:cNvPr id="98" name="TextBox 97">
            <a:extLst>
              <a:ext uri="{FF2B5EF4-FFF2-40B4-BE49-F238E27FC236}">
                <a16:creationId xmlns:a16="http://schemas.microsoft.com/office/drawing/2014/main" id="{71F4D7F0-1A2E-F45C-9D43-42DAC0CDEE57}"/>
              </a:ext>
            </a:extLst>
          </p:cNvPr>
          <p:cNvSpPr txBox="1"/>
          <p:nvPr/>
        </p:nvSpPr>
        <p:spPr>
          <a:xfrm>
            <a:off x="8382285" y="6450747"/>
            <a:ext cx="1071127" cy="276999"/>
          </a:xfrm>
          <a:prstGeom prst="rect">
            <a:avLst/>
          </a:prstGeom>
          <a:noFill/>
        </p:spPr>
        <p:txBody>
          <a:bodyPr wrap="none" rtlCol="0">
            <a:spAutoFit/>
          </a:bodyPr>
          <a:lstStyle/>
          <a:p>
            <a:pPr algn="ctr"/>
            <a:r>
              <a:rPr lang="en-US" sz="1200">
                <a:latin typeface="Times New Roman"/>
                <a:cs typeface="Times New Roman"/>
              </a:rPr>
              <a:t>Control Room</a:t>
            </a:r>
          </a:p>
        </p:txBody>
      </p:sp>
      <p:grpSp>
        <p:nvGrpSpPr>
          <p:cNvPr id="102" name="Group 101">
            <a:extLst>
              <a:ext uri="{FF2B5EF4-FFF2-40B4-BE49-F238E27FC236}">
                <a16:creationId xmlns:a16="http://schemas.microsoft.com/office/drawing/2014/main" id="{E75C7358-38E6-45CA-3ACF-DC2A2184464E}"/>
              </a:ext>
            </a:extLst>
          </p:cNvPr>
          <p:cNvGrpSpPr/>
          <p:nvPr/>
        </p:nvGrpSpPr>
        <p:grpSpPr>
          <a:xfrm>
            <a:off x="6801337" y="3336095"/>
            <a:ext cx="237694" cy="246574"/>
            <a:chOff x="602713" y="3163898"/>
            <a:chExt cx="608071" cy="630788"/>
          </a:xfrm>
        </p:grpSpPr>
        <p:sp>
          <p:nvSpPr>
            <p:cNvPr id="103" name="Flowchart: Connector 102">
              <a:extLst>
                <a:ext uri="{FF2B5EF4-FFF2-40B4-BE49-F238E27FC236}">
                  <a16:creationId xmlns:a16="http://schemas.microsoft.com/office/drawing/2014/main" id="{277C454C-1FD3-994B-AC73-5B43F5AF4F64}"/>
                </a:ext>
              </a:extLst>
            </p:cNvPr>
            <p:cNvSpPr/>
            <p:nvPr/>
          </p:nvSpPr>
          <p:spPr>
            <a:xfrm>
              <a:off x="602713" y="3163898"/>
              <a:ext cx="608071" cy="630788"/>
            </a:xfrm>
            <a:prstGeom prst="flowChartConnector">
              <a:avLst/>
            </a:prstGeom>
            <a:solidFill>
              <a:srgbClr val="5637A0"/>
            </a:solidFill>
            <a:ln w="9525" cap="flat">
              <a:noFill/>
              <a:prstDash val="solid"/>
              <a:miter/>
            </a:ln>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323232"/>
                </a:solidFill>
                <a:effectLst/>
                <a:uLnTx/>
                <a:uFillTx/>
                <a:latin typeface="Times New Roman"/>
                <a:cs typeface="Times New Roman"/>
              </a:endParaRPr>
            </a:p>
          </p:txBody>
        </p:sp>
        <p:pic>
          <p:nvPicPr>
            <p:cNvPr id="104" name="Graphic 103">
              <a:extLst>
                <a:ext uri="{FF2B5EF4-FFF2-40B4-BE49-F238E27FC236}">
                  <a16:creationId xmlns:a16="http://schemas.microsoft.com/office/drawing/2014/main" id="{93FE2CF1-1F19-6BE4-FF90-6B5F89AF50E6}"/>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696753" y="3262191"/>
              <a:ext cx="419989" cy="419989"/>
            </a:xfrm>
            <a:prstGeom prst="rect">
              <a:avLst/>
            </a:prstGeom>
          </p:spPr>
        </p:pic>
      </p:grpSp>
      <p:grpSp>
        <p:nvGrpSpPr>
          <p:cNvPr id="4" name="Group 3">
            <a:extLst>
              <a:ext uri="{FF2B5EF4-FFF2-40B4-BE49-F238E27FC236}">
                <a16:creationId xmlns:a16="http://schemas.microsoft.com/office/drawing/2014/main" id="{FDBFD865-0827-248E-B023-B8E282927281}"/>
              </a:ext>
            </a:extLst>
          </p:cNvPr>
          <p:cNvGrpSpPr/>
          <p:nvPr/>
        </p:nvGrpSpPr>
        <p:grpSpPr>
          <a:xfrm>
            <a:off x="4697131" y="3166282"/>
            <a:ext cx="237694" cy="246574"/>
            <a:chOff x="602713" y="3163898"/>
            <a:chExt cx="608071" cy="630788"/>
          </a:xfrm>
        </p:grpSpPr>
        <p:sp>
          <p:nvSpPr>
            <p:cNvPr id="5" name="Flowchart: Connector 4">
              <a:extLst>
                <a:ext uri="{FF2B5EF4-FFF2-40B4-BE49-F238E27FC236}">
                  <a16:creationId xmlns:a16="http://schemas.microsoft.com/office/drawing/2014/main" id="{2CA6037D-58FC-B2B3-FF78-A56BA9EFF4BA}"/>
                </a:ext>
              </a:extLst>
            </p:cNvPr>
            <p:cNvSpPr/>
            <p:nvPr/>
          </p:nvSpPr>
          <p:spPr>
            <a:xfrm>
              <a:off x="602713" y="3163898"/>
              <a:ext cx="608071" cy="630788"/>
            </a:xfrm>
            <a:prstGeom prst="flowChartConnector">
              <a:avLst/>
            </a:prstGeom>
            <a:solidFill>
              <a:srgbClr val="5637A0"/>
            </a:solidFill>
            <a:ln w="9525" cap="flat">
              <a:noFill/>
              <a:prstDash val="solid"/>
              <a:miter/>
            </a:ln>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323232"/>
                </a:solidFill>
                <a:effectLst/>
                <a:uLnTx/>
                <a:uFillTx/>
                <a:latin typeface="Times New Roman"/>
                <a:cs typeface="Times New Roman"/>
              </a:endParaRPr>
            </a:p>
          </p:txBody>
        </p:sp>
        <p:pic>
          <p:nvPicPr>
            <p:cNvPr id="6" name="Graphic 5">
              <a:extLst>
                <a:ext uri="{FF2B5EF4-FFF2-40B4-BE49-F238E27FC236}">
                  <a16:creationId xmlns:a16="http://schemas.microsoft.com/office/drawing/2014/main" id="{97B5070A-FA0B-C046-AE2E-39172BDEE2DE}"/>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696753" y="3262191"/>
              <a:ext cx="419989" cy="419989"/>
            </a:xfrm>
            <a:prstGeom prst="rect">
              <a:avLst/>
            </a:prstGeom>
          </p:spPr>
        </p:pic>
      </p:grpSp>
      <p:grpSp>
        <p:nvGrpSpPr>
          <p:cNvPr id="7" name="Group 6">
            <a:extLst>
              <a:ext uri="{FF2B5EF4-FFF2-40B4-BE49-F238E27FC236}">
                <a16:creationId xmlns:a16="http://schemas.microsoft.com/office/drawing/2014/main" id="{3808D100-40ED-2D6A-21CE-98428BDB8366}"/>
              </a:ext>
            </a:extLst>
          </p:cNvPr>
          <p:cNvGrpSpPr/>
          <p:nvPr/>
        </p:nvGrpSpPr>
        <p:grpSpPr>
          <a:xfrm>
            <a:off x="5814730" y="2455082"/>
            <a:ext cx="237694" cy="246574"/>
            <a:chOff x="602713" y="3163898"/>
            <a:chExt cx="608071" cy="630788"/>
          </a:xfrm>
        </p:grpSpPr>
        <p:sp>
          <p:nvSpPr>
            <p:cNvPr id="8" name="Flowchart: Connector 7">
              <a:extLst>
                <a:ext uri="{FF2B5EF4-FFF2-40B4-BE49-F238E27FC236}">
                  <a16:creationId xmlns:a16="http://schemas.microsoft.com/office/drawing/2014/main" id="{4E6F8E3D-C4CA-2255-F38B-6C7303084FFC}"/>
                </a:ext>
              </a:extLst>
            </p:cNvPr>
            <p:cNvSpPr/>
            <p:nvPr/>
          </p:nvSpPr>
          <p:spPr>
            <a:xfrm>
              <a:off x="602713" y="3163898"/>
              <a:ext cx="608071" cy="630788"/>
            </a:xfrm>
            <a:prstGeom prst="flowChartConnector">
              <a:avLst/>
            </a:prstGeom>
            <a:solidFill>
              <a:srgbClr val="5637A0"/>
            </a:solidFill>
            <a:ln w="9525" cap="flat">
              <a:noFill/>
              <a:prstDash val="solid"/>
              <a:miter/>
            </a:ln>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323232"/>
                </a:solidFill>
                <a:effectLst/>
                <a:uLnTx/>
                <a:uFillTx/>
                <a:latin typeface="Times New Roman"/>
                <a:cs typeface="Times New Roman"/>
              </a:endParaRPr>
            </a:p>
          </p:txBody>
        </p:sp>
        <p:pic>
          <p:nvPicPr>
            <p:cNvPr id="9" name="Graphic 8">
              <a:extLst>
                <a:ext uri="{FF2B5EF4-FFF2-40B4-BE49-F238E27FC236}">
                  <a16:creationId xmlns:a16="http://schemas.microsoft.com/office/drawing/2014/main" id="{6EEBADDD-9F26-DE78-669D-6B94150E336D}"/>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696753" y="3262191"/>
              <a:ext cx="419989" cy="419989"/>
            </a:xfrm>
            <a:prstGeom prst="rect">
              <a:avLst/>
            </a:prstGeom>
          </p:spPr>
        </p:pic>
      </p:grpSp>
      <p:grpSp>
        <p:nvGrpSpPr>
          <p:cNvPr id="10" name="Group 9">
            <a:extLst>
              <a:ext uri="{FF2B5EF4-FFF2-40B4-BE49-F238E27FC236}">
                <a16:creationId xmlns:a16="http://schemas.microsoft.com/office/drawing/2014/main" id="{769F46A1-AD31-9368-35F7-C37A740214C9}"/>
              </a:ext>
            </a:extLst>
          </p:cNvPr>
          <p:cNvGrpSpPr/>
          <p:nvPr/>
        </p:nvGrpSpPr>
        <p:grpSpPr>
          <a:xfrm>
            <a:off x="6495450" y="4558202"/>
            <a:ext cx="237694" cy="246574"/>
            <a:chOff x="602713" y="3163898"/>
            <a:chExt cx="608071" cy="630788"/>
          </a:xfrm>
        </p:grpSpPr>
        <p:sp>
          <p:nvSpPr>
            <p:cNvPr id="11" name="Flowchart: Connector 10">
              <a:extLst>
                <a:ext uri="{FF2B5EF4-FFF2-40B4-BE49-F238E27FC236}">
                  <a16:creationId xmlns:a16="http://schemas.microsoft.com/office/drawing/2014/main" id="{20AF599C-1744-7C86-E188-A2E981E54DE9}"/>
                </a:ext>
              </a:extLst>
            </p:cNvPr>
            <p:cNvSpPr/>
            <p:nvPr/>
          </p:nvSpPr>
          <p:spPr>
            <a:xfrm>
              <a:off x="602713" y="3163898"/>
              <a:ext cx="608071" cy="630788"/>
            </a:xfrm>
            <a:prstGeom prst="flowChartConnector">
              <a:avLst/>
            </a:prstGeom>
            <a:solidFill>
              <a:srgbClr val="5637A0"/>
            </a:solidFill>
            <a:ln w="9525" cap="flat">
              <a:noFill/>
              <a:prstDash val="solid"/>
              <a:miter/>
            </a:ln>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323232"/>
                </a:solidFill>
                <a:effectLst/>
                <a:uLnTx/>
                <a:uFillTx/>
                <a:latin typeface="Times New Roman"/>
                <a:cs typeface="Times New Roman"/>
              </a:endParaRPr>
            </a:p>
          </p:txBody>
        </p:sp>
        <p:pic>
          <p:nvPicPr>
            <p:cNvPr id="12" name="Graphic 11">
              <a:extLst>
                <a:ext uri="{FF2B5EF4-FFF2-40B4-BE49-F238E27FC236}">
                  <a16:creationId xmlns:a16="http://schemas.microsoft.com/office/drawing/2014/main" id="{BEA99F14-68C9-0632-36EE-D41AFFD4BB6E}"/>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696753" y="3262191"/>
              <a:ext cx="419989" cy="419989"/>
            </a:xfrm>
            <a:prstGeom prst="rect">
              <a:avLst/>
            </a:prstGeom>
          </p:spPr>
        </p:pic>
      </p:grpSp>
      <p:grpSp>
        <p:nvGrpSpPr>
          <p:cNvPr id="13" name="Group 12">
            <a:extLst>
              <a:ext uri="{FF2B5EF4-FFF2-40B4-BE49-F238E27FC236}">
                <a16:creationId xmlns:a16="http://schemas.microsoft.com/office/drawing/2014/main" id="{E0F39D26-9CED-20E1-4ED3-198C9F211DB4}"/>
              </a:ext>
            </a:extLst>
          </p:cNvPr>
          <p:cNvGrpSpPr/>
          <p:nvPr/>
        </p:nvGrpSpPr>
        <p:grpSpPr>
          <a:xfrm>
            <a:off x="5032410" y="4568362"/>
            <a:ext cx="237694" cy="246574"/>
            <a:chOff x="602713" y="3163898"/>
            <a:chExt cx="608071" cy="630788"/>
          </a:xfrm>
        </p:grpSpPr>
        <p:sp>
          <p:nvSpPr>
            <p:cNvPr id="14" name="Flowchart: Connector 13">
              <a:extLst>
                <a:ext uri="{FF2B5EF4-FFF2-40B4-BE49-F238E27FC236}">
                  <a16:creationId xmlns:a16="http://schemas.microsoft.com/office/drawing/2014/main" id="{BD58C02E-6EB5-2077-0B3A-9AC9AF9B4F34}"/>
                </a:ext>
              </a:extLst>
            </p:cNvPr>
            <p:cNvSpPr/>
            <p:nvPr/>
          </p:nvSpPr>
          <p:spPr>
            <a:xfrm>
              <a:off x="602713" y="3163898"/>
              <a:ext cx="608071" cy="630788"/>
            </a:xfrm>
            <a:prstGeom prst="flowChartConnector">
              <a:avLst/>
            </a:prstGeom>
            <a:solidFill>
              <a:srgbClr val="5637A0"/>
            </a:solidFill>
            <a:ln w="9525" cap="flat">
              <a:noFill/>
              <a:prstDash val="solid"/>
              <a:miter/>
            </a:ln>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323232"/>
                </a:solidFill>
                <a:effectLst/>
                <a:uLnTx/>
                <a:uFillTx/>
                <a:latin typeface="Times New Roman"/>
                <a:cs typeface="Times New Roman"/>
              </a:endParaRPr>
            </a:p>
          </p:txBody>
        </p:sp>
        <p:pic>
          <p:nvPicPr>
            <p:cNvPr id="15" name="Graphic 14">
              <a:extLst>
                <a:ext uri="{FF2B5EF4-FFF2-40B4-BE49-F238E27FC236}">
                  <a16:creationId xmlns:a16="http://schemas.microsoft.com/office/drawing/2014/main" id="{5292C2C4-2045-4FF8-A6ED-283409052D85}"/>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696753" y="3262191"/>
              <a:ext cx="419989" cy="419989"/>
            </a:xfrm>
            <a:prstGeom prst="rect">
              <a:avLst/>
            </a:prstGeom>
          </p:spPr>
        </p:pic>
      </p:grpSp>
    </p:spTree>
    <p:custDataLst>
      <p:tags r:id="rId1"/>
    </p:custDataLst>
    <p:extLst>
      <p:ext uri="{BB962C8B-B14F-4D97-AF65-F5344CB8AC3E}">
        <p14:creationId xmlns:p14="http://schemas.microsoft.com/office/powerpoint/2010/main" val="3032710663"/>
      </p:ext>
    </p:extLst>
  </p:cSld>
  <p:clrMapOvr>
    <a:masterClrMapping/>
  </p:clrMapOvr>
  <mc:AlternateContent xmlns:mc="http://schemas.openxmlformats.org/markup-compatibility/2006">
    <mc:Choice xmlns:p14="http://schemas.microsoft.com/office/powerpoint/2010/main" Requires="p14">
      <p:transition spd="slow" p14:dur="2000" advTm="133664"/>
    </mc:Choice>
    <mc:Fallback>
      <p:transition spd="slow" advTm="133664"/>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8F25D-9377-1BA1-B379-E9D83CB3B51F}"/>
            </a:ext>
          </a:extLst>
        </p:cNvPr>
        <p:cNvGrpSpPr/>
        <p:nvPr/>
      </p:nvGrpSpPr>
      <p:grpSpPr>
        <a:xfrm>
          <a:off x="0" y="0"/>
          <a:ext cx="0" cy="0"/>
          <a:chOff x="0" y="0"/>
          <a:chExt cx="0" cy="0"/>
        </a:xfrm>
      </p:grpSpPr>
      <p:sp>
        <p:nvSpPr>
          <p:cNvPr id="36" name="Rectangle: Rounded Corners 35">
            <a:extLst>
              <a:ext uri="{FF2B5EF4-FFF2-40B4-BE49-F238E27FC236}">
                <a16:creationId xmlns:a16="http://schemas.microsoft.com/office/drawing/2014/main" id="{183DAB28-42F8-BA3E-162F-7AFF92905CCB}"/>
              </a:ext>
            </a:extLst>
          </p:cNvPr>
          <p:cNvSpPr>
            <a:spLocks/>
          </p:cNvSpPr>
          <p:nvPr/>
        </p:nvSpPr>
        <p:spPr>
          <a:xfrm>
            <a:off x="8058352" y="1920679"/>
            <a:ext cx="1463040" cy="411480"/>
          </a:xfrm>
          <a:prstGeom prst="round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444500">
              <a:lnSpc>
                <a:spcPct val="90000"/>
              </a:lnSpc>
              <a:spcBef>
                <a:spcPct val="0"/>
              </a:spcBef>
              <a:spcAft>
                <a:spcPct val="35000"/>
              </a:spcAft>
            </a:pPr>
            <a:r>
              <a:rPr lang="en-US" sz="1050">
                <a:solidFill>
                  <a:schemeClr val="bg1"/>
                </a:solidFill>
                <a:latin typeface="Times New Roman"/>
                <a:ea typeface="+mn-lt"/>
                <a:cs typeface="Times New Roman"/>
              </a:rPr>
              <a:t>Platform specific package</a:t>
            </a:r>
            <a:endParaRPr lang="en-US">
              <a:solidFill>
                <a:schemeClr val="bg1"/>
              </a:solidFill>
              <a:latin typeface="Times New Roman"/>
              <a:cs typeface="Times New Roman"/>
            </a:endParaRPr>
          </a:p>
        </p:txBody>
      </p:sp>
      <p:sp>
        <p:nvSpPr>
          <p:cNvPr id="58" name="Rectangle: Rounded Corners 57">
            <a:extLst>
              <a:ext uri="{FF2B5EF4-FFF2-40B4-BE49-F238E27FC236}">
                <a16:creationId xmlns:a16="http://schemas.microsoft.com/office/drawing/2014/main" id="{69CDA230-7772-C015-5A6E-238A8EF8EF73}"/>
              </a:ext>
            </a:extLst>
          </p:cNvPr>
          <p:cNvSpPr>
            <a:spLocks/>
          </p:cNvSpPr>
          <p:nvPr/>
        </p:nvSpPr>
        <p:spPr>
          <a:xfrm>
            <a:off x="4595826" y="1928082"/>
            <a:ext cx="1463040" cy="411480"/>
          </a:xfrm>
          <a:prstGeom prst="round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444500">
              <a:lnSpc>
                <a:spcPct val="90000"/>
              </a:lnSpc>
              <a:spcBef>
                <a:spcPct val="0"/>
              </a:spcBef>
              <a:spcAft>
                <a:spcPct val="35000"/>
              </a:spcAft>
            </a:pPr>
            <a:r>
              <a:rPr lang="en-US" sz="1050">
                <a:solidFill>
                  <a:schemeClr val="bg1"/>
                </a:solidFill>
                <a:latin typeface="Times New Roman"/>
                <a:ea typeface="+mn-lt"/>
                <a:cs typeface="Times New Roman"/>
              </a:rPr>
              <a:t>AI Skills to understand content</a:t>
            </a:r>
            <a:endParaRPr lang="en-US">
              <a:solidFill>
                <a:schemeClr val="bg1"/>
              </a:solidFill>
              <a:latin typeface="Times New Roman"/>
              <a:cs typeface="Times New Roman"/>
            </a:endParaRPr>
          </a:p>
        </p:txBody>
      </p:sp>
      <p:sp>
        <p:nvSpPr>
          <p:cNvPr id="61" name="Rectangle: Rounded Corners 60">
            <a:extLst>
              <a:ext uri="{FF2B5EF4-FFF2-40B4-BE49-F238E27FC236}">
                <a16:creationId xmlns:a16="http://schemas.microsoft.com/office/drawing/2014/main" id="{18DA07BD-1EED-24FE-6864-370248AB6259}"/>
              </a:ext>
            </a:extLst>
          </p:cNvPr>
          <p:cNvSpPr>
            <a:spLocks/>
          </p:cNvSpPr>
          <p:nvPr/>
        </p:nvSpPr>
        <p:spPr>
          <a:xfrm>
            <a:off x="4595826" y="2410562"/>
            <a:ext cx="1463040" cy="411480"/>
          </a:xfrm>
          <a:prstGeom prst="round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444500">
              <a:lnSpc>
                <a:spcPct val="90000"/>
              </a:lnSpc>
              <a:spcBef>
                <a:spcPct val="0"/>
              </a:spcBef>
              <a:spcAft>
                <a:spcPct val="35000"/>
              </a:spcAft>
            </a:pPr>
            <a:r>
              <a:rPr lang="en-US" sz="1050">
                <a:solidFill>
                  <a:schemeClr val="bg1"/>
                </a:solidFill>
                <a:latin typeface="Times New Roman"/>
                <a:ea typeface="+mn-lt"/>
                <a:cs typeface="Times New Roman"/>
              </a:rPr>
              <a:t>Platform specific package</a:t>
            </a:r>
            <a:endParaRPr lang="en-US">
              <a:solidFill>
                <a:schemeClr val="bg1"/>
              </a:solidFill>
              <a:latin typeface="Times New Roman"/>
              <a:cs typeface="Times New Roman"/>
            </a:endParaRPr>
          </a:p>
        </p:txBody>
      </p:sp>
      <p:sp>
        <p:nvSpPr>
          <p:cNvPr id="76" name="Rectangle: Rounded Corners 75">
            <a:extLst>
              <a:ext uri="{FF2B5EF4-FFF2-40B4-BE49-F238E27FC236}">
                <a16:creationId xmlns:a16="http://schemas.microsoft.com/office/drawing/2014/main" id="{9EE5F561-B3E6-0B7C-9C66-DA407B94BFE5}"/>
              </a:ext>
            </a:extLst>
          </p:cNvPr>
          <p:cNvSpPr>
            <a:spLocks/>
          </p:cNvSpPr>
          <p:nvPr/>
        </p:nvSpPr>
        <p:spPr>
          <a:xfrm>
            <a:off x="2838928" y="1922810"/>
            <a:ext cx="1463040" cy="411480"/>
          </a:xfrm>
          <a:prstGeom prst="round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defTabSz="444500">
              <a:lnSpc>
                <a:spcPct val="90000"/>
              </a:lnSpc>
              <a:spcBef>
                <a:spcPct val="0"/>
              </a:spcBef>
              <a:spcAft>
                <a:spcPct val="35000"/>
              </a:spcAft>
            </a:pPr>
            <a:r>
              <a:rPr lang="en-US" sz="1050">
                <a:solidFill>
                  <a:schemeClr val="bg1"/>
                </a:solidFill>
                <a:latin typeface="Times New Roman"/>
                <a:cs typeface="Times New Roman"/>
              </a:rPr>
              <a:t>In memory from start process</a:t>
            </a:r>
          </a:p>
        </p:txBody>
      </p:sp>
      <p:sp>
        <p:nvSpPr>
          <p:cNvPr id="85" name="Rectangle: Rounded Corners 84">
            <a:extLst>
              <a:ext uri="{FF2B5EF4-FFF2-40B4-BE49-F238E27FC236}">
                <a16:creationId xmlns:a16="http://schemas.microsoft.com/office/drawing/2014/main" id="{E4320F60-2DAB-EEF3-4272-ADD36C0A7E6F}"/>
              </a:ext>
            </a:extLst>
          </p:cNvPr>
          <p:cNvSpPr>
            <a:spLocks/>
          </p:cNvSpPr>
          <p:nvPr/>
        </p:nvSpPr>
        <p:spPr>
          <a:xfrm>
            <a:off x="1035098" y="1923469"/>
            <a:ext cx="1463040" cy="411480"/>
          </a:xfrm>
          <a:prstGeom prst="round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defTabSz="444500">
              <a:lnSpc>
                <a:spcPct val="90000"/>
              </a:lnSpc>
              <a:spcBef>
                <a:spcPct val="0"/>
              </a:spcBef>
              <a:spcAft>
                <a:spcPct val="35000"/>
              </a:spcAft>
            </a:pPr>
            <a:r>
              <a:rPr lang="en-US" sz="1050">
                <a:solidFill>
                  <a:schemeClr val="bg1"/>
                </a:solidFill>
                <a:latin typeface="Times New Roman"/>
                <a:cs typeface="Times New Roman"/>
              </a:rPr>
              <a:t>Event Listener</a:t>
            </a:r>
          </a:p>
        </p:txBody>
      </p:sp>
      <p:sp>
        <p:nvSpPr>
          <p:cNvPr id="2" name="Text Placeholder 1">
            <a:extLst>
              <a:ext uri="{FF2B5EF4-FFF2-40B4-BE49-F238E27FC236}">
                <a16:creationId xmlns:a16="http://schemas.microsoft.com/office/drawing/2014/main" id="{83F97022-56AE-83E6-C0F3-2CD069D63DD6}"/>
              </a:ext>
            </a:extLst>
          </p:cNvPr>
          <p:cNvSpPr>
            <a:spLocks noGrp="1"/>
          </p:cNvSpPr>
          <p:nvPr>
            <p:ph type="body" sz="quarter" idx="13"/>
          </p:nvPr>
        </p:nvSpPr>
        <p:spPr>
          <a:xfrm>
            <a:off x="293506" y="275698"/>
            <a:ext cx="11345400" cy="598331"/>
          </a:xfrm>
        </p:spPr>
        <p:txBody>
          <a:bodyPr/>
          <a:lstStyle/>
          <a:p>
            <a:r>
              <a:rPr lang="en-US">
                <a:latin typeface="Times New Roman"/>
                <a:cs typeface="Times New Roman"/>
              </a:rPr>
              <a:t>Consolidated Technology Options for Solution Patterns </a:t>
            </a:r>
          </a:p>
        </p:txBody>
      </p:sp>
      <p:grpSp>
        <p:nvGrpSpPr>
          <p:cNvPr id="7" name="Group 6">
            <a:extLst>
              <a:ext uri="{FF2B5EF4-FFF2-40B4-BE49-F238E27FC236}">
                <a16:creationId xmlns:a16="http://schemas.microsoft.com/office/drawing/2014/main" id="{8F3BF2B3-3F79-A3F6-9167-A446DC258D33}"/>
              </a:ext>
            </a:extLst>
          </p:cNvPr>
          <p:cNvGrpSpPr>
            <a:grpSpLocks/>
          </p:cNvGrpSpPr>
          <p:nvPr/>
        </p:nvGrpSpPr>
        <p:grpSpPr>
          <a:xfrm>
            <a:off x="6808748" y="967014"/>
            <a:ext cx="527248" cy="527248"/>
            <a:chOff x="5696826" y="2013666"/>
            <a:chExt cx="1151891" cy="1151891"/>
          </a:xfrm>
        </p:grpSpPr>
        <p:sp>
          <p:nvSpPr>
            <p:cNvPr id="8" name="Oval 7">
              <a:extLst>
                <a:ext uri="{FF2B5EF4-FFF2-40B4-BE49-F238E27FC236}">
                  <a16:creationId xmlns:a16="http://schemas.microsoft.com/office/drawing/2014/main" id="{16E1C8E0-F15F-46A8-D90F-C67EC70E515D}"/>
                </a:ext>
              </a:extLst>
            </p:cNvPr>
            <p:cNvSpPr>
              <a:spLocks/>
            </p:cNvSpPr>
            <p:nvPr/>
          </p:nvSpPr>
          <p:spPr>
            <a:xfrm>
              <a:off x="5696826" y="2013666"/>
              <a:ext cx="1151891" cy="1151891"/>
            </a:xfrm>
            <a:prstGeom prst="ellipse">
              <a:avLst/>
            </a:prstGeom>
            <a:no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a:cs typeface="Times New Roman"/>
              </a:endParaRPr>
            </a:p>
          </p:txBody>
        </p:sp>
        <p:pic>
          <p:nvPicPr>
            <p:cNvPr id="9" name="Graphic 8" descr="Head with gears with solid fill">
              <a:extLst>
                <a:ext uri="{FF2B5EF4-FFF2-40B4-BE49-F238E27FC236}">
                  <a16:creationId xmlns:a16="http://schemas.microsoft.com/office/drawing/2014/main" id="{CF6E2417-B1FA-9DEC-D456-E5DCBD2A7B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15571" y="2132411"/>
              <a:ext cx="914400" cy="914400"/>
            </a:xfrm>
            <a:prstGeom prst="rect">
              <a:avLst/>
            </a:prstGeom>
          </p:spPr>
        </p:pic>
      </p:grpSp>
      <p:grpSp>
        <p:nvGrpSpPr>
          <p:cNvPr id="10" name="Group 9">
            <a:extLst>
              <a:ext uri="{FF2B5EF4-FFF2-40B4-BE49-F238E27FC236}">
                <a16:creationId xmlns:a16="http://schemas.microsoft.com/office/drawing/2014/main" id="{8330DF49-331A-952F-3D7B-A0521465056D}"/>
              </a:ext>
            </a:extLst>
          </p:cNvPr>
          <p:cNvGrpSpPr>
            <a:grpSpLocks/>
          </p:cNvGrpSpPr>
          <p:nvPr/>
        </p:nvGrpSpPr>
        <p:grpSpPr>
          <a:xfrm>
            <a:off x="3336741" y="967014"/>
            <a:ext cx="527248" cy="527248"/>
            <a:chOff x="876010" y="2013666"/>
            <a:chExt cx="1151891" cy="1151891"/>
          </a:xfrm>
        </p:grpSpPr>
        <p:pic>
          <p:nvPicPr>
            <p:cNvPr id="11" name="Graphic 10" descr="Play with solid fill">
              <a:extLst>
                <a:ext uri="{FF2B5EF4-FFF2-40B4-BE49-F238E27FC236}">
                  <a16:creationId xmlns:a16="http://schemas.microsoft.com/office/drawing/2014/main" id="{3B801B00-EEAC-2BD8-5902-CDD4667FDC5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1410" y="2132411"/>
              <a:ext cx="914400" cy="914400"/>
            </a:xfrm>
            <a:prstGeom prst="rect">
              <a:avLst/>
            </a:prstGeom>
          </p:spPr>
        </p:pic>
        <p:sp>
          <p:nvSpPr>
            <p:cNvPr id="12" name="Oval 11">
              <a:extLst>
                <a:ext uri="{FF2B5EF4-FFF2-40B4-BE49-F238E27FC236}">
                  <a16:creationId xmlns:a16="http://schemas.microsoft.com/office/drawing/2014/main" id="{1D9E6972-6D4E-C3A5-A19B-1EE39DB59E35}"/>
                </a:ext>
              </a:extLst>
            </p:cNvPr>
            <p:cNvSpPr>
              <a:spLocks/>
            </p:cNvSpPr>
            <p:nvPr/>
          </p:nvSpPr>
          <p:spPr>
            <a:xfrm>
              <a:off x="876010" y="2013666"/>
              <a:ext cx="1151891" cy="1151891"/>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a:cs typeface="Times New Roman"/>
              </a:endParaRPr>
            </a:p>
          </p:txBody>
        </p:sp>
      </p:grpSp>
      <p:grpSp>
        <p:nvGrpSpPr>
          <p:cNvPr id="13" name="Group 12">
            <a:extLst>
              <a:ext uri="{FF2B5EF4-FFF2-40B4-BE49-F238E27FC236}">
                <a16:creationId xmlns:a16="http://schemas.microsoft.com/office/drawing/2014/main" id="{29798285-98BE-A0CD-32D7-1B765CAE600B}"/>
              </a:ext>
            </a:extLst>
          </p:cNvPr>
          <p:cNvGrpSpPr>
            <a:grpSpLocks noChangeAspect="1"/>
          </p:cNvGrpSpPr>
          <p:nvPr/>
        </p:nvGrpSpPr>
        <p:grpSpPr>
          <a:xfrm>
            <a:off x="5062048" y="956318"/>
            <a:ext cx="548641" cy="548640"/>
            <a:chOff x="3292768" y="3923153"/>
            <a:chExt cx="1151891" cy="1151891"/>
          </a:xfrm>
        </p:grpSpPr>
        <p:sp>
          <p:nvSpPr>
            <p:cNvPr id="14" name="Oval 13">
              <a:extLst>
                <a:ext uri="{FF2B5EF4-FFF2-40B4-BE49-F238E27FC236}">
                  <a16:creationId xmlns:a16="http://schemas.microsoft.com/office/drawing/2014/main" id="{9AF09879-0BE4-FA72-F769-EFA6A5EEA9B1}"/>
                </a:ext>
              </a:extLst>
            </p:cNvPr>
            <p:cNvSpPr>
              <a:spLocks/>
            </p:cNvSpPr>
            <p:nvPr/>
          </p:nvSpPr>
          <p:spPr>
            <a:xfrm>
              <a:off x="3292768" y="3923153"/>
              <a:ext cx="1151891" cy="1151891"/>
            </a:xfrm>
            <a:prstGeom prst="ellipse">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latin typeface="Times New Roman"/>
                <a:cs typeface="Times New Roman"/>
              </a:endParaRPr>
            </a:p>
          </p:txBody>
        </p:sp>
        <p:pic>
          <p:nvPicPr>
            <p:cNvPr id="15" name="Graphic 14" descr="Folder Search with solid fill">
              <a:extLst>
                <a:ext uri="{FF2B5EF4-FFF2-40B4-BE49-F238E27FC236}">
                  <a16:creationId xmlns:a16="http://schemas.microsoft.com/office/drawing/2014/main" id="{A6219120-73E6-7824-678C-552D3CC8C00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11513" y="4041898"/>
              <a:ext cx="914400" cy="914400"/>
            </a:xfrm>
            <a:prstGeom prst="rect">
              <a:avLst/>
            </a:prstGeom>
          </p:spPr>
        </p:pic>
      </p:grpSp>
      <p:grpSp>
        <p:nvGrpSpPr>
          <p:cNvPr id="16" name="Group 15">
            <a:extLst>
              <a:ext uri="{FF2B5EF4-FFF2-40B4-BE49-F238E27FC236}">
                <a16:creationId xmlns:a16="http://schemas.microsoft.com/office/drawing/2014/main" id="{C2056FE6-1744-80FB-EB43-4C53C0245D63}"/>
              </a:ext>
            </a:extLst>
          </p:cNvPr>
          <p:cNvGrpSpPr>
            <a:grpSpLocks noChangeAspect="1"/>
          </p:cNvGrpSpPr>
          <p:nvPr/>
        </p:nvGrpSpPr>
        <p:grpSpPr>
          <a:xfrm>
            <a:off x="8534055" y="956318"/>
            <a:ext cx="548640" cy="548640"/>
            <a:chOff x="8101758" y="3923153"/>
            <a:chExt cx="1151891" cy="1151891"/>
          </a:xfrm>
        </p:grpSpPr>
        <p:sp>
          <p:nvSpPr>
            <p:cNvPr id="17" name="Oval 16">
              <a:extLst>
                <a:ext uri="{FF2B5EF4-FFF2-40B4-BE49-F238E27FC236}">
                  <a16:creationId xmlns:a16="http://schemas.microsoft.com/office/drawing/2014/main" id="{4C3BBE77-C68D-736D-4423-93D579953EBA}"/>
                </a:ext>
              </a:extLst>
            </p:cNvPr>
            <p:cNvSpPr>
              <a:spLocks/>
            </p:cNvSpPr>
            <p:nvPr/>
          </p:nvSpPr>
          <p:spPr>
            <a:xfrm>
              <a:off x="8101758" y="3923153"/>
              <a:ext cx="1151891" cy="1151891"/>
            </a:xfrm>
            <a:prstGeom prst="ellipse">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latin typeface="Times New Roman"/>
                <a:cs typeface="Times New Roman"/>
              </a:endParaRPr>
            </a:p>
          </p:txBody>
        </p:sp>
        <p:pic>
          <p:nvPicPr>
            <p:cNvPr id="18" name="Graphic 17" descr="Workflow with solid fill">
              <a:extLst>
                <a:ext uri="{FF2B5EF4-FFF2-40B4-BE49-F238E27FC236}">
                  <a16:creationId xmlns:a16="http://schemas.microsoft.com/office/drawing/2014/main" id="{38566D3B-CE32-0ACC-B91B-7F223BE646E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20503" y="4041898"/>
              <a:ext cx="914400" cy="914400"/>
            </a:xfrm>
            <a:prstGeom prst="rect">
              <a:avLst/>
            </a:prstGeom>
          </p:spPr>
        </p:pic>
      </p:grpSp>
      <p:grpSp>
        <p:nvGrpSpPr>
          <p:cNvPr id="19" name="Group 18">
            <a:extLst>
              <a:ext uri="{FF2B5EF4-FFF2-40B4-BE49-F238E27FC236}">
                <a16:creationId xmlns:a16="http://schemas.microsoft.com/office/drawing/2014/main" id="{9177CFF7-1A38-E92D-AA79-3FAA85D0655F}"/>
              </a:ext>
            </a:extLst>
          </p:cNvPr>
          <p:cNvGrpSpPr>
            <a:grpSpLocks noChangeAspect="1"/>
          </p:cNvGrpSpPr>
          <p:nvPr/>
        </p:nvGrpSpPr>
        <p:grpSpPr>
          <a:xfrm>
            <a:off x="10280755" y="956318"/>
            <a:ext cx="548639" cy="548640"/>
            <a:chOff x="10352491" y="3923153"/>
            <a:chExt cx="1151891" cy="1151891"/>
          </a:xfrm>
        </p:grpSpPr>
        <p:sp>
          <p:nvSpPr>
            <p:cNvPr id="20" name="Oval 19">
              <a:extLst>
                <a:ext uri="{FF2B5EF4-FFF2-40B4-BE49-F238E27FC236}">
                  <a16:creationId xmlns:a16="http://schemas.microsoft.com/office/drawing/2014/main" id="{ACD74C29-B1DF-822F-3119-632325A83392}"/>
                </a:ext>
              </a:extLst>
            </p:cNvPr>
            <p:cNvSpPr>
              <a:spLocks/>
            </p:cNvSpPr>
            <p:nvPr/>
          </p:nvSpPr>
          <p:spPr>
            <a:xfrm>
              <a:off x="10352491" y="3923153"/>
              <a:ext cx="1151891" cy="1151891"/>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latin typeface="Times New Roman"/>
                <a:cs typeface="Times New Roman"/>
              </a:endParaRPr>
            </a:p>
          </p:txBody>
        </p:sp>
        <p:pic>
          <p:nvPicPr>
            <p:cNvPr id="21" name="Graphic 20" descr="Checklist with solid fill">
              <a:extLst>
                <a:ext uri="{FF2B5EF4-FFF2-40B4-BE49-F238E27FC236}">
                  <a16:creationId xmlns:a16="http://schemas.microsoft.com/office/drawing/2014/main" id="{EC753D39-86FB-04DC-2305-2DBFABB3AA5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471236" y="4041898"/>
              <a:ext cx="914400" cy="914400"/>
            </a:xfrm>
            <a:prstGeom prst="rect">
              <a:avLst/>
            </a:prstGeom>
          </p:spPr>
        </p:pic>
      </p:grpSp>
      <p:sp>
        <p:nvSpPr>
          <p:cNvPr id="3" name="TextBox 2">
            <a:extLst>
              <a:ext uri="{FF2B5EF4-FFF2-40B4-BE49-F238E27FC236}">
                <a16:creationId xmlns:a16="http://schemas.microsoft.com/office/drawing/2014/main" id="{AEE31CF8-F666-CD4A-C167-86BF45F02CA0}"/>
              </a:ext>
            </a:extLst>
          </p:cNvPr>
          <p:cNvSpPr txBox="1">
            <a:spLocks/>
          </p:cNvSpPr>
          <p:nvPr/>
        </p:nvSpPr>
        <p:spPr>
          <a:xfrm>
            <a:off x="4635469" y="1586246"/>
            <a:ext cx="1477618" cy="261610"/>
          </a:xfrm>
          <a:prstGeom prst="rect">
            <a:avLst/>
          </a:prstGeom>
          <a:noFill/>
        </p:spPr>
        <p:txBody>
          <a:bodyPr wrap="square" rtlCol="0">
            <a:spAutoFit/>
          </a:bodyPr>
          <a:lstStyle/>
          <a:p>
            <a:pPr algn="ctr"/>
            <a:r>
              <a:rPr lang="en-US" sz="1100">
                <a:latin typeface="Times New Roman"/>
                <a:cs typeface="Times New Roman"/>
              </a:rPr>
              <a:t>Gather</a:t>
            </a:r>
            <a:r>
              <a:rPr lang="en-US" sz="1100" b="1">
                <a:latin typeface="Times New Roman"/>
                <a:cs typeface="Times New Roman"/>
              </a:rPr>
              <a:t> </a:t>
            </a:r>
            <a:r>
              <a:rPr lang="en-US" sz="1100">
                <a:latin typeface="Times New Roman"/>
                <a:cs typeface="Times New Roman"/>
              </a:rPr>
              <a:t>Information</a:t>
            </a:r>
          </a:p>
        </p:txBody>
      </p:sp>
      <p:sp>
        <p:nvSpPr>
          <p:cNvPr id="4" name="TextBox 3">
            <a:extLst>
              <a:ext uri="{FF2B5EF4-FFF2-40B4-BE49-F238E27FC236}">
                <a16:creationId xmlns:a16="http://schemas.microsoft.com/office/drawing/2014/main" id="{B538B373-0EB3-BAFC-D8EB-2E163046D741}"/>
              </a:ext>
            </a:extLst>
          </p:cNvPr>
          <p:cNvSpPr txBox="1">
            <a:spLocks/>
          </p:cNvSpPr>
          <p:nvPr/>
        </p:nvSpPr>
        <p:spPr>
          <a:xfrm>
            <a:off x="6286506" y="1586246"/>
            <a:ext cx="1477618" cy="261610"/>
          </a:xfrm>
          <a:prstGeom prst="rect">
            <a:avLst/>
          </a:prstGeom>
          <a:noFill/>
        </p:spPr>
        <p:txBody>
          <a:bodyPr wrap="square" rtlCol="0">
            <a:spAutoFit/>
          </a:bodyPr>
          <a:lstStyle/>
          <a:p>
            <a:pPr algn="ctr"/>
            <a:r>
              <a:rPr lang="en-US" sz="1100">
                <a:latin typeface="Times New Roman"/>
                <a:cs typeface="Times New Roman"/>
              </a:rPr>
              <a:t>Determine Actions</a:t>
            </a:r>
          </a:p>
        </p:txBody>
      </p:sp>
      <p:sp>
        <p:nvSpPr>
          <p:cNvPr id="22" name="TextBox 21">
            <a:extLst>
              <a:ext uri="{FF2B5EF4-FFF2-40B4-BE49-F238E27FC236}">
                <a16:creationId xmlns:a16="http://schemas.microsoft.com/office/drawing/2014/main" id="{D4FF88CE-CCCB-08AD-BF89-99DBE137DC0D}"/>
              </a:ext>
            </a:extLst>
          </p:cNvPr>
          <p:cNvSpPr txBox="1">
            <a:spLocks/>
          </p:cNvSpPr>
          <p:nvPr/>
        </p:nvSpPr>
        <p:spPr>
          <a:xfrm>
            <a:off x="8051063" y="1586246"/>
            <a:ext cx="1477618" cy="261610"/>
          </a:xfrm>
          <a:prstGeom prst="rect">
            <a:avLst/>
          </a:prstGeom>
          <a:noFill/>
        </p:spPr>
        <p:txBody>
          <a:bodyPr wrap="square" rtlCol="0">
            <a:spAutoFit/>
          </a:bodyPr>
          <a:lstStyle/>
          <a:p>
            <a:pPr algn="ctr"/>
            <a:r>
              <a:rPr lang="en-US" sz="1100">
                <a:latin typeface="Times New Roman"/>
                <a:cs typeface="Times New Roman"/>
              </a:rPr>
              <a:t>Perform Actions</a:t>
            </a:r>
          </a:p>
        </p:txBody>
      </p:sp>
      <p:sp>
        <p:nvSpPr>
          <p:cNvPr id="23" name="TextBox 22">
            <a:extLst>
              <a:ext uri="{FF2B5EF4-FFF2-40B4-BE49-F238E27FC236}">
                <a16:creationId xmlns:a16="http://schemas.microsoft.com/office/drawing/2014/main" id="{3CB1F09A-3F29-4051-1D67-1EC936E5BABE}"/>
              </a:ext>
            </a:extLst>
          </p:cNvPr>
          <p:cNvSpPr txBox="1">
            <a:spLocks/>
          </p:cNvSpPr>
          <p:nvPr/>
        </p:nvSpPr>
        <p:spPr>
          <a:xfrm>
            <a:off x="9816265" y="1586246"/>
            <a:ext cx="1477618" cy="261610"/>
          </a:xfrm>
          <a:prstGeom prst="rect">
            <a:avLst/>
          </a:prstGeom>
          <a:noFill/>
        </p:spPr>
        <p:txBody>
          <a:bodyPr wrap="square" rtlCol="0">
            <a:spAutoFit/>
          </a:bodyPr>
          <a:lstStyle/>
          <a:p>
            <a:pPr algn="ctr"/>
            <a:r>
              <a:rPr lang="en-US" sz="1100">
                <a:latin typeface="Times New Roman"/>
                <a:cs typeface="Times New Roman"/>
              </a:rPr>
              <a:t>Output</a:t>
            </a:r>
          </a:p>
        </p:txBody>
      </p:sp>
      <p:sp>
        <p:nvSpPr>
          <p:cNvPr id="24" name="TextBox 23">
            <a:extLst>
              <a:ext uri="{FF2B5EF4-FFF2-40B4-BE49-F238E27FC236}">
                <a16:creationId xmlns:a16="http://schemas.microsoft.com/office/drawing/2014/main" id="{78BB11B4-B065-4830-1D0D-858B84CCF0C5}"/>
              </a:ext>
            </a:extLst>
          </p:cNvPr>
          <p:cNvSpPr txBox="1">
            <a:spLocks/>
          </p:cNvSpPr>
          <p:nvPr/>
        </p:nvSpPr>
        <p:spPr>
          <a:xfrm>
            <a:off x="2831639" y="1586246"/>
            <a:ext cx="1477618" cy="261610"/>
          </a:xfrm>
          <a:prstGeom prst="rect">
            <a:avLst/>
          </a:prstGeom>
          <a:noFill/>
        </p:spPr>
        <p:txBody>
          <a:bodyPr wrap="square" rtlCol="0">
            <a:spAutoFit/>
          </a:bodyPr>
          <a:lstStyle/>
          <a:p>
            <a:pPr algn="ctr"/>
            <a:r>
              <a:rPr lang="en-US" sz="1100">
                <a:latin typeface="Times New Roman"/>
                <a:cs typeface="Times New Roman"/>
              </a:rPr>
              <a:t>Get Work Item</a:t>
            </a:r>
          </a:p>
        </p:txBody>
      </p:sp>
      <p:sp>
        <p:nvSpPr>
          <p:cNvPr id="25" name="Rectangle: Rounded Corners 24">
            <a:extLst>
              <a:ext uri="{FF2B5EF4-FFF2-40B4-BE49-F238E27FC236}">
                <a16:creationId xmlns:a16="http://schemas.microsoft.com/office/drawing/2014/main" id="{59106854-6F7F-37D8-9E52-21FBDED9065D}"/>
              </a:ext>
            </a:extLst>
          </p:cNvPr>
          <p:cNvSpPr>
            <a:spLocks/>
          </p:cNvSpPr>
          <p:nvPr/>
        </p:nvSpPr>
        <p:spPr>
          <a:xfrm>
            <a:off x="9823554" y="1928741"/>
            <a:ext cx="1463040" cy="411480"/>
          </a:xfrm>
          <a:prstGeom prst="round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444500">
              <a:lnSpc>
                <a:spcPct val="90000"/>
              </a:lnSpc>
              <a:spcBef>
                <a:spcPct val="0"/>
              </a:spcBef>
              <a:spcAft>
                <a:spcPct val="35000"/>
              </a:spcAft>
            </a:pPr>
            <a:r>
              <a:rPr lang="en-US" sz="1050">
                <a:solidFill>
                  <a:schemeClr val="bg1"/>
                </a:solidFill>
                <a:latin typeface="Times New Roman"/>
                <a:ea typeface="+mn-lt"/>
                <a:cs typeface="Times New Roman"/>
              </a:rPr>
              <a:t>Platform specific package</a:t>
            </a:r>
            <a:endParaRPr lang="en-US">
              <a:solidFill>
                <a:schemeClr val="bg1"/>
              </a:solidFill>
              <a:latin typeface="Times New Roman"/>
              <a:cs typeface="Times New Roman"/>
            </a:endParaRPr>
          </a:p>
        </p:txBody>
      </p:sp>
      <p:sp>
        <p:nvSpPr>
          <p:cNvPr id="42" name="Rectangle: Rounded Corners 41">
            <a:extLst>
              <a:ext uri="{FF2B5EF4-FFF2-40B4-BE49-F238E27FC236}">
                <a16:creationId xmlns:a16="http://schemas.microsoft.com/office/drawing/2014/main" id="{4C25A7E2-31F5-C1A5-82D1-734E2A72E9B8}"/>
              </a:ext>
            </a:extLst>
          </p:cNvPr>
          <p:cNvSpPr>
            <a:spLocks/>
          </p:cNvSpPr>
          <p:nvPr/>
        </p:nvSpPr>
        <p:spPr>
          <a:xfrm>
            <a:off x="6341962" y="1928741"/>
            <a:ext cx="1463040" cy="411480"/>
          </a:xfrm>
          <a:prstGeom prst="round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444500">
              <a:lnSpc>
                <a:spcPct val="90000"/>
              </a:lnSpc>
              <a:spcBef>
                <a:spcPct val="0"/>
              </a:spcBef>
              <a:spcAft>
                <a:spcPct val="35000"/>
              </a:spcAft>
            </a:pPr>
            <a:r>
              <a:rPr lang="en-US" sz="1050">
                <a:solidFill>
                  <a:schemeClr val="bg1"/>
                </a:solidFill>
                <a:latin typeface="Times New Roman"/>
                <a:ea typeface="+mn-lt"/>
                <a:cs typeface="Times New Roman"/>
              </a:rPr>
              <a:t>AI Decision Making</a:t>
            </a:r>
            <a:endParaRPr lang="en-US">
              <a:latin typeface="Times New Roman"/>
              <a:cs typeface="Times New Roman"/>
            </a:endParaRPr>
          </a:p>
        </p:txBody>
      </p:sp>
      <p:sp>
        <p:nvSpPr>
          <p:cNvPr id="79" name="TextBox 78">
            <a:extLst>
              <a:ext uri="{FF2B5EF4-FFF2-40B4-BE49-F238E27FC236}">
                <a16:creationId xmlns:a16="http://schemas.microsoft.com/office/drawing/2014/main" id="{9BE5B899-3074-0F3E-E2C1-D36C4C4CF878}"/>
              </a:ext>
            </a:extLst>
          </p:cNvPr>
          <p:cNvSpPr txBox="1">
            <a:spLocks/>
          </p:cNvSpPr>
          <p:nvPr/>
        </p:nvSpPr>
        <p:spPr>
          <a:xfrm>
            <a:off x="1027809" y="1586246"/>
            <a:ext cx="1477618" cy="261610"/>
          </a:xfrm>
          <a:prstGeom prst="rect">
            <a:avLst/>
          </a:prstGeom>
          <a:noFill/>
        </p:spPr>
        <p:txBody>
          <a:bodyPr wrap="square" rtlCol="0">
            <a:spAutoFit/>
          </a:bodyPr>
          <a:lstStyle/>
          <a:p>
            <a:pPr algn="ctr"/>
            <a:r>
              <a:rPr lang="en-US" sz="1100">
                <a:latin typeface="Times New Roman"/>
                <a:cs typeface="Times New Roman"/>
              </a:rPr>
              <a:t>Start Process</a:t>
            </a:r>
          </a:p>
        </p:txBody>
      </p:sp>
      <p:pic>
        <p:nvPicPr>
          <p:cNvPr id="32" name="Picture 2" descr="Activate: Over 10,924 Royalty-Free Licensable Stock Illustrations &amp;  Drawings | Shutterstock">
            <a:extLst>
              <a:ext uri="{FF2B5EF4-FFF2-40B4-BE49-F238E27FC236}">
                <a16:creationId xmlns:a16="http://schemas.microsoft.com/office/drawing/2014/main" id="{53C4D47A-01D0-EA51-BDAF-48DFD720226A}"/>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309511" y="788108"/>
            <a:ext cx="837882" cy="83788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9883F6EB-1B99-8296-33AA-0B970795459A}"/>
              </a:ext>
            </a:extLst>
          </p:cNvPr>
          <p:cNvSpPr>
            <a:spLocks/>
          </p:cNvSpPr>
          <p:nvPr/>
        </p:nvSpPr>
        <p:spPr>
          <a:xfrm>
            <a:off x="8078671" y="2428679"/>
            <a:ext cx="1463040" cy="411480"/>
          </a:xfrm>
          <a:prstGeom prst="round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444500">
              <a:lnSpc>
                <a:spcPct val="90000"/>
              </a:lnSpc>
              <a:spcBef>
                <a:spcPct val="0"/>
              </a:spcBef>
              <a:spcAft>
                <a:spcPct val="35000"/>
              </a:spcAft>
            </a:pPr>
            <a:r>
              <a:rPr lang="en-US" sz="1050">
                <a:solidFill>
                  <a:schemeClr val="bg1"/>
                </a:solidFill>
                <a:latin typeface="Times New Roman"/>
                <a:ea typeface="+mn-lt"/>
                <a:cs typeface="Times New Roman"/>
              </a:rPr>
              <a:t>Human In the Loop</a:t>
            </a:r>
            <a:endParaRPr lang="en-US">
              <a:latin typeface="Times New Roman"/>
              <a:cs typeface="Times New Roman"/>
            </a:endParaRPr>
          </a:p>
        </p:txBody>
      </p:sp>
    </p:spTree>
    <p:extLst>
      <p:ext uri="{BB962C8B-B14F-4D97-AF65-F5344CB8AC3E}">
        <p14:creationId xmlns:p14="http://schemas.microsoft.com/office/powerpoint/2010/main" val="2290371381"/>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24261-E721-7497-289D-5A6C3622AD66}"/>
            </a:ext>
          </a:extLst>
        </p:cNvPr>
        <p:cNvGrpSpPr/>
        <p:nvPr/>
      </p:nvGrpSpPr>
      <p:grpSpPr>
        <a:xfrm>
          <a:off x="0" y="0"/>
          <a:ext cx="0" cy="0"/>
          <a:chOff x="0" y="0"/>
          <a:chExt cx="0" cy="0"/>
        </a:xfrm>
      </p:grpSpPr>
      <p:sp>
        <p:nvSpPr>
          <p:cNvPr id="49" name="Text Placeholder 48">
            <a:extLst>
              <a:ext uri="{FF2B5EF4-FFF2-40B4-BE49-F238E27FC236}">
                <a16:creationId xmlns:a16="http://schemas.microsoft.com/office/drawing/2014/main" id="{04424F9B-F6AA-C649-4B88-89C764F4A852}"/>
              </a:ext>
            </a:extLst>
          </p:cNvPr>
          <p:cNvSpPr>
            <a:spLocks noGrp="1"/>
          </p:cNvSpPr>
          <p:nvPr>
            <p:ph type="body" sz="quarter" idx="14"/>
          </p:nvPr>
        </p:nvSpPr>
        <p:spPr>
          <a:xfrm>
            <a:off x="401616" y="2096338"/>
            <a:ext cx="11358584" cy="480000"/>
          </a:xfrm>
        </p:spPr>
        <p:txBody>
          <a:bodyPr vert="horz" lIns="0" tIns="0" rIns="0" bIns="0" rtlCol="0" anchor="t">
            <a:noAutofit/>
          </a:bodyPr>
          <a:lstStyle/>
          <a:p>
            <a:r>
              <a:rPr lang="en-US">
                <a:solidFill>
                  <a:srgbClr val="FF5A10"/>
                </a:solidFill>
                <a:latin typeface="Times New Roman"/>
                <a:cs typeface="Times New Roman"/>
              </a:rPr>
              <a:t>Goal</a:t>
            </a:r>
            <a:r>
              <a:rPr lang="en-US">
                <a:latin typeface="Times New Roman"/>
                <a:cs typeface="Times New Roman"/>
              </a:rPr>
              <a:t>: Analyze the submitted loan application for required-field completeness, internal inconsistencies, and factual risk indicators. The tool uses the </a:t>
            </a:r>
            <a:r>
              <a:rPr lang="en-US" err="1">
                <a:latin typeface="Times New Roman"/>
                <a:cs typeface="Times New Roman"/>
              </a:rPr>
              <a:t>LoanDocumentAnalysisSkill</a:t>
            </a:r>
            <a:r>
              <a:rPr lang="en-US">
                <a:latin typeface="Times New Roman"/>
                <a:cs typeface="Times New Roman"/>
              </a:rPr>
              <a:t> for contextual analysis and does not make a final lending approval or rejection decision.</a:t>
            </a:r>
          </a:p>
          <a:p>
            <a:endParaRPr lang="en-US">
              <a:latin typeface="Times New Roman"/>
              <a:cs typeface="Times New Roman"/>
            </a:endParaRPr>
          </a:p>
        </p:txBody>
      </p:sp>
      <p:sp>
        <p:nvSpPr>
          <p:cNvPr id="2" name="Text Placeholder 1">
            <a:extLst>
              <a:ext uri="{FF2B5EF4-FFF2-40B4-BE49-F238E27FC236}">
                <a16:creationId xmlns:a16="http://schemas.microsoft.com/office/drawing/2014/main" id="{0C6CB358-E88A-D1CD-E6D1-D56F4C8447BA}"/>
              </a:ext>
            </a:extLst>
          </p:cNvPr>
          <p:cNvSpPr>
            <a:spLocks noGrp="1"/>
          </p:cNvSpPr>
          <p:nvPr>
            <p:ph type="body" sz="quarter" idx="13"/>
          </p:nvPr>
        </p:nvSpPr>
        <p:spPr/>
        <p:txBody>
          <a:bodyPr vert="horz" lIns="0" tIns="0" rIns="0" bIns="0" rtlCol="0" anchor="t">
            <a:noAutofit/>
          </a:bodyPr>
          <a:lstStyle/>
          <a:p>
            <a:r>
              <a:rPr lang="en-US" err="1">
                <a:latin typeface="Times New Roman"/>
                <a:cs typeface="Times New Roman"/>
              </a:rPr>
              <a:t>DocumentAnalysisTool</a:t>
            </a:r>
          </a:p>
        </p:txBody>
      </p:sp>
      <p:sp>
        <p:nvSpPr>
          <p:cNvPr id="10" name="Text Placeholder 9">
            <a:extLst>
              <a:ext uri="{FF2B5EF4-FFF2-40B4-BE49-F238E27FC236}">
                <a16:creationId xmlns:a16="http://schemas.microsoft.com/office/drawing/2014/main" id="{9842EF17-6C9D-78B6-0BA7-9615D3C6554E}"/>
              </a:ext>
            </a:extLst>
          </p:cNvPr>
          <p:cNvSpPr>
            <a:spLocks noGrp="1"/>
          </p:cNvSpPr>
          <p:nvPr>
            <p:ph type="body" sz="quarter" idx="26"/>
          </p:nvPr>
        </p:nvSpPr>
        <p:spPr/>
        <p:txBody>
          <a:bodyPr vert="horz" lIns="0" tIns="0" rIns="0" bIns="0" rtlCol="0" anchor="t">
            <a:noAutofit/>
          </a:bodyPr>
          <a:lstStyle/>
          <a:p>
            <a:r>
              <a:rPr lang="en-US">
                <a:solidFill>
                  <a:srgbClr val="FF5A10"/>
                </a:solidFill>
                <a:latin typeface="Times New Roman"/>
                <a:cs typeface="Times New Roman"/>
              </a:rPr>
              <a:t>Loan Application Completeness and Content Analysis</a:t>
            </a:r>
            <a:endParaRPr lang="en-US">
              <a:latin typeface="Times New Roman"/>
              <a:cs typeface="Times New Roman"/>
            </a:endParaRPr>
          </a:p>
        </p:txBody>
      </p:sp>
      <p:sp>
        <p:nvSpPr>
          <p:cNvPr id="15" name="TextBox 14">
            <a:extLst>
              <a:ext uri="{FF2B5EF4-FFF2-40B4-BE49-F238E27FC236}">
                <a16:creationId xmlns:a16="http://schemas.microsoft.com/office/drawing/2014/main" id="{DAB5867E-622E-D910-4A36-3FBD35F6A00D}"/>
              </a:ext>
            </a:extLst>
          </p:cNvPr>
          <p:cNvSpPr txBox="1"/>
          <p:nvPr/>
        </p:nvSpPr>
        <p:spPr>
          <a:xfrm>
            <a:off x="411480" y="5755243"/>
            <a:ext cx="5024620" cy="830997"/>
          </a:xfrm>
          <a:prstGeom prst="rect">
            <a:avLst/>
          </a:prstGeom>
          <a:noFill/>
        </p:spPr>
        <p:txBody>
          <a:bodyPr wrap="square" lIns="91440" tIns="45720" rIns="91440" bIns="45720" anchor="t">
            <a:spAutoFit/>
          </a:bodyPr>
          <a:lstStyle/>
          <a:p>
            <a:r>
              <a:rPr lang="en-US" sz="1600" b="1">
                <a:solidFill>
                  <a:srgbClr val="FF5A10"/>
                </a:solidFill>
                <a:latin typeface="Times New Roman"/>
                <a:cs typeface="Times New Roman"/>
              </a:rPr>
              <a:t>Tool Selection: </a:t>
            </a:r>
            <a:r>
              <a:rPr lang="en-US" sz="1600">
                <a:solidFill>
                  <a:srgbClr val="FF5A10"/>
                </a:solidFill>
                <a:latin typeface="Times New Roman"/>
                <a:ea typeface="+mn-lt"/>
                <a:cs typeface="Times New Roman"/>
              </a:rPr>
              <a:t>Task Bot + AI Skill</a:t>
            </a:r>
          </a:p>
          <a:p>
            <a:r>
              <a:rPr lang="en-US" sz="1600">
                <a:latin typeface="Times New Roman"/>
                <a:cs typeface="Times New Roman"/>
              </a:rPr>
              <a:t>AI Skill: </a:t>
            </a:r>
            <a:r>
              <a:rPr lang="en-US" sz="1600" err="1">
                <a:latin typeface="Times New Roman"/>
                <a:cs typeface="Times New Roman"/>
              </a:rPr>
              <a:t>LoanDocumentAnalysisSkill</a:t>
            </a:r>
            <a:endParaRPr lang="en-US" err="1">
              <a:latin typeface="Times New Roman"/>
              <a:cs typeface="Times New Roman"/>
            </a:endParaRPr>
          </a:p>
          <a:p>
            <a:endParaRPr lang="en-US" sz="1600">
              <a:latin typeface="Times New Roman"/>
              <a:cs typeface="Times New Roman"/>
            </a:endParaRPr>
          </a:p>
        </p:txBody>
      </p:sp>
      <p:graphicFrame>
        <p:nvGraphicFramePr>
          <p:cNvPr id="4" name="Table 3">
            <a:extLst>
              <a:ext uri="{FF2B5EF4-FFF2-40B4-BE49-F238E27FC236}">
                <a16:creationId xmlns:a16="http://schemas.microsoft.com/office/drawing/2014/main" id="{B92BE090-E0B8-9E26-628A-C6B8FFEB1642}"/>
              </a:ext>
            </a:extLst>
          </p:cNvPr>
          <p:cNvGraphicFramePr>
            <a:graphicFrameLocks noGrp="1"/>
          </p:cNvGraphicFramePr>
          <p:nvPr>
            <p:extLst>
              <p:ext uri="{D42A27DB-BD31-4B8C-83A1-F6EECF244321}">
                <p14:modId xmlns:p14="http://schemas.microsoft.com/office/powerpoint/2010/main" val="143756194"/>
              </p:ext>
            </p:extLst>
          </p:nvPr>
        </p:nvGraphicFramePr>
        <p:xfrm>
          <a:off x="412115" y="2931477"/>
          <a:ext cx="11297108" cy="2495641"/>
        </p:xfrm>
        <a:graphic>
          <a:graphicData uri="http://schemas.openxmlformats.org/drawingml/2006/table">
            <a:tbl>
              <a:tblPr bandRow="1">
                <a:tableStyleId>{5C22544A-7EE6-4342-B048-85BDC9FD1C3A}</a:tableStyleId>
              </a:tblPr>
              <a:tblGrid>
                <a:gridCol w="5648554">
                  <a:extLst>
                    <a:ext uri="{9D8B030D-6E8A-4147-A177-3AD203B41FA5}">
                      <a16:colId xmlns:a16="http://schemas.microsoft.com/office/drawing/2014/main" val="1058756883"/>
                    </a:ext>
                  </a:extLst>
                </a:gridCol>
                <a:gridCol w="5648554">
                  <a:extLst>
                    <a:ext uri="{9D8B030D-6E8A-4147-A177-3AD203B41FA5}">
                      <a16:colId xmlns:a16="http://schemas.microsoft.com/office/drawing/2014/main" val="619891342"/>
                    </a:ext>
                  </a:extLst>
                </a:gridCol>
              </a:tblGrid>
              <a:tr h="322972">
                <a:tc>
                  <a:txBody>
                    <a:bodyPr/>
                    <a:lstStyle/>
                    <a:p>
                      <a:pPr marL="0" indent="0" algn="l" fontAlgn="base">
                        <a:buNone/>
                      </a:pPr>
                      <a:r>
                        <a:rPr lang="en-US" sz="1800" b="1" i="0">
                          <a:solidFill>
                            <a:srgbClr val="FFFFFF"/>
                          </a:solidFill>
                          <a:effectLst/>
                          <a:latin typeface="Museo Sans 300" panose="02000000000000000000"/>
                        </a:rPr>
                        <a:t>Inputs Required</a:t>
                      </a:r>
                      <a:endParaRPr lang="en-US" b="1" i="0">
                        <a:solidFill>
                          <a:srgbClr val="FFFFFF"/>
                        </a:solidFill>
                        <a:effectLst/>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323232"/>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23232"/>
                    </a:solidFill>
                  </a:tcPr>
                </a:tc>
                <a:tc>
                  <a:txBody>
                    <a:bodyPr/>
                    <a:lstStyle/>
                    <a:p>
                      <a:pPr marL="0" indent="0" algn="l" fontAlgn="base">
                        <a:buNone/>
                      </a:pPr>
                      <a:r>
                        <a:rPr lang="en-US" sz="1800" b="1" i="0">
                          <a:solidFill>
                            <a:srgbClr val="FFFFFF"/>
                          </a:solidFill>
                          <a:effectLst/>
                          <a:latin typeface="Museo Sans 300" panose="02000000000000000000"/>
                        </a:rPr>
                        <a:t>Description</a:t>
                      </a:r>
                      <a:endParaRPr lang="en-US" b="1" i="0">
                        <a:solidFill>
                          <a:srgbClr val="FFFFFF"/>
                        </a:solidFill>
                        <a:effectLst/>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23232"/>
                    </a:solidFill>
                  </a:tcPr>
                </a:tc>
                <a:extLst>
                  <a:ext uri="{0D108BD9-81ED-4DB2-BD59-A6C34878D82A}">
                    <a16:rowId xmlns:a16="http://schemas.microsoft.com/office/drawing/2014/main" val="4163826609"/>
                  </a:ext>
                </a:extLst>
              </a:tr>
              <a:tr h="758281">
                <a:tc>
                  <a:txBody>
                    <a:bodyPr/>
                    <a:lstStyle/>
                    <a:p>
                      <a:pPr marL="0" indent="0" algn="l" fontAlgn="base">
                        <a:buNone/>
                      </a:pPr>
                      <a:r>
                        <a:rPr lang="en-US" sz="1800" b="0" i="0" u="none" strike="noStrike">
                          <a:solidFill>
                            <a:srgbClr val="323232"/>
                          </a:solidFill>
                          <a:effectLst/>
                          <a:latin typeface="Museo Sans 300" panose="02000000000000000000"/>
                        </a:rPr>
                        <a:t>isApplicationJson</a:t>
                      </a:r>
                      <a:endParaRPr lang="en-US" b="0" i="0">
                        <a:solidFill>
                          <a:srgbClr val="323232"/>
                        </a:solidFill>
                        <a:effectLst/>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l" fontAlgn="base">
                        <a:buNone/>
                      </a:pPr>
                      <a:r>
                        <a:rPr lang="en-US" sz="1800" b="0" i="0" u="none" strike="noStrike">
                          <a:solidFill>
                            <a:srgbClr val="323232"/>
                          </a:solidFill>
                          <a:effectLst/>
                          <a:latin typeface="Museo Sans 300" panose="02000000000000000000"/>
                        </a:rPr>
                        <a:t>Complete loan application data in JSON format to be analyzed by the tool.</a:t>
                      </a:r>
                      <a:endParaRPr lang="en-US" b="0" i="0">
                        <a:solidFill>
                          <a:srgbClr val="323232"/>
                        </a:solidFill>
                        <a:effectLst/>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814473131"/>
                  </a:ext>
                </a:extLst>
              </a:tr>
              <a:tr h="589774">
                <a:tc>
                  <a:txBody>
                    <a:bodyPr/>
                    <a:lstStyle/>
                    <a:p>
                      <a:pPr marL="0" indent="0" algn="l" fontAlgn="base">
                        <a:buNone/>
                      </a:pPr>
                      <a:r>
                        <a:rPr lang="en-US" sz="1800" b="0" i="0" u="none" strike="noStrike">
                          <a:solidFill>
                            <a:srgbClr val="323232"/>
                          </a:solidFill>
                          <a:effectLst/>
                          <a:latin typeface="Museo Sans 300" panose="02000000000000000000"/>
                        </a:rPr>
                        <a:t>isLoanApplicationId</a:t>
                      </a:r>
                      <a:endParaRPr lang="en-US" b="0" i="0">
                        <a:solidFill>
                          <a:srgbClr val="323232"/>
                        </a:solidFill>
                        <a:effectLst/>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l" fontAlgn="base">
                        <a:buNone/>
                      </a:pPr>
                      <a:r>
                        <a:rPr lang="en-US" sz="1800" b="0" i="0" u="none" strike="noStrike">
                          <a:solidFill>
                            <a:srgbClr val="323232"/>
                          </a:solidFill>
                          <a:effectLst/>
                          <a:latin typeface="Museo Sans 300" panose="02000000000000000000"/>
                        </a:rPr>
                        <a:t>Unique loan application identifier associated with the investigation.</a:t>
                      </a:r>
                      <a:endParaRPr lang="en-US" b="0" i="0">
                        <a:solidFill>
                          <a:srgbClr val="323232"/>
                        </a:solidFill>
                        <a:effectLst/>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015326475"/>
                  </a:ext>
                </a:extLst>
              </a:tr>
              <a:tr h="322972">
                <a:tc>
                  <a:txBody>
                    <a:bodyPr/>
                    <a:lstStyle/>
                    <a:p>
                      <a:pPr fontAlgn="t">
                        <a:buNone/>
                      </a:pPr>
                      <a:endParaRPr lang="en-US">
                        <a:effectLst/>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t">
                        <a:buNone/>
                      </a:pPr>
                      <a:endParaRPr lang="en-US">
                        <a:effectLst/>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672903554"/>
                  </a:ext>
                </a:extLst>
              </a:tr>
              <a:tr h="322972">
                <a:tc>
                  <a:txBody>
                    <a:bodyPr/>
                    <a:lstStyle/>
                    <a:p>
                      <a:pPr fontAlgn="t">
                        <a:buNone/>
                      </a:pPr>
                      <a:endParaRPr lang="en-US">
                        <a:effectLst/>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tc>
                  <a:txBody>
                    <a:bodyPr/>
                    <a:lstStyle/>
                    <a:p>
                      <a:pPr fontAlgn="t">
                        <a:buNone/>
                      </a:pPr>
                      <a:endParaRPr lang="en-US">
                        <a:effectLst/>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extLst>
                  <a:ext uri="{0D108BD9-81ED-4DB2-BD59-A6C34878D82A}">
                    <a16:rowId xmlns:a16="http://schemas.microsoft.com/office/drawing/2014/main" val="399226268"/>
                  </a:ext>
                </a:extLst>
              </a:tr>
            </a:tbl>
          </a:graphicData>
        </a:graphic>
      </p:graphicFrame>
    </p:spTree>
    <p:extLst>
      <p:ext uri="{BB962C8B-B14F-4D97-AF65-F5344CB8AC3E}">
        <p14:creationId xmlns:p14="http://schemas.microsoft.com/office/powerpoint/2010/main" val="3745709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836D7538-AFFC-2547-116E-D78DC0109552}"/>
              </a:ext>
            </a:extLst>
          </p:cNvPr>
          <p:cNvGraphicFramePr>
            <a:graphicFrameLocks noGrp="1"/>
          </p:cNvGraphicFramePr>
          <p:nvPr>
            <p:extLst>
              <p:ext uri="{D42A27DB-BD31-4B8C-83A1-F6EECF244321}">
                <p14:modId xmlns:p14="http://schemas.microsoft.com/office/powerpoint/2010/main" val="2885231546"/>
              </p:ext>
            </p:extLst>
          </p:nvPr>
        </p:nvGraphicFramePr>
        <p:xfrm>
          <a:off x="523875" y="640080"/>
          <a:ext cx="10992274" cy="4937760"/>
        </p:xfrm>
        <a:graphic>
          <a:graphicData uri="http://schemas.openxmlformats.org/drawingml/2006/table">
            <a:tbl>
              <a:tblPr bandRow="1">
                <a:tableStyleId>{5C22544A-7EE6-4342-B048-85BDC9FD1C3A}</a:tableStyleId>
              </a:tblPr>
              <a:tblGrid>
                <a:gridCol w="5496137">
                  <a:extLst>
                    <a:ext uri="{9D8B030D-6E8A-4147-A177-3AD203B41FA5}">
                      <a16:colId xmlns:a16="http://schemas.microsoft.com/office/drawing/2014/main" val="2903104567"/>
                    </a:ext>
                  </a:extLst>
                </a:gridCol>
                <a:gridCol w="5496137">
                  <a:extLst>
                    <a:ext uri="{9D8B030D-6E8A-4147-A177-3AD203B41FA5}">
                      <a16:colId xmlns:a16="http://schemas.microsoft.com/office/drawing/2014/main" val="3203430642"/>
                    </a:ext>
                  </a:extLst>
                </a:gridCol>
              </a:tblGrid>
              <a:tr h="361950">
                <a:tc>
                  <a:txBody>
                    <a:bodyPr/>
                    <a:lstStyle/>
                    <a:p>
                      <a:pPr marL="0" indent="0" algn="l" fontAlgn="base">
                        <a:buNone/>
                      </a:pPr>
                      <a:r>
                        <a:rPr lang="en-US" sz="1800" b="1" i="0">
                          <a:solidFill>
                            <a:srgbClr val="FFFFFF"/>
                          </a:solidFill>
                          <a:effectLst/>
                          <a:latin typeface="Times New Roman"/>
                          <a:cs typeface="Times New Roman"/>
                        </a:rPr>
                        <a:t>Outputs Required</a:t>
                      </a:r>
                      <a:endParaRPr lang="en-US" b="1" i="0">
                        <a:solidFill>
                          <a:srgbClr val="FFFFFF"/>
                        </a:solidFill>
                        <a:effectLst/>
                        <a:latin typeface="Times New Roman"/>
                        <a:cs typeface="Times New Roman"/>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323232"/>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23232"/>
                    </a:solidFill>
                  </a:tcPr>
                </a:tc>
                <a:tc>
                  <a:txBody>
                    <a:bodyPr/>
                    <a:lstStyle/>
                    <a:p>
                      <a:pPr marL="0" indent="0" algn="l" fontAlgn="base">
                        <a:buNone/>
                      </a:pPr>
                      <a:r>
                        <a:rPr lang="en-US" sz="1800" b="1" i="0">
                          <a:solidFill>
                            <a:srgbClr val="FFFFFF"/>
                          </a:solidFill>
                          <a:effectLst/>
                          <a:latin typeface="Times New Roman"/>
                          <a:cs typeface="Times New Roman"/>
                        </a:rPr>
                        <a:t>Description</a:t>
                      </a:r>
                      <a:endParaRPr lang="en-US" b="1" i="0">
                        <a:solidFill>
                          <a:srgbClr val="FFFFFF"/>
                        </a:solidFill>
                        <a:effectLst/>
                        <a:latin typeface="Times New Roman"/>
                        <a:cs typeface="Times New Roman"/>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23232"/>
                    </a:solidFill>
                  </a:tcPr>
                </a:tc>
                <a:extLst>
                  <a:ext uri="{0D108BD9-81ED-4DB2-BD59-A6C34878D82A}">
                    <a16:rowId xmlns:a16="http://schemas.microsoft.com/office/drawing/2014/main" val="3778920842"/>
                  </a:ext>
                </a:extLst>
              </a:tr>
              <a:tr h="361950">
                <a:tc>
                  <a:txBody>
                    <a:bodyPr/>
                    <a:lstStyle/>
                    <a:p>
                      <a:pPr marL="0" lvl="0" indent="0" algn="l">
                        <a:buNone/>
                      </a:pPr>
                      <a:r>
                        <a:rPr lang="en-US" sz="1800" b="0" i="0" u="none" strike="noStrike" noProof="0">
                          <a:solidFill>
                            <a:srgbClr val="323232"/>
                          </a:solidFill>
                          <a:effectLst/>
                          <a:latin typeface="Times New Roman"/>
                          <a:cs typeface="Times New Roman"/>
                        </a:rPr>
                        <a:t>sAnalysisStatus</a:t>
                      </a:r>
                      <a:endParaRPr lang="en-US">
                        <a:latin typeface="Times New Roman"/>
                        <a:cs typeface="Times New Roman"/>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lvl="0" indent="0" algn="l">
                        <a:buNone/>
                      </a:pPr>
                      <a:r>
                        <a:rPr lang="en-US" sz="1800" b="0" i="0" u="none" strike="noStrike" noProof="0">
                          <a:solidFill>
                            <a:srgbClr val="323232"/>
                          </a:solidFill>
                          <a:effectLst/>
                          <a:latin typeface="Times New Roman"/>
                          <a:cs typeface="Times New Roman"/>
                        </a:rPr>
                        <a:t>Analysis result such as COMPLETE or NEEDS_REVIEW.</a:t>
                      </a: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39469825"/>
                  </a:ext>
                </a:extLst>
              </a:tr>
              <a:tr h="361950">
                <a:tc>
                  <a:txBody>
                    <a:bodyPr/>
                    <a:lstStyle/>
                    <a:p>
                      <a:pPr lvl="0">
                        <a:buNone/>
                      </a:pPr>
                      <a:r>
                        <a:rPr lang="en-US" sz="1800" b="0" i="0" u="none" strike="noStrike" noProof="0">
                          <a:effectLst/>
                          <a:latin typeface="Times New Roman"/>
                          <a:cs typeface="Times New Roman"/>
                        </a:rPr>
                        <a:t>sMissingInformation</a:t>
                      </a:r>
                      <a:endParaRPr lang="en-US">
                        <a:latin typeface="Times New Roman"/>
                        <a:cs typeface="Times New Roman"/>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buNone/>
                      </a:pPr>
                      <a:r>
                        <a:rPr lang="en-US" sz="1800" b="0" i="0" u="none" strike="noStrike" noProof="0">
                          <a:effectLst/>
                          <a:latin typeface="Times New Roman"/>
                          <a:cs typeface="Times New Roman"/>
                        </a:rPr>
                        <a:t>Required application fields identified as missing or unusable; NONE when complete.</a:t>
                      </a:r>
                      <a:endParaRPr lang="en-US">
                        <a:latin typeface="Times New Roman"/>
                        <a:cs typeface="Times New Roman"/>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74979326"/>
                  </a:ext>
                </a:extLst>
              </a:tr>
              <a:tr h="361950">
                <a:tc>
                  <a:txBody>
                    <a:bodyPr/>
                    <a:lstStyle/>
                    <a:p>
                      <a:pPr lvl="0">
                        <a:buNone/>
                      </a:pPr>
                      <a:r>
                        <a:rPr lang="en-US" sz="1800" b="0" i="0" u="none" strike="noStrike" noProof="0">
                          <a:effectLst/>
                          <a:latin typeface="Times New Roman"/>
                          <a:cs typeface="Times New Roman"/>
                        </a:rPr>
                        <a:t>sInconsistencies</a:t>
                      </a:r>
                      <a:endParaRPr lang="en-US">
                        <a:latin typeface="Times New Roman"/>
                        <a:cs typeface="Times New Roman"/>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buNone/>
                      </a:pPr>
                      <a:r>
                        <a:rPr lang="en-US" sz="1800" b="0" i="0" u="none" strike="noStrike" noProof="0">
                          <a:effectLst/>
                          <a:latin typeface="Times New Roman"/>
                          <a:cs typeface="Times New Roman"/>
                        </a:rPr>
                        <a:t>Internal inconsistencies identified from the supplied application data; NONE when none are found.</a:t>
                      </a:r>
                      <a:endParaRPr lang="en-US">
                        <a:latin typeface="Times New Roman"/>
                        <a:cs typeface="Times New Roman"/>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4094176638"/>
                  </a:ext>
                </a:extLst>
              </a:tr>
              <a:tr h="361950">
                <a:tc>
                  <a:txBody>
                    <a:bodyPr/>
                    <a:lstStyle/>
                    <a:p>
                      <a:pPr lvl="0">
                        <a:buNone/>
                      </a:pPr>
                      <a:r>
                        <a:rPr lang="en-US" sz="1800" b="0" i="0" u="none" strike="noStrike" noProof="0">
                          <a:effectLst/>
                          <a:latin typeface="Times New Roman"/>
                          <a:cs typeface="Times New Roman"/>
                        </a:rPr>
                        <a:t>sRiskIndicators</a:t>
                      </a:r>
                      <a:endParaRPr lang="en-US">
                        <a:latin typeface="Times New Roman"/>
                        <a:cs typeface="Times New Roman"/>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buNone/>
                      </a:pPr>
                      <a:r>
                        <a:rPr lang="en-US" sz="1800" b="0" i="0" u="none" strike="noStrike" noProof="0">
                          <a:effectLst/>
                          <a:latin typeface="Times New Roman"/>
                          <a:cs typeface="Times New Roman"/>
                        </a:rPr>
                        <a:t>Factual indicators identified from the supplied application information.</a:t>
                      </a:r>
                      <a:endParaRPr lang="en-US">
                        <a:latin typeface="Times New Roman"/>
                        <a:cs typeface="Times New Roman"/>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570580348"/>
                  </a:ext>
                </a:extLst>
              </a:tr>
              <a:tr h="361950">
                <a:tc>
                  <a:txBody>
                    <a:bodyPr/>
                    <a:lstStyle/>
                    <a:p>
                      <a:pPr lvl="0">
                        <a:buNone/>
                      </a:pPr>
                      <a:r>
                        <a:rPr lang="en-US" sz="1800" b="0" i="0" u="none" strike="noStrike" noProof="0">
                          <a:effectLst/>
                          <a:latin typeface="Times New Roman"/>
                          <a:cs typeface="Times New Roman"/>
                        </a:rPr>
                        <a:t>nConfidenceScore</a:t>
                      </a:r>
                      <a:endParaRPr lang="en-US">
                        <a:latin typeface="Times New Roman"/>
                        <a:cs typeface="Times New Roman"/>
                      </a:endParaRPr>
                    </a:p>
                  </a:txBody>
                  <a:tcPr>
                    <a:lnL w="9524">
                      <a:solidFill>
                        <a:srgbClr val="323232"/>
                      </a:solidFill>
                    </a:lnL>
                    <a:lnR w="12700">
                      <a:solidFill>
                        <a:srgbClr val="FFFFFF"/>
                      </a:solidFill>
                    </a:lnR>
                    <a:lnT w="12700">
                      <a:solidFill>
                        <a:srgbClr val="FFFFFF"/>
                      </a:solidFill>
                    </a:lnT>
                    <a:lnB w="12700">
                      <a:solidFill>
                        <a:srgbClr val="FFFFFF"/>
                      </a:solidFill>
                    </a:lnB>
                    <a:noFill/>
                  </a:tcPr>
                </a:tc>
                <a:tc>
                  <a:txBody>
                    <a:bodyPr/>
                    <a:lstStyle/>
                    <a:p>
                      <a:pPr lvl="0">
                        <a:buNone/>
                      </a:pPr>
                      <a:r>
                        <a:rPr lang="en-US" sz="1800" b="0" i="0" u="none" strike="noStrike" noProof="0">
                          <a:effectLst/>
                          <a:latin typeface="Times New Roman"/>
                          <a:cs typeface="Times New Roman"/>
                        </a:rPr>
                        <a:t>Confidence score returned for the AI analysis.</a:t>
                      </a:r>
                    </a:p>
                  </a:txBody>
                  <a:tcPr>
                    <a:lnL w="12700">
                      <a:solidFill>
                        <a:srgbClr val="FFFFFF"/>
                      </a:solidFill>
                    </a:lnL>
                    <a:lnR w="9524">
                      <a:solidFill>
                        <a:srgbClr val="323232"/>
                      </a:solidFill>
                    </a:lnR>
                    <a:lnT w="12700">
                      <a:solidFill>
                        <a:srgbClr val="FFFFFF"/>
                      </a:solidFill>
                    </a:lnT>
                    <a:lnB w="12700">
                      <a:solidFill>
                        <a:srgbClr val="FFFFFF"/>
                      </a:solidFill>
                    </a:lnB>
                    <a:noFill/>
                  </a:tcPr>
                </a:tc>
                <a:extLst>
                  <a:ext uri="{0D108BD9-81ED-4DB2-BD59-A6C34878D82A}">
                    <a16:rowId xmlns:a16="http://schemas.microsoft.com/office/drawing/2014/main" val="403976421"/>
                  </a:ext>
                </a:extLst>
              </a:tr>
              <a:tr h="361950">
                <a:tc>
                  <a:txBody>
                    <a:bodyPr/>
                    <a:lstStyle/>
                    <a:p>
                      <a:pPr lvl="0">
                        <a:buNone/>
                      </a:pPr>
                      <a:r>
                        <a:rPr lang="en-US" sz="1800" b="0" i="0" u="none" strike="noStrike" noProof="0">
                          <a:effectLst/>
                          <a:latin typeface="Times New Roman"/>
                          <a:cs typeface="Times New Roman"/>
                        </a:rPr>
                        <a:t>sAnalysisSummary</a:t>
                      </a:r>
                      <a:endParaRPr lang="en-US">
                        <a:latin typeface="Times New Roman"/>
                        <a:cs typeface="Times New Roman"/>
                      </a:endParaRPr>
                    </a:p>
                  </a:txBody>
                  <a:tcPr>
                    <a:lnL w="9524">
                      <a:solidFill>
                        <a:srgbClr val="323232"/>
                      </a:solidFill>
                    </a:lnL>
                    <a:lnR w="12700">
                      <a:solidFill>
                        <a:srgbClr val="FFFFFF"/>
                      </a:solidFill>
                    </a:lnR>
                    <a:lnT w="12700">
                      <a:solidFill>
                        <a:srgbClr val="FFFFFF"/>
                      </a:solidFill>
                    </a:lnT>
                    <a:lnB w="12700">
                      <a:solidFill>
                        <a:srgbClr val="FFFFFF"/>
                      </a:solidFill>
                    </a:lnB>
                    <a:noFill/>
                  </a:tcPr>
                </a:tc>
                <a:tc>
                  <a:txBody>
                    <a:bodyPr/>
                    <a:lstStyle/>
                    <a:p>
                      <a:pPr lvl="0">
                        <a:buNone/>
                      </a:pPr>
                      <a:r>
                        <a:rPr lang="en-US" sz="1800" b="0" i="0" u="none" strike="noStrike" noProof="0">
                          <a:effectLst/>
                          <a:latin typeface="Times New Roman"/>
                          <a:cs typeface="Times New Roman"/>
                        </a:rPr>
                        <a:t>Concise summary of the application analysis.</a:t>
                      </a:r>
                      <a:endParaRPr lang="en-US">
                        <a:latin typeface="Times New Roman"/>
                        <a:cs typeface="Times New Roman"/>
                      </a:endParaRPr>
                    </a:p>
                  </a:txBody>
                  <a:tcPr>
                    <a:lnL w="12700">
                      <a:solidFill>
                        <a:srgbClr val="FFFFFF"/>
                      </a:solidFill>
                    </a:lnL>
                    <a:lnR w="9524">
                      <a:solidFill>
                        <a:srgbClr val="323232"/>
                      </a:solidFill>
                    </a:lnR>
                    <a:lnT w="12700">
                      <a:solidFill>
                        <a:srgbClr val="FFFFFF"/>
                      </a:solidFill>
                    </a:lnT>
                    <a:lnB w="12700">
                      <a:solidFill>
                        <a:srgbClr val="FFFFFF"/>
                      </a:solidFill>
                    </a:lnB>
                    <a:noFill/>
                  </a:tcPr>
                </a:tc>
                <a:extLst>
                  <a:ext uri="{0D108BD9-81ED-4DB2-BD59-A6C34878D82A}">
                    <a16:rowId xmlns:a16="http://schemas.microsoft.com/office/drawing/2014/main" val="1321075596"/>
                  </a:ext>
                </a:extLst>
              </a:tr>
              <a:tr h="361950">
                <a:tc>
                  <a:txBody>
                    <a:bodyPr/>
                    <a:lstStyle/>
                    <a:p>
                      <a:pPr lvl="0">
                        <a:buNone/>
                      </a:pPr>
                      <a:r>
                        <a:rPr lang="en-US" sz="1800" b="0" i="0" u="none" strike="noStrike" noProof="0">
                          <a:effectLst/>
                          <a:latin typeface="Times New Roman"/>
                          <a:cs typeface="Times New Roman"/>
                        </a:rPr>
                        <a:t>sToolStatus</a:t>
                      </a:r>
                      <a:endParaRPr lang="en-US">
                        <a:latin typeface="Times New Roman"/>
                        <a:cs typeface="Times New Roman"/>
                      </a:endParaRPr>
                    </a:p>
                  </a:txBody>
                  <a:tcPr>
                    <a:lnL w="9524">
                      <a:solidFill>
                        <a:srgbClr val="323232"/>
                      </a:solidFill>
                    </a:lnL>
                    <a:lnR w="12700">
                      <a:solidFill>
                        <a:srgbClr val="FFFFFF"/>
                      </a:solidFill>
                    </a:lnR>
                    <a:lnT w="12700">
                      <a:solidFill>
                        <a:srgbClr val="FFFFFF"/>
                      </a:solidFill>
                    </a:lnT>
                    <a:lnB w="12700">
                      <a:solidFill>
                        <a:srgbClr val="FFFFFF"/>
                      </a:solidFill>
                    </a:lnB>
                    <a:noFill/>
                  </a:tcPr>
                </a:tc>
                <a:tc>
                  <a:txBody>
                    <a:bodyPr/>
                    <a:lstStyle/>
                    <a:p>
                      <a:pPr lvl="0">
                        <a:buNone/>
                      </a:pPr>
                      <a:r>
                        <a:rPr lang="en-US" sz="1800" b="0" i="0" u="none" strike="noStrike" noProof="0">
                          <a:effectLst/>
                          <a:latin typeface="Times New Roman"/>
                          <a:cs typeface="Times New Roman"/>
                        </a:rPr>
                        <a:t>Execution status of the tool, such as SUCCESS, INVALID_INPUT, or ERROR.</a:t>
                      </a:r>
                      <a:endParaRPr lang="en-US">
                        <a:latin typeface="Times New Roman"/>
                        <a:cs typeface="Times New Roman"/>
                      </a:endParaRPr>
                    </a:p>
                  </a:txBody>
                  <a:tcPr>
                    <a:lnL w="12700">
                      <a:solidFill>
                        <a:srgbClr val="FFFFFF"/>
                      </a:solidFill>
                    </a:lnL>
                    <a:lnR w="9524">
                      <a:solidFill>
                        <a:srgbClr val="323232"/>
                      </a:solidFill>
                    </a:lnR>
                    <a:lnT w="12700">
                      <a:solidFill>
                        <a:srgbClr val="FFFFFF"/>
                      </a:solidFill>
                    </a:lnT>
                    <a:lnB w="12700">
                      <a:solidFill>
                        <a:srgbClr val="FFFFFF"/>
                      </a:solidFill>
                    </a:lnB>
                    <a:noFill/>
                  </a:tcPr>
                </a:tc>
                <a:extLst>
                  <a:ext uri="{0D108BD9-81ED-4DB2-BD59-A6C34878D82A}">
                    <a16:rowId xmlns:a16="http://schemas.microsoft.com/office/drawing/2014/main" val="3321963993"/>
                  </a:ext>
                </a:extLst>
              </a:tr>
              <a:tr h="361950">
                <a:tc>
                  <a:txBody>
                    <a:bodyPr/>
                    <a:lstStyle/>
                    <a:p>
                      <a:pPr lvl="0">
                        <a:buNone/>
                      </a:pPr>
                      <a:r>
                        <a:rPr lang="en-US" sz="1800" b="0" i="0" u="none" strike="noStrike" noProof="0">
                          <a:effectLst/>
                          <a:latin typeface="Times New Roman"/>
                          <a:cs typeface="Times New Roman"/>
                        </a:rPr>
                        <a:t>sToolMessage</a:t>
                      </a:r>
                      <a:endParaRPr lang="en-US">
                        <a:latin typeface="Times New Roman"/>
                        <a:cs typeface="Times New Roman"/>
                      </a:endParaRPr>
                    </a:p>
                  </a:txBody>
                  <a:tcPr>
                    <a:lnL w="9524">
                      <a:solidFill>
                        <a:srgbClr val="323232"/>
                      </a:solidFill>
                    </a:lnL>
                    <a:lnR w="12700">
                      <a:solidFill>
                        <a:srgbClr val="FFFFFF"/>
                      </a:solidFill>
                    </a:lnR>
                    <a:lnT w="12700">
                      <a:solidFill>
                        <a:srgbClr val="FFFFFF"/>
                      </a:solidFill>
                    </a:lnT>
                    <a:lnB w="9524">
                      <a:solidFill>
                        <a:srgbClr val="323232"/>
                      </a:solidFill>
                    </a:lnB>
                    <a:noFill/>
                  </a:tcPr>
                </a:tc>
                <a:tc>
                  <a:txBody>
                    <a:bodyPr/>
                    <a:lstStyle/>
                    <a:p>
                      <a:pPr lvl="0">
                        <a:buNone/>
                      </a:pPr>
                      <a:r>
                        <a:rPr lang="en-US" sz="1800" b="0" i="0" u="none" strike="noStrike" noProof="0">
                          <a:effectLst/>
                          <a:latin typeface="Times New Roman"/>
                          <a:cs typeface="Times New Roman"/>
                        </a:rPr>
                        <a:t>Human-readable message describing the tool execution result.</a:t>
                      </a:r>
                      <a:endParaRPr lang="en-US">
                        <a:latin typeface="Times New Roman"/>
                        <a:cs typeface="Times New Roman"/>
                      </a:endParaRPr>
                    </a:p>
                  </a:txBody>
                  <a:tcPr>
                    <a:lnL w="12700">
                      <a:solidFill>
                        <a:srgbClr val="FFFFFF"/>
                      </a:solidFill>
                    </a:lnL>
                    <a:lnR w="9524">
                      <a:solidFill>
                        <a:srgbClr val="323232"/>
                      </a:solidFill>
                    </a:lnR>
                    <a:lnT w="12700">
                      <a:solidFill>
                        <a:srgbClr val="FFFFFF"/>
                      </a:solidFill>
                    </a:lnT>
                    <a:lnB w="9524">
                      <a:solidFill>
                        <a:srgbClr val="323232"/>
                      </a:solidFill>
                    </a:lnB>
                    <a:noFill/>
                  </a:tcPr>
                </a:tc>
                <a:extLst>
                  <a:ext uri="{0D108BD9-81ED-4DB2-BD59-A6C34878D82A}">
                    <a16:rowId xmlns:a16="http://schemas.microsoft.com/office/drawing/2014/main" val="1271192395"/>
                  </a:ext>
                </a:extLst>
              </a:tr>
            </a:tbl>
          </a:graphicData>
        </a:graphic>
      </p:graphicFrame>
    </p:spTree>
    <p:extLst>
      <p:ext uri="{BB962C8B-B14F-4D97-AF65-F5344CB8AC3E}">
        <p14:creationId xmlns:p14="http://schemas.microsoft.com/office/powerpoint/2010/main" val="573817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24261-E721-7497-289D-5A6C3622AD66}"/>
            </a:ext>
          </a:extLst>
        </p:cNvPr>
        <p:cNvGrpSpPr/>
        <p:nvPr/>
      </p:nvGrpSpPr>
      <p:grpSpPr>
        <a:xfrm>
          <a:off x="0" y="0"/>
          <a:ext cx="0" cy="0"/>
          <a:chOff x="0" y="0"/>
          <a:chExt cx="0" cy="0"/>
        </a:xfrm>
      </p:grpSpPr>
      <p:sp>
        <p:nvSpPr>
          <p:cNvPr id="49" name="Text Placeholder 48">
            <a:extLst>
              <a:ext uri="{FF2B5EF4-FFF2-40B4-BE49-F238E27FC236}">
                <a16:creationId xmlns:a16="http://schemas.microsoft.com/office/drawing/2014/main" id="{04424F9B-F6AA-C649-4B88-89C764F4A852}"/>
              </a:ext>
            </a:extLst>
          </p:cNvPr>
          <p:cNvSpPr>
            <a:spLocks noGrp="1"/>
          </p:cNvSpPr>
          <p:nvPr>
            <p:ph type="body" sz="quarter" idx="14"/>
          </p:nvPr>
        </p:nvSpPr>
        <p:spPr>
          <a:xfrm>
            <a:off x="401616" y="2096338"/>
            <a:ext cx="11358584" cy="480000"/>
          </a:xfrm>
        </p:spPr>
        <p:txBody>
          <a:bodyPr vert="horz" lIns="0" tIns="0" rIns="0" bIns="0" rtlCol="0" anchor="t">
            <a:noAutofit/>
          </a:bodyPr>
          <a:lstStyle/>
          <a:p>
            <a:r>
              <a:rPr lang="en-US">
                <a:solidFill>
                  <a:srgbClr val="FF5A10"/>
                </a:solidFill>
                <a:latin typeface="Times New Roman"/>
                <a:cs typeface="Times New Roman"/>
              </a:rPr>
              <a:t>Goal</a:t>
            </a:r>
            <a:r>
              <a:rPr lang="en-US">
                <a:latin typeface="Times New Roman"/>
                <a:cs typeface="Times New Roman"/>
              </a:rPr>
              <a:t>: Retrieve PVP Finance </a:t>
            </a:r>
            <a:r>
              <a:rPr lang="en-US" err="1">
                <a:latin typeface="Times New Roman"/>
                <a:cs typeface="Times New Roman"/>
              </a:rPr>
              <a:t>Ltd's</a:t>
            </a:r>
            <a:r>
              <a:rPr lang="en-US">
                <a:latin typeface="Times New Roman"/>
                <a:cs typeface="Times New Roman"/>
              </a:rPr>
              <a:t> stored customer profile using the Customer ID when independent verification of submitted customer information is required. The retrieved information provides evidence for further investigation and does not determine loan eligibility.</a:t>
            </a:r>
          </a:p>
          <a:p>
            <a:endParaRPr lang="en-US">
              <a:latin typeface="Times New Roman"/>
              <a:cs typeface="Times New Roman"/>
            </a:endParaRPr>
          </a:p>
        </p:txBody>
      </p:sp>
      <p:sp>
        <p:nvSpPr>
          <p:cNvPr id="2" name="Text Placeholder 1">
            <a:extLst>
              <a:ext uri="{FF2B5EF4-FFF2-40B4-BE49-F238E27FC236}">
                <a16:creationId xmlns:a16="http://schemas.microsoft.com/office/drawing/2014/main" id="{0C6CB358-E88A-D1CD-E6D1-D56F4C8447BA}"/>
              </a:ext>
            </a:extLst>
          </p:cNvPr>
          <p:cNvSpPr>
            <a:spLocks noGrp="1"/>
          </p:cNvSpPr>
          <p:nvPr>
            <p:ph type="body" sz="quarter" idx="13"/>
          </p:nvPr>
        </p:nvSpPr>
        <p:spPr/>
        <p:txBody>
          <a:bodyPr vert="horz" lIns="0" tIns="0" rIns="0" bIns="0" rtlCol="0" anchor="t">
            <a:noAutofit/>
          </a:bodyPr>
          <a:lstStyle/>
          <a:p>
            <a:r>
              <a:rPr lang="en-US" err="1">
                <a:latin typeface="Times New Roman"/>
                <a:cs typeface="Times New Roman"/>
              </a:rPr>
              <a:t>CustomerProfileTool</a:t>
            </a:r>
          </a:p>
        </p:txBody>
      </p:sp>
      <p:sp>
        <p:nvSpPr>
          <p:cNvPr id="10" name="Text Placeholder 9">
            <a:extLst>
              <a:ext uri="{FF2B5EF4-FFF2-40B4-BE49-F238E27FC236}">
                <a16:creationId xmlns:a16="http://schemas.microsoft.com/office/drawing/2014/main" id="{9842EF17-6C9D-78B6-0BA7-9615D3C6554E}"/>
              </a:ext>
            </a:extLst>
          </p:cNvPr>
          <p:cNvSpPr>
            <a:spLocks noGrp="1"/>
          </p:cNvSpPr>
          <p:nvPr>
            <p:ph type="body" sz="quarter" idx="26"/>
          </p:nvPr>
        </p:nvSpPr>
        <p:spPr/>
        <p:txBody>
          <a:bodyPr vert="horz" lIns="0" tIns="0" rIns="0" bIns="0" rtlCol="0" anchor="t">
            <a:noAutofit/>
          </a:bodyPr>
          <a:lstStyle/>
          <a:p>
            <a:r>
              <a:rPr lang="en-US">
                <a:solidFill>
                  <a:srgbClr val="FF5A10"/>
                </a:solidFill>
                <a:latin typeface="Times New Roman"/>
                <a:cs typeface="Times New Roman"/>
              </a:rPr>
              <a:t>Existing Customer Profile Verification</a:t>
            </a:r>
            <a:endParaRPr lang="en-US">
              <a:latin typeface="Times New Roman"/>
              <a:cs typeface="Times New Roman"/>
            </a:endParaRPr>
          </a:p>
        </p:txBody>
      </p:sp>
      <p:sp>
        <p:nvSpPr>
          <p:cNvPr id="15" name="TextBox 14">
            <a:extLst>
              <a:ext uri="{FF2B5EF4-FFF2-40B4-BE49-F238E27FC236}">
                <a16:creationId xmlns:a16="http://schemas.microsoft.com/office/drawing/2014/main" id="{DAB5867E-622E-D910-4A36-3FBD35F6A00D}"/>
              </a:ext>
            </a:extLst>
          </p:cNvPr>
          <p:cNvSpPr txBox="1"/>
          <p:nvPr/>
        </p:nvSpPr>
        <p:spPr>
          <a:xfrm>
            <a:off x="401320" y="4871323"/>
            <a:ext cx="5024620" cy="338554"/>
          </a:xfrm>
          <a:prstGeom prst="rect">
            <a:avLst/>
          </a:prstGeom>
          <a:noFill/>
        </p:spPr>
        <p:txBody>
          <a:bodyPr wrap="square" lIns="91440" tIns="45720" rIns="91440" bIns="45720" anchor="t">
            <a:spAutoFit/>
          </a:bodyPr>
          <a:lstStyle/>
          <a:p>
            <a:r>
              <a:rPr lang="en-US" sz="1600" b="1">
                <a:solidFill>
                  <a:srgbClr val="FF5A10"/>
                </a:solidFill>
                <a:latin typeface="Times New Roman"/>
                <a:cs typeface="Times New Roman"/>
              </a:rPr>
              <a:t>Tool Selection: </a:t>
            </a:r>
            <a:r>
              <a:rPr lang="en-US" sz="1600">
                <a:solidFill>
                  <a:srgbClr val="FF5A10"/>
                </a:solidFill>
                <a:latin typeface="Times New Roman"/>
                <a:ea typeface="+mn-lt"/>
                <a:cs typeface="Times New Roman"/>
              </a:rPr>
              <a:t>Task Bot + Google Sheets Package</a:t>
            </a:r>
          </a:p>
        </p:txBody>
      </p:sp>
      <p:graphicFrame>
        <p:nvGraphicFramePr>
          <p:cNvPr id="4" name="Table 3">
            <a:extLst>
              <a:ext uri="{FF2B5EF4-FFF2-40B4-BE49-F238E27FC236}">
                <a16:creationId xmlns:a16="http://schemas.microsoft.com/office/drawing/2014/main" id="{B92BE090-E0B8-9E26-628A-C6B8FFEB1642}"/>
              </a:ext>
            </a:extLst>
          </p:cNvPr>
          <p:cNvGraphicFramePr>
            <a:graphicFrameLocks noGrp="1"/>
          </p:cNvGraphicFramePr>
          <p:nvPr>
            <p:extLst>
              <p:ext uri="{D42A27DB-BD31-4B8C-83A1-F6EECF244321}">
                <p14:modId xmlns:p14="http://schemas.microsoft.com/office/powerpoint/2010/main" val="2186185438"/>
              </p:ext>
            </p:extLst>
          </p:nvPr>
        </p:nvGraphicFramePr>
        <p:xfrm>
          <a:off x="412115" y="2931477"/>
          <a:ext cx="11297108" cy="1489801"/>
        </p:xfrm>
        <a:graphic>
          <a:graphicData uri="http://schemas.openxmlformats.org/drawingml/2006/table">
            <a:tbl>
              <a:tblPr bandRow="1">
                <a:tableStyleId>{5C22544A-7EE6-4342-B048-85BDC9FD1C3A}</a:tableStyleId>
              </a:tblPr>
              <a:tblGrid>
                <a:gridCol w="5648554">
                  <a:extLst>
                    <a:ext uri="{9D8B030D-6E8A-4147-A177-3AD203B41FA5}">
                      <a16:colId xmlns:a16="http://schemas.microsoft.com/office/drawing/2014/main" val="1058756883"/>
                    </a:ext>
                  </a:extLst>
                </a:gridCol>
                <a:gridCol w="5648554">
                  <a:extLst>
                    <a:ext uri="{9D8B030D-6E8A-4147-A177-3AD203B41FA5}">
                      <a16:colId xmlns:a16="http://schemas.microsoft.com/office/drawing/2014/main" val="619891342"/>
                    </a:ext>
                  </a:extLst>
                </a:gridCol>
              </a:tblGrid>
              <a:tr h="322972">
                <a:tc>
                  <a:txBody>
                    <a:bodyPr/>
                    <a:lstStyle/>
                    <a:p>
                      <a:pPr marL="0" indent="0" algn="l" fontAlgn="base">
                        <a:buNone/>
                      </a:pPr>
                      <a:r>
                        <a:rPr lang="en-US" sz="1800" b="1" i="0">
                          <a:solidFill>
                            <a:srgbClr val="FFFFFF"/>
                          </a:solidFill>
                          <a:effectLst/>
                          <a:latin typeface="Museo Sans 300" panose="02000000000000000000"/>
                        </a:rPr>
                        <a:t>Inputs Required</a:t>
                      </a:r>
                      <a:endParaRPr lang="en-US" b="1" i="0">
                        <a:solidFill>
                          <a:srgbClr val="FFFFFF"/>
                        </a:solidFill>
                        <a:effectLst/>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323232"/>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23232"/>
                    </a:solidFill>
                  </a:tcPr>
                </a:tc>
                <a:tc>
                  <a:txBody>
                    <a:bodyPr/>
                    <a:lstStyle/>
                    <a:p>
                      <a:pPr marL="0" indent="0" algn="l" fontAlgn="base">
                        <a:buNone/>
                      </a:pPr>
                      <a:r>
                        <a:rPr lang="en-US" sz="1800" b="1" i="0">
                          <a:solidFill>
                            <a:srgbClr val="FFFFFF"/>
                          </a:solidFill>
                          <a:effectLst/>
                          <a:latin typeface="Museo Sans 300" panose="02000000000000000000"/>
                        </a:rPr>
                        <a:t>Description</a:t>
                      </a:r>
                      <a:endParaRPr lang="en-US" b="1" i="0">
                        <a:solidFill>
                          <a:srgbClr val="FFFFFF"/>
                        </a:solidFill>
                        <a:effectLst/>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23232"/>
                    </a:solidFill>
                  </a:tcPr>
                </a:tc>
                <a:extLst>
                  <a:ext uri="{0D108BD9-81ED-4DB2-BD59-A6C34878D82A}">
                    <a16:rowId xmlns:a16="http://schemas.microsoft.com/office/drawing/2014/main" val="4163826609"/>
                  </a:ext>
                </a:extLst>
              </a:tr>
              <a:tr h="758281">
                <a:tc>
                  <a:txBody>
                    <a:bodyPr/>
                    <a:lstStyle/>
                    <a:p>
                      <a:pPr marL="0" lvl="0" indent="0" algn="l">
                        <a:buNone/>
                      </a:pPr>
                      <a:r>
                        <a:rPr lang="en-US" sz="1800" b="0" i="0" u="none" strike="noStrike" noProof="0" err="1">
                          <a:solidFill>
                            <a:srgbClr val="323232"/>
                          </a:solidFill>
                          <a:effectLst/>
                        </a:rPr>
                        <a:t>sCustomerID</a:t>
                      </a:r>
                      <a:endParaRPr lang="en-US" err="1"/>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lvl="0" indent="0" algn="l">
                        <a:buNone/>
                      </a:pPr>
                      <a:r>
                        <a:rPr lang="en-US" sz="1800" b="0" i="0" u="none" strike="noStrike" noProof="0">
                          <a:solidFill>
                            <a:srgbClr val="323232"/>
                          </a:solidFill>
                          <a:effectLst/>
                        </a:rPr>
                        <a:t>Customer ID used to locate the corresponding stored customer profile.</a:t>
                      </a:r>
                      <a:endParaRPr lang="en-US" noProof="0"/>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814473131"/>
                  </a:ext>
                </a:extLst>
              </a:tr>
              <a:tr h="322972">
                <a:tc>
                  <a:txBody>
                    <a:bodyPr/>
                    <a:lstStyle/>
                    <a:p>
                      <a:pPr fontAlgn="t">
                        <a:buNone/>
                      </a:pPr>
                      <a:endParaRPr lang="en-US">
                        <a:effectLst/>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tc>
                  <a:txBody>
                    <a:bodyPr/>
                    <a:lstStyle/>
                    <a:p>
                      <a:pPr fontAlgn="t">
                        <a:buNone/>
                      </a:pPr>
                      <a:endParaRPr lang="en-US">
                        <a:effectLst/>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extLst>
                  <a:ext uri="{0D108BD9-81ED-4DB2-BD59-A6C34878D82A}">
                    <a16:rowId xmlns:a16="http://schemas.microsoft.com/office/drawing/2014/main" val="399226268"/>
                  </a:ext>
                </a:extLst>
              </a:tr>
            </a:tbl>
          </a:graphicData>
        </a:graphic>
      </p:graphicFrame>
    </p:spTree>
    <p:extLst>
      <p:ext uri="{BB962C8B-B14F-4D97-AF65-F5344CB8AC3E}">
        <p14:creationId xmlns:p14="http://schemas.microsoft.com/office/powerpoint/2010/main" val="18608537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836D7538-AFFC-2547-116E-D78DC0109552}"/>
              </a:ext>
            </a:extLst>
          </p:cNvPr>
          <p:cNvGraphicFramePr>
            <a:graphicFrameLocks noGrp="1"/>
          </p:cNvGraphicFramePr>
          <p:nvPr>
            <p:extLst>
              <p:ext uri="{D42A27DB-BD31-4B8C-83A1-F6EECF244321}">
                <p14:modId xmlns:p14="http://schemas.microsoft.com/office/powerpoint/2010/main" val="3591124673"/>
              </p:ext>
            </p:extLst>
          </p:nvPr>
        </p:nvGraphicFramePr>
        <p:xfrm>
          <a:off x="523875" y="640080"/>
          <a:ext cx="10992274" cy="4297680"/>
        </p:xfrm>
        <a:graphic>
          <a:graphicData uri="http://schemas.openxmlformats.org/drawingml/2006/table">
            <a:tbl>
              <a:tblPr bandRow="1">
                <a:tableStyleId>{5C22544A-7EE6-4342-B048-85BDC9FD1C3A}</a:tableStyleId>
              </a:tblPr>
              <a:tblGrid>
                <a:gridCol w="5496137">
                  <a:extLst>
                    <a:ext uri="{9D8B030D-6E8A-4147-A177-3AD203B41FA5}">
                      <a16:colId xmlns:a16="http://schemas.microsoft.com/office/drawing/2014/main" val="2903104567"/>
                    </a:ext>
                  </a:extLst>
                </a:gridCol>
                <a:gridCol w="5496137">
                  <a:extLst>
                    <a:ext uri="{9D8B030D-6E8A-4147-A177-3AD203B41FA5}">
                      <a16:colId xmlns:a16="http://schemas.microsoft.com/office/drawing/2014/main" val="3203430642"/>
                    </a:ext>
                  </a:extLst>
                </a:gridCol>
              </a:tblGrid>
              <a:tr h="361950">
                <a:tc>
                  <a:txBody>
                    <a:bodyPr/>
                    <a:lstStyle/>
                    <a:p>
                      <a:pPr marL="0" indent="0" algn="l" fontAlgn="base">
                        <a:buNone/>
                      </a:pPr>
                      <a:r>
                        <a:rPr lang="en-US" sz="1800" b="1" i="0">
                          <a:solidFill>
                            <a:srgbClr val="FFFFFF"/>
                          </a:solidFill>
                          <a:effectLst/>
                          <a:latin typeface="Times New Roman"/>
                          <a:cs typeface="Times New Roman"/>
                        </a:rPr>
                        <a:t>Outputs Required</a:t>
                      </a:r>
                      <a:endParaRPr lang="en-US" b="1" i="0">
                        <a:solidFill>
                          <a:srgbClr val="FFFFFF"/>
                        </a:solidFill>
                        <a:effectLst/>
                        <a:latin typeface="Times New Roman"/>
                        <a:cs typeface="Times New Roman"/>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323232"/>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23232"/>
                    </a:solidFill>
                  </a:tcPr>
                </a:tc>
                <a:tc>
                  <a:txBody>
                    <a:bodyPr/>
                    <a:lstStyle/>
                    <a:p>
                      <a:pPr marL="0" indent="0" algn="l" fontAlgn="base">
                        <a:buNone/>
                      </a:pPr>
                      <a:r>
                        <a:rPr lang="en-US" sz="1800" b="1" i="0">
                          <a:solidFill>
                            <a:srgbClr val="FFFFFF"/>
                          </a:solidFill>
                          <a:effectLst/>
                          <a:latin typeface="Times New Roman"/>
                          <a:cs typeface="Times New Roman"/>
                        </a:rPr>
                        <a:t>Description</a:t>
                      </a:r>
                      <a:endParaRPr lang="en-US" b="1" i="0">
                        <a:solidFill>
                          <a:srgbClr val="FFFFFF"/>
                        </a:solidFill>
                        <a:effectLst/>
                        <a:latin typeface="Times New Roman"/>
                        <a:cs typeface="Times New Roman"/>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23232"/>
                    </a:solidFill>
                  </a:tcPr>
                </a:tc>
                <a:extLst>
                  <a:ext uri="{0D108BD9-81ED-4DB2-BD59-A6C34878D82A}">
                    <a16:rowId xmlns:a16="http://schemas.microsoft.com/office/drawing/2014/main" val="3778920842"/>
                  </a:ext>
                </a:extLst>
              </a:tr>
              <a:tr h="361950">
                <a:tc>
                  <a:txBody>
                    <a:bodyPr/>
                    <a:lstStyle/>
                    <a:p>
                      <a:pPr marL="0" lvl="0" indent="0" algn="l">
                        <a:buNone/>
                      </a:pPr>
                      <a:r>
                        <a:rPr lang="en-US" sz="1800" b="0" i="0" u="none" strike="noStrike" noProof="0">
                          <a:solidFill>
                            <a:srgbClr val="323232"/>
                          </a:solidFill>
                          <a:effectLst/>
                          <a:latin typeface="Times New Roman"/>
                          <a:cs typeface="Times New Roman"/>
                        </a:rPr>
                        <a:t>bCustomerFound</a:t>
                      </a:r>
                      <a:endParaRPr lang="en-US">
                        <a:latin typeface="Times New Roman"/>
                        <a:cs typeface="Times New Roman"/>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lvl="0" indent="0" algn="l">
                        <a:buNone/>
                      </a:pPr>
                      <a:r>
                        <a:rPr lang="en-US" sz="1800" b="0" i="0" u="none" strike="noStrike" noProof="0">
                          <a:solidFill>
                            <a:srgbClr val="323232"/>
                          </a:solidFill>
                          <a:effectLst/>
                          <a:latin typeface="Times New Roman"/>
                          <a:cs typeface="Times New Roman"/>
                        </a:rPr>
                        <a:t>Indicates whether a matching customer profile was found.</a:t>
                      </a: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39469825"/>
                  </a:ext>
                </a:extLst>
              </a:tr>
              <a:tr h="361950">
                <a:tc>
                  <a:txBody>
                    <a:bodyPr/>
                    <a:lstStyle/>
                    <a:p>
                      <a:pPr lvl="0">
                        <a:buNone/>
                      </a:pPr>
                      <a:r>
                        <a:rPr lang="en-US" sz="1800" b="0" i="0" u="none" strike="noStrike" noProof="0">
                          <a:effectLst/>
                          <a:latin typeface="Times New Roman"/>
                          <a:cs typeface="Times New Roman"/>
                        </a:rPr>
                        <a:t>sCustomerName</a:t>
                      </a:r>
                      <a:endParaRPr lang="en-US">
                        <a:latin typeface="Times New Roman"/>
                        <a:cs typeface="Times New Roman"/>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buNone/>
                      </a:pPr>
                      <a:r>
                        <a:rPr lang="en-US" sz="1800" b="0" i="0" u="none" strike="noStrike" noProof="0">
                          <a:effectLst/>
                          <a:latin typeface="Times New Roman"/>
                          <a:cs typeface="Times New Roman"/>
                        </a:rPr>
                        <a:t>Customer name stored in the profile.</a:t>
                      </a:r>
                      <a:endParaRPr lang="en-US">
                        <a:latin typeface="Times New Roman"/>
                        <a:cs typeface="Times New Roman"/>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74979326"/>
                  </a:ext>
                </a:extLst>
              </a:tr>
              <a:tr h="361950">
                <a:tc>
                  <a:txBody>
                    <a:bodyPr/>
                    <a:lstStyle/>
                    <a:p>
                      <a:pPr lvl="0">
                        <a:buNone/>
                      </a:pPr>
                      <a:r>
                        <a:rPr lang="en-US" sz="1800" b="0" i="0" u="none" strike="noStrike" noProof="0">
                          <a:effectLst/>
                          <a:latin typeface="Times New Roman"/>
                          <a:cs typeface="Times New Roman"/>
                        </a:rPr>
                        <a:t>sEmploymentType</a:t>
                      </a:r>
                      <a:endParaRPr lang="en-US">
                        <a:latin typeface="Times New Roman"/>
                        <a:cs typeface="Times New Roman"/>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buNone/>
                      </a:pPr>
                      <a:r>
                        <a:rPr lang="en-US" sz="1800" b="0" i="0" u="none" strike="noStrike" noProof="0">
                          <a:effectLst/>
                          <a:latin typeface="Times New Roman"/>
                          <a:cs typeface="Times New Roman"/>
                        </a:rPr>
                        <a:t>Stored employment type.</a:t>
                      </a:r>
                      <a:endParaRPr lang="en-US">
                        <a:latin typeface="Times New Roman"/>
                        <a:cs typeface="Times New Roman"/>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4094176638"/>
                  </a:ext>
                </a:extLst>
              </a:tr>
              <a:tr h="361950">
                <a:tc>
                  <a:txBody>
                    <a:bodyPr/>
                    <a:lstStyle/>
                    <a:p>
                      <a:pPr lvl="0">
                        <a:buNone/>
                      </a:pPr>
                      <a:r>
                        <a:rPr lang="en-US" sz="1800" b="0" i="0" u="none" strike="noStrike" noProof="0">
                          <a:effectLst/>
                          <a:latin typeface="Times New Roman"/>
                          <a:cs typeface="Times New Roman"/>
                        </a:rPr>
                        <a:t>nMonthlyIncome</a:t>
                      </a:r>
                      <a:endParaRPr lang="en-US">
                        <a:latin typeface="Times New Roman"/>
                        <a:cs typeface="Times New Roman"/>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buNone/>
                      </a:pPr>
                      <a:r>
                        <a:rPr lang="en-US" sz="1800" b="0" i="0" u="none" strike="noStrike" noProof="0">
                          <a:effectLst/>
                          <a:latin typeface="Times New Roman"/>
                          <a:cs typeface="Times New Roman"/>
                        </a:rPr>
                        <a:t>Stored monthly income.</a:t>
                      </a:r>
                      <a:endParaRPr lang="en-US">
                        <a:latin typeface="Times New Roman"/>
                        <a:cs typeface="Times New Roman"/>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570580348"/>
                  </a:ext>
                </a:extLst>
              </a:tr>
              <a:tr h="361950">
                <a:tc>
                  <a:txBody>
                    <a:bodyPr/>
                    <a:lstStyle/>
                    <a:p>
                      <a:pPr lvl="0">
                        <a:buNone/>
                      </a:pPr>
                      <a:r>
                        <a:rPr lang="en-US" sz="1800" b="0" i="0" u="none" strike="noStrike" noProof="0">
                          <a:effectLst/>
                          <a:latin typeface="Times New Roman"/>
                          <a:cs typeface="Times New Roman"/>
                        </a:rPr>
                        <a:t>nExistingEMI</a:t>
                      </a:r>
                      <a:endParaRPr lang="en-US">
                        <a:latin typeface="Times New Roman"/>
                        <a:cs typeface="Times New Roman"/>
                      </a:endParaRPr>
                    </a:p>
                  </a:txBody>
                  <a:tcPr>
                    <a:lnL w="9524">
                      <a:solidFill>
                        <a:srgbClr val="323232"/>
                      </a:solidFill>
                    </a:lnL>
                    <a:lnR w="12700">
                      <a:solidFill>
                        <a:srgbClr val="FFFFFF"/>
                      </a:solidFill>
                    </a:lnR>
                    <a:lnT w="12700">
                      <a:solidFill>
                        <a:srgbClr val="FFFFFF"/>
                      </a:solidFill>
                    </a:lnT>
                    <a:lnB w="12700">
                      <a:solidFill>
                        <a:srgbClr val="FFFFFF"/>
                      </a:solidFill>
                    </a:lnB>
                    <a:noFill/>
                  </a:tcPr>
                </a:tc>
                <a:tc>
                  <a:txBody>
                    <a:bodyPr/>
                    <a:lstStyle/>
                    <a:p>
                      <a:pPr lvl="0">
                        <a:buNone/>
                      </a:pPr>
                      <a:r>
                        <a:rPr lang="en-US" sz="1800" b="0" i="0" u="none" strike="noStrike" noProof="0">
                          <a:effectLst/>
                          <a:latin typeface="Times New Roman"/>
                          <a:cs typeface="Times New Roman"/>
                        </a:rPr>
                        <a:t>Stored existing EMI amount.</a:t>
                      </a:r>
                    </a:p>
                  </a:txBody>
                  <a:tcPr>
                    <a:lnL w="12700">
                      <a:solidFill>
                        <a:srgbClr val="FFFFFF"/>
                      </a:solidFill>
                    </a:lnL>
                    <a:lnR w="9524">
                      <a:solidFill>
                        <a:srgbClr val="323232"/>
                      </a:solidFill>
                    </a:lnR>
                    <a:lnT w="12700">
                      <a:solidFill>
                        <a:srgbClr val="FFFFFF"/>
                      </a:solidFill>
                    </a:lnT>
                    <a:lnB w="12700">
                      <a:solidFill>
                        <a:srgbClr val="FFFFFF"/>
                      </a:solidFill>
                    </a:lnB>
                    <a:noFill/>
                  </a:tcPr>
                </a:tc>
                <a:extLst>
                  <a:ext uri="{0D108BD9-81ED-4DB2-BD59-A6C34878D82A}">
                    <a16:rowId xmlns:a16="http://schemas.microsoft.com/office/drawing/2014/main" val="403976421"/>
                  </a:ext>
                </a:extLst>
              </a:tr>
              <a:tr h="361950">
                <a:tc>
                  <a:txBody>
                    <a:bodyPr/>
                    <a:lstStyle/>
                    <a:p>
                      <a:pPr lvl="0">
                        <a:buNone/>
                      </a:pPr>
                      <a:r>
                        <a:rPr lang="en-US" sz="1800" b="0" i="0" u="none" strike="noStrike" noProof="0">
                          <a:effectLst/>
                          <a:latin typeface="Times New Roman"/>
                          <a:cs typeface="Times New Roman"/>
                        </a:rPr>
                        <a:t>nCreditScore</a:t>
                      </a:r>
                      <a:endParaRPr lang="en-US">
                        <a:latin typeface="Times New Roman"/>
                        <a:cs typeface="Times New Roman"/>
                      </a:endParaRPr>
                    </a:p>
                  </a:txBody>
                  <a:tcPr>
                    <a:lnL w="9524">
                      <a:solidFill>
                        <a:srgbClr val="323232"/>
                      </a:solidFill>
                    </a:lnL>
                    <a:lnR w="12700">
                      <a:solidFill>
                        <a:srgbClr val="FFFFFF"/>
                      </a:solidFill>
                    </a:lnR>
                    <a:lnT w="12700">
                      <a:solidFill>
                        <a:srgbClr val="FFFFFF"/>
                      </a:solidFill>
                    </a:lnT>
                    <a:lnB w="12700">
                      <a:solidFill>
                        <a:srgbClr val="FFFFFF"/>
                      </a:solidFill>
                    </a:lnB>
                    <a:noFill/>
                  </a:tcPr>
                </a:tc>
                <a:tc>
                  <a:txBody>
                    <a:bodyPr/>
                    <a:lstStyle/>
                    <a:p>
                      <a:pPr lvl="0">
                        <a:buNone/>
                      </a:pPr>
                      <a:r>
                        <a:rPr lang="en-US" sz="1800" b="0" i="0" u="none" strike="noStrike" noProof="0">
                          <a:effectLst/>
                          <a:latin typeface="Times New Roman"/>
                          <a:cs typeface="Times New Roman"/>
                        </a:rPr>
                        <a:t>Stored credit score.</a:t>
                      </a:r>
                      <a:endParaRPr lang="en-US">
                        <a:latin typeface="Times New Roman"/>
                        <a:cs typeface="Times New Roman"/>
                      </a:endParaRPr>
                    </a:p>
                  </a:txBody>
                  <a:tcPr>
                    <a:lnL w="12700">
                      <a:solidFill>
                        <a:srgbClr val="FFFFFF"/>
                      </a:solidFill>
                    </a:lnL>
                    <a:lnR w="9524">
                      <a:solidFill>
                        <a:srgbClr val="323232"/>
                      </a:solidFill>
                    </a:lnR>
                    <a:lnT w="12700">
                      <a:solidFill>
                        <a:srgbClr val="FFFFFF"/>
                      </a:solidFill>
                    </a:lnT>
                    <a:lnB w="12700">
                      <a:solidFill>
                        <a:srgbClr val="FFFFFF"/>
                      </a:solidFill>
                    </a:lnB>
                    <a:noFill/>
                  </a:tcPr>
                </a:tc>
                <a:extLst>
                  <a:ext uri="{0D108BD9-81ED-4DB2-BD59-A6C34878D82A}">
                    <a16:rowId xmlns:a16="http://schemas.microsoft.com/office/drawing/2014/main" val="1321075596"/>
                  </a:ext>
                </a:extLst>
              </a:tr>
              <a:tr h="361950">
                <a:tc>
                  <a:txBody>
                    <a:bodyPr/>
                    <a:lstStyle/>
                    <a:p>
                      <a:pPr lvl="0">
                        <a:buNone/>
                      </a:pPr>
                      <a:r>
                        <a:rPr lang="en-US" sz="1800" b="0" i="0" u="none" strike="noStrike" noProof="0">
                          <a:effectLst/>
                          <a:latin typeface="Times New Roman"/>
                          <a:cs typeface="Times New Roman"/>
                        </a:rPr>
                        <a:t>nExistingLoanCount</a:t>
                      </a:r>
                      <a:endParaRPr lang="en-US">
                        <a:latin typeface="Times New Roman"/>
                        <a:cs typeface="Times New Roman"/>
                      </a:endParaRPr>
                    </a:p>
                  </a:txBody>
                  <a:tcPr>
                    <a:lnL w="9524">
                      <a:solidFill>
                        <a:srgbClr val="323232"/>
                      </a:solidFill>
                    </a:lnL>
                    <a:lnR w="12700">
                      <a:solidFill>
                        <a:srgbClr val="FFFFFF"/>
                      </a:solidFill>
                    </a:lnR>
                    <a:lnT w="12700">
                      <a:solidFill>
                        <a:srgbClr val="FFFFFF"/>
                      </a:solidFill>
                    </a:lnT>
                    <a:lnB w="12700">
                      <a:solidFill>
                        <a:srgbClr val="FFFFFF"/>
                      </a:solidFill>
                    </a:lnB>
                    <a:noFill/>
                  </a:tcPr>
                </a:tc>
                <a:tc>
                  <a:txBody>
                    <a:bodyPr/>
                    <a:lstStyle/>
                    <a:p>
                      <a:pPr lvl="0">
                        <a:buNone/>
                      </a:pPr>
                      <a:r>
                        <a:rPr lang="en-US" sz="1800" b="0" i="0" u="none" strike="noStrike" noProof="0">
                          <a:effectLst/>
                          <a:latin typeface="Times New Roman"/>
                          <a:cs typeface="Times New Roman"/>
                        </a:rPr>
                        <a:t>Number of existing loans recorded for the customer.</a:t>
                      </a:r>
                      <a:endParaRPr lang="en-US">
                        <a:latin typeface="Times New Roman"/>
                        <a:cs typeface="Times New Roman"/>
                      </a:endParaRPr>
                    </a:p>
                  </a:txBody>
                  <a:tcPr>
                    <a:lnL w="12700">
                      <a:solidFill>
                        <a:srgbClr val="FFFFFF"/>
                      </a:solidFill>
                    </a:lnL>
                    <a:lnR w="9524">
                      <a:solidFill>
                        <a:srgbClr val="323232"/>
                      </a:solidFill>
                    </a:lnR>
                    <a:lnT w="12700">
                      <a:solidFill>
                        <a:srgbClr val="FFFFFF"/>
                      </a:solidFill>
                    </a:lnT>
                    <a:lnB w="12700">
                      <a:solidFill>
                        <a:srgbClr val="FFFFFF"/>
                      </a:solidFill>
                    </a:lnB>
                    <a:noFill/>
                  </a:tcPr>
                </a:tc>
                <a:extLst>
                  <a:ext uri="{0D108BD9-81ED-4DB2-BD59-A6C34878D82A}">
                    <a16:rowId xmlns:a16="http://schemas.microsoft.com/office/drawing/2014/main" val="3321963993"/>
                  </a:ext>
                </a:extLst>
              </a:tr>
              <a:tr h="361950">
                <a:tc>
                  <a:txBody>
                    <a:bodyPr/>
                    <a:lstStyle/>
                    <a:p>
                      <a:pPr lvl="0">
                        <a:buNone/>
                      </a:pPr>
                      <a:r>
                        <a:rPr lang="en-US" sz="1800" b="0" i="0" u="none" strike="noStrike" noProof="0">
                          <a:effectLst/>
                          <a:latin typeface="Times New Roman"/>
                          <a:cs typeface="Times New Roman"/>
                        </a:rPr>
                        <a:t>sCustomerStatus</a:t>
                      </a:r>
                      <a:endParaRPr lang="en-US">
                        <a:latin typeface="Times New Roman"/>
                        <a:cs typeface="Times New Roman"/>
                      </a:endParaRPr>
                    </a:p>
                  </a:txBody>
                  <a:tcPr>
                    <a:lnL w="9524">
                      <a:solidFill>
                        <a:srgbClr val="323232"/>
                      </a:solidFill>
                    </a:lnL>
                    <a:lnR w="12700">
                      <a:solidFill>
                        <a:srgbClr val="FFFFFF"/>
                      </a:solidFill>
                    </a:lnR>
                    <a:lnT w="12700">
                      <a:solidFill>
                        <a:srgbClr val="FFFFFF"/>
                      </a:solidFill>
                    </a:lnT>
                    <a:lnB w="12700">
                      <a:solidFill>
                        <a:srgbClr val="FFFFFF"/>
                      </a:solidFill>
                    </a:lnB>
                    <a:noFill/>
                  </a:tcPr>
                </a:tc>
                <a:tc>
                  <a:txBody>
                    <a:bodyPr/>
                    <a:lstStyle/>
                    <a:p>
                      <a:pPr lvl="0">
                        <a:buNone/>
                      </a:pPr>
                      <a:r>
                        <a:rPr lang="en-US" sz="1800" b="0" i="0" u="none" strike="noStrike" noProof="0">
                          <a:effectLst/>
                          <a:latin typeface="Times New Roman"/>
                          <a:cs typeface="Times New Roman"/>
                        </a:rPr>
                        <a:t>Stored customer status.</a:t>
                      </a:r>
                    </a:p>
                  </a:txBody>
                  <a:tcPr>
                    <a:lnL w="12700">
                      <a:solidFill>
                        <a:srgbClr val="FFFFFF"/>
                      </a:solidFill>
                    </a:lnL>
                    <a:lnR w="9524">
                      <a:solidFill>
                        <a:srgbClr val="323232"/>
                      </a:solidFill>
                    </a:lnR>
                    <a:lnT w="12700">
                      <a:solidFill>
                        <a:srgbClr val="FFFFFF"/>
                      </a:solidFill>
                    </a:lnT>
                    <a:lnB w="12700">
                      <a:solidFill>
                        <a:srgbClr val="FFFFFF"/>
                      </a:solidFill>
                    </a:lnB>
                    <a:noFill/>
                  </a:tcPr>
                </a:tc>
                <a:extLst>
                  <a:ext uri="{0D108BD9-81ED-4DB2-BD59-A6C34878D82A}">
                    <a16:rowId xmlns:a16="http://schemas.microsoft.com/office/drawing/2014/main" val="1271192395"/>
                  </a:ext>
                </a:extLst>
              </a:tr>
              <a:tr h="361950">
                <a:tc>
                  <a:txBody>
                    <a:bodyPr/>
                    <a:lstStyle/>
                    <a:p>
                      <a:pPr lvl="0">
                        <a:buNone/>
                      </a:pPr>
                      <a:r>
                        <a:rPr lang="en-US" sz="1800" b="0" i="0" u="none" strike="noStrike" noProof="0">
                          <a:effectLst/>
                          <a:latin typeface="Times New Roman"/>
                          <a:cs typeface="Times New Roman"/>
                        </a:rPr>
                        <a:t>sToolStatus</a:t>
                      </a:r>
                      <a:endParaRPr lang="en-US">
                        <a:latin typeface="Times New Roman"/>
                        <a:cs typeface="Times New Roman"/>
                      </a:endParaRPr>
                    </a:p>
                  </a:txBody>
                  <a:tcPr>
                    <a:lnL w="9524">
                      <a:solidFill>
                        <a:srgbClr val="323232"/>
                      </a:solidFill>
                    </a:lnL>
                    <a:lnR w="12700">
                      <a:solidFill>
                        <a:srgbClr val="FFFFFF"/>
                      </a:solidFill>
                    </a:lnR>
                    <a:lnT w="12700">
                      <a:solidFill>
                        <a:srgbClr val="FFFFFF"/>
                      </a:solidFill>
                    </a:lnT>
                    <a:lnB w="12700">
                      <a:solidFill>
                        <a:srgbClr val="FFFFFF"/>
                      </a:solidFill>
                    </a:lnB>
                    <a:noFill/>
                  </a:tcPr>
                </a:tc>
                <a:tc>
                  <a:txBody>
                    <a:bodyPr/>
                    <a:lstStyle/>
                    <a:p>
                      <a:pPr lvl="0">
                        <a:buNone/>
                      </a:pPr>
                      <a:r>
                        <a:rPr lang="en-US" sz="1800" b="0" i="0" u="none" strike="noStrike" noProof="0">
                          <a:effectLst/>
                          <a:latin typeface="Times New Roman"/>
                          <a:cs typeface="Times New Roman"/>
                        </a:rPr>
                        <a:t>Tool execution result such as SUCCESS, NOT_FOUND, INVALID_INPUT, or ERROR.</a:t>
                      </a:r>
                      <a:endParaRPr lang="en-US">
                        <a:latin typeface="Times New Roman"/>
                        <a:cs typeface="Times New Roman"/>
                      </a:endParaRPr>
                    </a:p>
                  </a:txBody>
                  <a:tcPr>
                    <a:lnL w="12700">
                      <a:solidFill>
                        <a:srgbClr val="FFFFFF"/>
                      </a:solidFill>
                    </a:lnL>
                    <a:lnR w="9524">
                      <a:solidFill>
                        <a:srgbClr val="323232"/>
                      </a:solidFill>
                    </a:lnR>
                    <a:lnT w="12700">
                      <a:solidFill>
                        <a:srgbClr val="FFFFFF"/>
                      </a:solidFill>
                    </a:lnT>
                    <a:lnB w="12700">
                      <a:solidFill>
                        <a:srgbClr val="FFFFFF"/>
                      </a:solidFill>
                    </a:lnB>
                    <a:noFill/>
                  </a:tcPr>
                </a:tc>
                <a:extLst>
                  <a:ext uri="{0D108BD9-81ED-4DB2-BD59-A6C34878D82A}">
                    <a16:rowId xmlns:a16="http://schemas.microsoft.com/office/drawing/2014/main" val="3434336279"/>
                  </a:ext>
                </a:extLst>
              </a:tr>
              <a:tr h="361950">
                <a:tc>
                  <a:txBody>
                    <a:bodyPr/>
                    <a:lstStyle/>
                    <a:p>
                      <a:pPr lvl="0">
                        <a:buNone/>
                      </a:pPr>
                      <a:r>
                        <a:rPr lang="en-US" sz="1800" b="0" i="0" u="none" strike="noStrike" noProof="0">
                          <a:effectLst/>
                          <a:latin typeface="Times New Roman"/>
                          <a:cs typeface="Times New Roman"/>
                        </a:rPr>
                        <a:t>sToolMessage</a:t>
                      </a:r>
                      <a:endParaRPr lang="en-US">
                        <a:latin typeface="Times New Roman"/>
                        <a:cs typeface="Times New Roman"/>
                      </a:endParaRPr>
                    </a:p>
                  </a:txBody>
                  <a:tcPr>
                    <a:lnL w="9524">
                      <a:solidFill>
                        <a:srgbClr val="323232"/>
                      </a:solidFill>
                    </a:lnL>
                    <a:lnR w="12700">
                      <a:solidFill>
                        <a:srgbClr val="FFFFFF"/>
                      </a:solidFill>
                    </a:lnR>
                    <a:lnT w="12700">
                      <a:solidFill>
                        <a:srgbClr val="FFFFFF"/>
                      </a:solidFill>
                    </a:lnT>
                    <a:lnB w="9524">
                      <a:solidFill>
                        <a:srgbClr val="323232"/>
                      </a:solidFill>
                    </a:lnB>
                    <a:noFill/>
                  </a:tcPr>
                </a:tc>
                <a:tc>
                  <a:txBody>
                    <a:bodyPr/>
                    <a:lstStyle/>
                    <a:p>
                      <a:pPr lvl="0">
                        <a:buNone/>
                      </a:pPr>
                      <a:r>
                        <a:rPr lang="en-US" sz="1800" b="0" i="0" u="none" strike="noStrike" noProof="0">
                          <a:effectLst/>
                          <a:latin typeface="Times New Roman"/>
                          <a:cs typeface="Times New Roman"/>
                        </a:rPr>
                        <a:t>Human-readable explanation of the lookup result.</a:t>
                      </a:r>
                      <a:endParaRPr lang="en-US">
                        <a:latin typeface="Times New Roman"/>
                        <a:cs typeface="Times New Roman"/>
                      </a:endParaRPr>
                    </a:p>
                  </a:txBody>
                  <a:tcPr>
                    <a:lnL w="12700">
                      <a:solidFill>
                        <a:srgbClr val="FFFFFF"/>
                      </a:solidFill>
                    </a:lnL>
                    <a:lnR w="9524">
                      <a:solidFill>
                        <a:srgbClr val="323232"/>
                      </a:solidFill>
                    </a:lnR>
                    <a:lnT w="12700">
                      <a:solidFill>
                        <a:srgbClr val="FFFFFF"/>
                      </a:solidFill>
                    </a:lnT>
                    <a:lnB w="9524">
                      <a:solidFill>
                        <a:srgbClr val="323232"/>
                      </a:solidFill>
                    </a:lnB>
                    <a:noFill/>
                  </a:tcPr>
                </a:tc>
                <a:extLst>
                  <a:ext uri="{0D108BD9-81ED-4DB2-BD59-A6C34878D82A}">
                    <a16:rowId xmlns:a16="http://schemas.microsoft.com/office/drawing/2014/main" val="1457268996"/>
                  </a:ext>
                </a:extLst>
              </a:tr>
            </a:tbl>
          </a:graphicData>
        </a:graphic>
      </p:graphicFrame>
    </p:spTree>
    <p:extLst>
      <p:ext uri="{BB962C8B-B14F-4D97-AF65-F5344CB8AC3E}">
        <p14:creationId xmlns:p14="http://schemas.microsoft.com/office/powerpoint/2010/main" val="3093247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326F3-FCCF-1B2B-E2E8-982A3D59EA3C}"/>
            </a:ext>
          </a:extLst>
        </p:cNvPr>
        <p:cNvGrpSpPr/>
        <p:nvPr/>
      </p:nvGrpSpPr>
      <p:grpSpPr>
        <a:xfrm>
          <a:off x="0" y="0"/>
          <a:ext cx="0" cy="0"/>
          <a:chOff x="0" y="0"/>
          <a:chExt cx="0" cy="0"/>
        </a:xfrm>
      </p:grpSpPr>
      <p:sp>
        <p:nvSpPr>
          <p:cNvPr id="49" name="Text Placeholder 48">
            <a:extLst>
              <a:ext uri="{FF2B5EF4-FFF2-40B4-BE49-F238E27FC236}">
                <a16:creationId xmlns:a16="http://schemas.microsoft.com/office/drawing/2014/main" id="{8FD057ED-7464-66BB-E11D-DC6749F87C1C}"/>
              </a:ext>
            </a:extLst>
          </p:cNvPr>
          <p:cNvSpPr>
            <a:spLocks noGrp="1"/>
          </p:cNvSpPr>
          <p:nvPr>
            <p:ph type="body" sz="quarter" idx="14"/>
          </p:nvPr>
        </p:nvSpPr>
        <p:spPr>
          <a:xfrm>
            <a:off x="401616" y="2096338"/>
            <a:ext cx="11358584" cy="480000"/>
          </a:xfrm>
        </p:spPr>
        <p:txBody>
          <a:bodyPr vert="horz" lIns="0" tIns="0" rIns="0" bIns="0" rtlCol="0" anchor="t">
            <a:noAutofit/>
          </a:bodyPr>
          <a:lstStyle/>
          <a:p>
            <a:r>
              <a:rPr lang="en-US">
                <a:solidFill>
                  <a:srgbClr val="FF5A10"/>
                </a:solidFill>
                <a:latin typeface="Times New Roman"/>
                <a:cs typeface="Times New Roman"/>
              </a:rPr>
              <a:t>Goal</a:t>
            </a:r>
            <a:r>
              <a:rPr lang="en-US">
                <a:latin typeface="Times New Roman"/>
                <a:cs typeface="Times New Roman"/>
              </a:rPr>
              <a:t>: Compare submitted loan application values with successfully retrieved customer-profile values, calculate factual discrepancies and exposure indicators, and return an investigation-priority assessment to the Agent. The tool does not make a final lending approval or rejection decision.</a:t>
            </a:r>
          </a:p>
        </p:txBody>
      </p:sp>
      <p:sp>
        <p:nvSpPr>
          <p:cNvPr id="2" name="Text Placeholder 1">
            <a:extLst>
              <a:ext uri="{FF2B5EF4-FFF2-40B4-BE49-F238E27FC236}">
                <a16:creationId xmlns:a16="http://schemas.microsoft.com/office/drawing/2014/main" id="{19C14B8F-1315-371E-0F58-A3805711F757}"/>
              </a:ext>
            </a:extLst>
          </p:cNvPr>
          <p:cNvSpPr>
            <a:spLocks noGrp="1"/>
          </p:cNvSpPr>
          <p:nvPr>
            <p:ph type="body" sz="quarter" idx="13"/>
          </p:nvPr>
        </p:nvSpPr>
        <p:spPr/>
        <p:txBody>
          <a:bodyPr vert="horz" lIns="0" tIns="0" rIns="0" bIns="0" rtlCol="0" anchor="t">
            <a:noAutofit/>
          </a:bodyPr>
          <a:lstStyle/>
          <a:p>
            <a:r>
              <a:rPr lang="en-US" err="1">
                <a:latin typeface="Times New Roman"/>
                <a:cs typeface="Times New Roman"/>
              </a:rPr>
              <a:t>RiskInvestigationTool</a:t>
            </a:r>
          </a:p>
        </p:txBody>
      </p:sp>
      <p:sp>
        <p:nvSpPr>
          <p:cNvPr id="10" name="Text Placeholder 9">
            <a:extLst>
              <a:ext uri="{FF2B5EF4-FFF2-40B4-BE49-F238E27FC236}">
                <a16:creationId xmlns:a16="http://schemas.microsoft.com/office/drawing/2014/main" id="{075CB1A1-D7B0-4F39-D9B2-9ADABC1BF490}"/>
              </a:ext>
            </a:extLst>
          </p:cNvPr>
          <p:cNvSpPr>
            <a:spLocks noGrp="1"/>
          </p:cNvSpPr>
          <p:nvPr>
            <p:ph type="body" sz="quarter" idx="26"/>
          </p:nvPr>
        </p:nvSpPr>
        <p:spPr>
          <a:xfrm>
            <a:off x="408000" y="1574800"/>
            <a:ext cx="11358584" cy="480000"/>
          </a:xfrm>
        </p:spPr>
        <p:txBody>
          <a:bodyPr vert="horz" lIns="0" tIns="0" rIns="0" bIns="0" rtlCol="0" anchor="t">
            <a:noAutofit/>
          </a:bodyPr>
          <a:lstStyle/>
          <a:p>
            <a:r>
              <a:rPr lang="en-US">
                <a:solidFill>
                  <a:srgbClr val="FF5A10"/>
                </a:solidFill>
                <a:latin typeface="Times New Roman"/>
                <a:cs typeface="Times New Roman"/>
              </a:rPr>
              <a:t>Loan Application Discrepancy and Risk Investigation</a:t>
            </a:r>
            <a:endParaRPr lang="en-US">
              <a:latin typeface="Times New Roman"/>
              <a:cs typeface="Times New Roman"/>
            </a:endParaRPr>
          </a:p>
        </p:txBody>
      </p:sp>
      <p:graphicFrame>
        <p:nvGraphicFramePr>
          <p:cNvPr id="4" name="Table 3">
            <a:extLst>
              <a:ext uri="{FF2B5EF4-FFF2-40B4-BE49-F238E27FC236}">
                <a16:creationId xmlns:a16="http://schemas.microsoft.com/office/drawing/2014/main" id="{6D49B8CA-B542-296F-7979-55E909A44AFA}"/>
              </a:ext>
            </a:extLst>
          </p:cNvPr>
          <p:cNvGraphicFramePr>
            <a:graphicFrameLocks noGrp="1"/>
          </p:cNvGraphicFramePr>
          <p:nvPr>
            <p:extLst>
              <p:ext uri="{D42A27DB-BD31-4B8C-83A1-F6EECF244321}">
                <p14:modId xmlns:p14="http://schemas.microsoft.com/office/powerpoint/2010/main" val="3514021697"/>
              </p:ext>
            </p:extLst>
          </p:nvPr>
        </p:nvGraphicFramePr>
        <p:xfrm>
          <a:off x="412115" y="2951797"/>
          <a:ext cx="11297108" cy="3227161"/>
        </p:xfrm>
        <a:graphic>
          <a:graphicData uri="http://schemas.openxmlformats.org/drawingml/2006/table">
            <a:tbl>
              <a:tblPr bandRow="1">
                <a:tableStyleId>{5C22544A-7EE6-4342-B048-85BDC9FD1C3A}</a:tableStyleId>
              </a:tblPr>
              <a:tblGrid>
                <a:gridCol w="5648554">
                  <a:extLst>
                    <a:ext uri="{9D8B030D-6E8A-4147-A177-3AD203B41FA5}">
                      <a16:colId xmlns:a16="http://schemas.microsoft.com/office/drawing/2014/main" val="1058756883"/>
                    </a:ext>
                  </a:extLst>
                </a:gridCol>
                <a:gridCol w="5648554">
                  <a:extLst>
                    <a:ext uri="{9D8B030D-6E8A-4147-A177-3AD203B41FA5}">
                      <a16:colId xmlns:a16="http://schemas.microsoft.com/office/drawing/2014/main" val="619891342"/>
                    </a:ext>
                  </a:extLst>
                </a:gridCol>
              </a:tblGrid>
              <a:tr h="322972">
                <a:tc>
                  <a:txBody>
                    <a:bodyPr/>
                    <a:lstStyle/>
                    <a:p>
                      <a:pPr marL="0" indent="0" algn="l" fontAlgn="base">
                        <a:buNone/>
                      </a:pPr>
                      <a:r>
                        <a:rPr lang="en-US" sz="1800" b="1" i="0">
                          <a:solidFill>
                            <a:srgbClr val="FFFFFF"/>
                          </a:solidFill>
                          <a:effectLst/>
                          <a:latin typeface="Museo Sans 300" panose="02000000000000000000"/>
                        </a:rPr>
                        <a:t>Inputs Required</a:t>
                      </a:r>
                      <a:endParaRPr lang="en-US" b="1" i="0">
                        <a:solidFill>
                          <a:srgbClr val="FFFFFF"/>
                        </a:solidFill>
                        <a:effectLst/>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323232"/>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23232"/>
                    </a:solidFill>
                  </a:tcPr>
                </a:tc>
                <a:tc>
                  <a:txBody>
                    <a:bodyPr/>
                    <a:lstStyle/>
                    <a:p>
                      <a:pPr marL="0" indent="0" algn="l" fontAlgn="base">
                        <a:buNone/>
                      </a:pPr>
                      <a:r>
                        <a:rPr lang="en-US" sz="1800" b="1" i="0">
                          <a:solidFill>
                            <a:srgbClr val="FFFFFF"/>
                          </a:solidFill>
                          <a:effectLst/>
                          <a:latin typeface="Museo Sans 300" panose="02000000000000000000"/>
                        </a:rPr>
                        <a:t>Description</a:t>
                      </a:r>
                      <a:endParaRPr lang="en-US" b="1" i="0">
                        <a:solidFill>
                          <a:srgbClr val="FFFFFF"/>
                        </a:solidFill>
                        <a:effectLst/>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23232"/>
                    </a:solidFill>
                  </a:tcPr>
                </a:tc>
                <a:extLst>
                  <a:ext uri="{0D108BD9-81ED-4DB2-BD59-A6C34878D82A}">
                    <a16:rowId xmlns:a16="http://schemas.microsoft.com/office/drawing/2014/main" val="4163826609"/>
                  </a:ext>
                </a:extLst>
              </a:tr>
              <a:tr h="758281">
                <a:tc>
                  <a:txBody>
                    <a:bodyPr/>
                    <a:lstStyle/>
                    <a:p>
                      <a:pPr marL="0" lvl="0" indent="0" algn="l">
                        <a:buNone/>
                      </a:pPr>
                      <a:r>
                        <a:rPr lang="en-US" sz="1800" b="0" i="0" u="none" strike="noStrike" noProof="0" err="1">
                          <a:solidFill>
                            <a:srgbClr val="323232"/>
                          </a:solidFill>
                          <a:effectLst/>
                          <a:latin typeface="Museo Sans 300"/>
                        </a:rPr>
                        <a:t>nSubmittedMonthlyIncome</a:t>
                      </a:r>
                      <a:endParaRPr lang="en-US" err="1"/>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lvl="0" indent="0" algn="l">
                        <a:buNone/>
                      </a:pPr>
                      <a:r>
                        <a:rPr lang="en-US" sz="1800" b="0" i="0" u="none" strike="noStrike" noProof="0">
                          <a:solidFill>
                            <a:srgbClr val="323232"/>
                          </a:solidFill>
                          <a:effectLst/>
                          <a:latin typeface="Museo Sans 300"/>
                        </a:rPr>
                        <a:t>Monthly income submitted in the current loan application.</a:t>
                      </a:r>
                      <a:endParaRPr lang="en-US">
                        <a:latin typeface="Museo Sans 300"/>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814473131"/>
                  </a:ext>
                </a:extLst>
              </a:tr>
              <a:tr h="322972">
                <a:tc>
                  <a:txBody>
                    <a:bodyPr/>
                    <a:lstStyle/>
                    <a:p>
                      <a:pPr lvl="0">
                        <a:buNone/>
                      </a:pPr>
                      <a:r>
                        <a:rPr lang="en-US" sz="1800" b="0" i="0" u="none" strike="noStrike" noProof="0" err="1">
                          <a:effectLst/>
                          <a:latin typeface="Museo Sans 300"/>
                        </a:rPr>
                        <a:t>nStoredMonthlyIncome</a:t>
                      </a:r>
                      <a:endParaRPr lang="en-US" err="1"/>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buNone/>
                      </a:pPr>
                      <a:r>
                        <a:rPr lang="en-US" sz="1800" b="0" i="0" u="none" strike="noStrike" noProof="0">
                          <a:effectLst/>
                          <a:latin typeface="Museo Sans 300"/>
                        </a:rPr>
                        <a:t>Monthly income retrieved from the stored customer profile.</a:t>
                      </a:r>
                      <a:endParaRPr lang="en-US"/>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99226268"/>
                  </a:ext>
                </a:extLst>
              </a:tr>
              <a:tr h="322971">
                <a:tc>
                  <a:txBody>
                    <a:bodyPr/>
                    <a:lstStyle/>
                    <a:p>
                      <a:pPr lvl="0">
                        <a:buNone/>
                      </a:pPr>
                      <a:r>
                        <a:rPr lang="en-US" sz="1800" b="0" i="0" u="none" strike="noStrike" noProof="0" err="1">
                          <a:effectLst/>
                        </a:rPr>
                        <a:t>nSubmittedExistingEMI</a:t>
                      </a:r>
                      <a:endParaRPr lang="en-US" err="1"/>
                    </a:p>
                  </a:txBody>
                  <a:tcPr>
                    <a:lnL w="9524">
                      <a:solidFill>
                        <a:srgbClr val="323232"/>
                      </a:solidFill>
                    </a:lnL>
                    <a:lnR w="12700">
                      <a:solidFill>
                        <a:srgbClr val="FFFFFF"/>
                      </a:solidFill>
                    </a:lnR>
                    <a:lnT w="12700">
                      <a:solidFill>
                        <a:srgbClr val="FFFFFF"/>
                      </a:solidFill>
                    </a:lnT>
                    <a:lnB w="12700">
                      <a:solidFill>
                        <a:srgbClr val="FFFFFF"/>
                      </a:solidFill>
                    </a:lnB>
                    <a:noFill/>
                  </a:tcPr>
                </a:tc>
                <a:tc>
                  <a:txBody>
                    <a:bodyPr/>
                    <a:lstStyle/>
                    <a:p>
                      <a:pPr lvl="0">
                        <a:buNone/>
                      </a:pPr>
                      <a:r>
                        <a:rPr lang="en-US" sz="1800" b="0" i="0" u="none" strike="noStrike" noProof="0">
                          <a:effectLst/>
                        </a:rPr>
                        <a:t>Existing EMI submitted in the loan application.</a:t>
                      </a:r>
                      <a:endParaRPr lang="en-US"/>
                    </a:p>
                  </a:txBody>
                  <a:tcPr>
                    <a:lnL w="12700">
                      <a:solidFill>
                        <a:srgbClr val="FFFFFF"/>
                      </a:solidFill>
                    </a:lnL>
                    <a:lnR w="9524">
                      <a:solidFill>
                        <a:srgbClr val="323232"/>
                      </a:solidFill>
                    </a:lnR>
                    <a:lnT w="12700">
                      <a:solidFill>
                        <a:srgbClr val="FFFFFF"/>
                      </a:solidFill>
                    </a:lnT>
                    <a:lnB w="12700">
                      <a:solidFill>
                        <a:srgbClr val="FFFFFF"/>
                      </a:solidFill>
                    </a:lnB>
                    <a:noFill/>
                  </a:tcPr>
                </a:tc>
                <a:extLst>
                  <a:ext uri="{0D108BD9-81ED-4DB2-BD59-A6C34878D82A}">
                    <a16:rowId xmlns:a16="http://schemas.microsoft.com/office/drawing/2014/main" val="2617356080"/>
                  </a:ext>
                </a:extLst>
              </a:tr>
              <a:tr h="322971">
                <a:tc>
                  <a:txBody>
                    <a:bodyPr/>
                    <a:lstStyle/>
                    <a:p>
                      <a:pPr lvl="0">
                        <a:buNone/>
                      </a:pPr>
                      <a:r>
                        <a:rPr lang="en-US" sz="1800" b="0" i="0" u="none" strike="noStrike" noProof="0" err="1">
                          <a:effectLst/>
                          <a:latin typeface="Museo Sans 300"/>
                        </a:rPr>
                        <a:t>nStoredExistingEMI</a:t>
                      </a:r>
                      <a:endParaRPr lang="en-US" err="1"/>
                    </a:p>
                  </a:txBody>
                  <a:tcPr>
                    <a:lnL w="9524">
                      <a:solidFill>
                        <a:srgbClr val="323232"/>
                      </a:solidFill>
                    </a:lnL>
                    <a:lnR w="12700">
                      <a:solidFill>
                        <a:srgbClr val="FFFFFF"/>
                      </a:solidFill>
                    </a:lnR>
                    <a:lnT w="12700">
                      <a:solidFill>
                        <a:srgbClr val="FFFFFF"/>
                      </a:solidFill>
                    </a:lnT>
                    <a:lnB w="12700">
                      <a:solidFill>
                        <a:srgbClr val="FFFFFF"/>
                      </a:solidFill>
                    </a:lnB>
                    <a:noFill/>
                  </a:tcPr>
                </a:tc>
                <a:tc>
                  <a:txBody>
                    <a:bodyPr/>
                    <a:lstStyle/>
                    <a:p>
                      <a:pPr lvl="0">
                        <a:buNone/>
                      </a:pPr>
                      <a:r>
                        <a:rPr lang="en-US" sz="1800" b="0" i="0" u="none" strike="noStrike" noProof="0">
                          <a:effectLst/>
                          <a:latin typeface="Museo Sans 300"/>
                        </a:rPr>
                        <a:t>Existing EMI retrieved from the stored customer profile.</a:t>
                      </a:r>
                      <a:endParaRPr lang="en-US"/>
                    </a:p>
                  </a:txBody>
                  <a:tcPr>
                    <a:lnL w="12700">
                      <a:solidFill>
                        <a:srgbClr val="FFFFFF"/>
                      </a:solidFill>
                    </a:lnL>
                    <a:lnR w="9524">
                      <a:solidFill>
                        <a:srgbClr val="323232"/>
                      </a:solidFill>
                    </a:lnR>
                    <a:lnT w="12700">
                      <a:solidFill>
                        <a:srgbClr val="FFFFFF"/>
                      </a:solidFill>
                    </a:lnT>
                    <a:lnB w="12700">
                      <a:solidFill>
                        <a:srgbClr val="FFFFFF"/>
                      </a:solidFill>
                    </a:lnB>
                    <a:noFill/>
                  </a:tcPr>
                </a:tc>
                <a:extLst>
                  <a:ext uri="{0D108BD9-81ED-4DB2-BD59-A6C34878D82A}">
                    <a16:rowId xmlns:a16="http://schemas.microsoft.com/office/drawing/2014/main" val="2811244868"/>
                  </a:ext>
                </a:extLst>
              </a:tr>
              <a:tr h="322971">
                <a:tc>
                  <a:txBody>
                    <a:bodyPr/>
                    <a:lstStyle/>
                    <a:p>
                      <a:pPr lvl="0">
                        <a:buNone/>
                      </a:pPr>
                      <a:r>
                        <a:rPr lang="en-US" sz="1800" b="0" i="0" u="none" strike="noStrike" noProof="0" err="1">
                          <a:effectLst/>
                        </a:rPr>
                        <a:t>nSubmittedCreditScore</a:t>
                      </a:r>
                      <a:endParaRPr lang="en-US" err="1"/>
                    </a:p>
                  </a:txBody>
                  <a:tcPr>
                    <a:lnL w="9524">
                      <a:solidFill>
                        <a:srgbClr val="323232"/>
                      </a:solidFill>
                    </a:lnL>
                    <a:lnR w="12700">
                      <a:solidFill>
                        <a:srgbClr val="FFFFFF"/>
                      </a:solidFill>
                    </a:lnR>
                    <a:lnT w="12700">
                      <a:solidFill>
                        <a:srgbClr val="FFFFFF"/>
                      </a:solidFill>
                    </a:lnT>
                    <a:lnB w="12700">
                      <a:solidFill>
                        <a:srgbClr val="FFFFFF"/>
                      </a:solidFill>
                    </a:lnB>
                    <a:noFill/>
                  </a:tcPr>
                </a:tc>
                <a:tc>
                  <a:txBody>
                    <a:bodyPr/>
                    <a:lstStyle/>
                    <a:p>
                      <a:pPr lvl="0">
                        <a:buNone/>
                      </a:pPr>
                      <a:r>
                        <a:rPr lang="en-US" sz="1800" b="0" i="0" u="none" strike="noStrike" noProof="0">
                          <a:effectLst/>
                        </a:rPr>
                        <a:t>Credit score submitted in the application.</a:t>
                      </a:r>
                      <a:endParaRPr lang="en-US"/>
                    </a:p>
                  </a:txBody>
                  <a:tcPr>
                    <a:lnL w="12700">
                      <a:solidFill>
                        <a:srgbClr val="FFFFFF"/>
                      </a:solidFill>
                    </a:lnL>
                    <a:lnR w="9524">
                      <a:solidFill>
                        <a:srgbClr val="323232"/>
                      </a:solidFill>
                    </a:lnR>
                    <a:lnT w="12700">
                      <a:solidFill>
                        <a:srgbClr val="FFFFFF"/>
                      </a:solidFill>
                    </a:lnT>
                    <a:lnB w="12700">
                      <a:solidFill>
                        <a:srgbClr val="FFFFFF"/>
                      </a:solidFill>
                    </a:lnB>
                    <a:noFill/>
                  </a:tcPr>
                </a:tc>
                <a:extLst>
                  <a:ext uri="{0D108BD9-81ED-4DB2-BD59-A6C34878D82A}">
                    <a16:rowId xmlns:a16="http://schemas.microsoft.com/office/drawing/2014/main" val="881545988"/>
                  </a:ext>
                </a:extLst>
              </a:tr>
              <a:tr h="322971">
                <a:tc>
                  <a:txBody>
                    <a:bodyPr/>
                    <a:lstStyle/>
                    <a:p>
                      <a:pPr lvl="0">
                        <a:buNone/>
                      </a:pPr>
                      <a:r>
                        <a:rPr lang="en-US" sz="1800" b="0" i="0" u="none" strike="noStrike" noProof="0" err="1">
                          <a:effectLst/>
                          <a:latin typeface="Museo Sans 300"/>
                        </a:rPr>
                        <a:t>nStoredCreditScore</a:t>
                      </a:r>
                      <a:endParaRPr lang="en-US" err="1"/>
                    </a:p>
                  </a:txBody>
                  <a:tcPr>
                    <a:lnL w="9524">
                      <a:solidFill>
                        <a:srgbClr val="323232"/>
                      </a:solidFill>
                    </a:lnL>
                    <a:lnR w="12700">
                      <a:solidFill>
                        <a:srgbClr val="FFFFFF"/>
                      </a:solidFill>
                    </a:lnR>
                    <a:lnT w="12700">
                      <a:solidFill>
                        <a:srgbClr val="FFFFFF"/>
                      </a:solidFill>
                    </a:lnT>
                    <a:lnB w="9524">
                      <a:solidFill>
                        <a:srgbClr val="323232"/>
                      </a:solidFill>
                    </a:lnB>
                    <a:noFill/>
                  </a:tcPr>
                </a:tc>
                <a:tc>
                  <a:txBody>
                    <a:bodyPr/>
                    <a:lstStyle/>
                    <a:p>
                      <a:pPr lvl="0">
                        <a:buNone/>
                      </a:pPr>
                      <a:r>
                        <a:rPr lang="en-US" sz="1800" b="0" i="0" u="none" strike="noStrike" noProof="0">
                          <a:effectLst/>
                          <a:latin typeface="Museo Sans 300"/>
                        </a:rPr>
                        <a:t>Credit score retrieved from the customer profile.</a:t>
                      </a:r>
                      <a:endParaRPr lang="en-US"/>
                    </a:p>
                  </a:txBody>
                  <a:tcPr>
                    <a:lnL w="12700">
                      <a:solidFill>
                        <a:srgbClr val="FFFFFF"/>
                      </a:solidFill>
                    </a:lnL>
                    <a:lnR w="9524">
                      <a:solidFill>
                        <a:srgbClr val="323232"/>
                      </a:solidFill>
                    </a:lnR>
                    <a:lnT w="12700">
                      <a:solidFill>
                        <a:srgbClr val="FFFFFF"/>
                      </a:solidFill>
                    </a:lnT>
                    <a:lnB w="9524">
                      <a:solidFill>
                        <a:srgbClr val="323232"/>
                      </a:solidFill>
                    </a:lnB>
                    <a:noFill/>
                  </a:tcPr>
                </a:tc>
                <a:extLst>
                  <a:ext uri="{0D108BD9-81ED-4DB2-BD59-A6C34878D82A}">
                    <a16:rowId xmlns:a16="http://schemas.microsoft.com/office/drawing/2014/main" val="1827650921"/>
                  </a:ext>
                </a:extLst>
              </a:tr>
            </a:tbl>
          </a:graphicData>
        </a:graphic>
      </p:graphicFrame>
    </p:spTree>
    <p:extLst>
      <p:ext uri="{BB962C8B-B14F-4D97-AF65-F5344CB8AC3E}">
        <p14:creationId xmlns:p14="http://schemas.microsoft.com/office/powerpoint/2010/main" val="15801408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40F2C-318C-C060-D220-DA037B6FB790}"/>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06E92BE4-4AA3-970F-3D23-A495330BDE00}"/>
              </a:ext>
            </a:extLst>
          </p:cNvPr>
          <p:cNvGraphicFramePr>
            <a:graphicFrameLocks noGrp="1"/>
          </p:cNvGraphicFramePr>
          <p:nvPr>
            <p:extLst>
              <p:ext uri="{D42A27DB-BD31-4B8C-83A1-F6EECF244321}">
                <p14:modId xmlns:p14="http://schemas.microsoft.com/office/powerpoint/2010/main" val="3366717920"/>
              </p:ext>
            </p:extLst>
          </p:nvPr>
        </p:nvGraphicFramePr>
        <p:xfrm>
          <a:off x="594995" y="2763520"/>
          <a:ext cx="11236118" cy="3017520"/>
        </p:xfrm>
        <a:graphic>
          <a:graphicData uri="http://schemas.openxmlformats.org/drawingml/2006/table">
            <a:tbl>
              <a:tblPr bandRow="1">
                <a:tableStyleId>{5C22544A-7EE6-4342-B048-85BDC9FD1C3A}</a:tableStyleId>
              </a:tblPr>
              <a:tblGrid>
                <a:gridCol w="5618059">
                  <a:extLst>
                    <a:ext uri="{9D8B030D-6E8A-4147-A177-3AD203B41FA5}">
                      <a16:colId xmlns:a16="http://schemas.microsoft.com/office/drawing/2014/main" val="2903104567"/>
                    </a:ext>
                  </a:extLst>
                </a:gridCol>
                <a:gridCol w="5618059">
                  <a:extLst>
                    <a:ext uri="{9D8B030D-6E8A-4147-A177-3AD203B41FA5}">
                      <a16:colId xmlns:a16="http://schemas.microsoft.com/office/drawing/2014/main" val="3203430642"/>
                    </a:ext>
                  </a:extLst>
                </a:gridCol>
              </a:tblGrid>
              <a:tr h="361950">
                <a:tc>
                  <a:txBody>
                    <a:bodyPr/>
                    <a:lstStyle/>
                    <a:p>
                      <a:pPr marL="0" indent="0" algn="l" fontAlgn="base">
                        <a:buNone/>
                      </a:pPr>
                      <a:r>
                        <a:rPr lang="en-US" sz="1800" b="1" i="0">
                          <a:solidFill>
                            <a:srgbClr val="FFFFFF"/>
                          </a:solidFill>
                          <a:effectLst/>
                          <a:latin typeface="Museo Sans 300" panose="02000000000000000000"/>
                        </a:rPr>
                        <a:t>Outputs Required</a:t>
                      </a:r>
                      <a:endParaRPr lang="en-US" b="1" i="0">
                        <a:solidFill>
                          <a:srgbClr val="FFFFFF"/>
                        </a:solidFill>
                        <a:effectLst/>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323232"/>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23232"/>
                    </a:solidFill>
                  </a:tcPr>
                </a:tc>
                <a:tc>
                  <a:txBody>
                    <a:bodyPr/>
                    <a:lstStyle/>
                    <a:p>
                      <a:pPr marL="0" indent="0" algn="l" fontAlgn="base">
                        <a:buNone/>
                      </a:pPr>
                      <a:r>
                        <a:rPr lang="en-US" sz="1800" b="1" i="0">
                          <a:solidFill>
                            <a:srgbClr val="FFFFFF"/>
                          </a:solidFill>
                          <a:effectLst/>
                          <a:latin typeface="Museo Sans 300" panose="02000000000000000000"/>
                        </a:rPr>
                        <a:t>Description</a:t>
                      </a:r>
                      <a:endParaRPr lang="en-US" b="1" i="0">
                        <a:solidFill>
                          <a:srgbClr val="FFFFFF"/>
                        </a:solidFill>
                        <a:effectLst/>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23232"/>
                    </a:solidFill>
                  </a:tcPr>
                </a:tc>
                <a:extLst>
                  <a:ext uri="{0D108BD9-81ED-4DB2-BD59-A6C34878D82A}">
                    <a16:rowId xmlns:a16="http://schemas.microsoft.com/office/drawing/2014/main" val="3778920842"/>
                  </a:ext>
                </a:extLst>
              </a:tr>
              <a:tr h="361950">
                <a:tc>
                  <a:txBody>
                    <a:bodyPr/>
                    <a:lstStyle/>
                    <a:p>
                      <a:pPr marL="0" lvl="0" indent="0" algn="l">
                        <a:buNone/>
                      </a:pPr>
                      <a:r>
                        <a:rPr lang="en-US" sz="1800" b="0" i="0" u="none" strike="noStrike" noProof="0" err="1">
                          <a:solidFill>
                            <a:srgbClr val="323232"/>
                          </a:solidFill>
                          <a:effectLst/>
                        </a:rPr>
                        <a:t>bIncomeMismatchDetected</a:t>
                      </a:r>
                      <a:endParaRPr lang="en-US" err="1"/>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lvl="0" indent="0" algn="l">
                        <a:buNone/>
                      </a:pPr>
                      <a:r>
                        <a:rPr lang="en-US" sz="1800" b="0" i="0" u="none" strike="noStrike" noProof="0">
                          <a:solidFill>
                            <a:srgbClr val="323232"/>
                          </a:solidFill>
                          <a:effectLst/>
                        </a:rPr>
                        <a:t>Indicates whether submitted and stored income values differ.</a:t>
                      </a: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39469825"/>
                  </a:ext>
                </a:extLst>
              </a:tr>
              <a:tr h="361950">
                <a:tc>
                  <a:txBody>
                    <a:bodyPr/>
                    <a:lstStyle/>
                    <a:p>
                      <a:pPr lvl="0">
                        <a:buNone/>
                      </a:pPr>
                      <a:r>
                        <a:rPr lang="en-US" sz="1800" b="0" i="0" u="none" strike="noStrike" noProof="0" err="1">
                          <a:effectLst/>
                          <a:latin typeface="Museo Sans 300"/>
                        </a:rPr>
                        <a:t>nIncomeDifference</a:t>
                      </a:r>
                      <a:endParaRPr lang="en-US" err="1"/>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buNone/>
                      </a:pPr>
                      <a:r>
                        <a:rPr lang="en-US" sz="1800" b="0" i="0" u="none" strike="noStrike" noProof="0">
                          <a:effectLst/>
                          <a:latin typeface="Museo Sans 300"/>
                        </a:rPr>
                        <a:t>Absolute difference between submitted and stored income.</a:t>
                      </a:r>
                      <a:endParaRPr lang="en-US">
                        <a:latin typeface="Museo Sans 300"/>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74979326"/>
                  </a:ext>
                </a:extLst>
              </a:tr>
              <a:tr h="361950">
                <a:tc>
                  <a:txBody>
                    <a:bodyPr/>
                    <a:lstStyle/>
                    <a:p>
                      <a:pPr lvl="0">
                        <a:buNone/>
                      </a:pPr>
                      <a:r>
                        <a:rPr lang="en-US" sz="1800" b="0" i="0" u="none" strike="noStrike" noProof="0" err="1">
                          <a:effectLst/>
                          <a:latin typeface="Museo Sans 300"/>
                        </a:rPr>
                        <a:t>nIncomeDifferencePercent</a:t>
                      </a:r>
                      <a:endParaRPr lang="en-US" err="1"/>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buNone/>
                      </a:pPr>
                      <a:r>
                        <a:rPr lang="en-US" sz="1800" b="0" i="0" u="none" strike="noStrike" noProof="0">
                          <a:effectLst/>
                          <a:latin typeface="Museo Sans 300"/>
                        </a:rPr>
                        <a:t>Percentage difference in income using the tool's calculation.</a:t>
                      </a:r>
                      <a:endParaRPr lang="en-US">
                        <a:latin typeface="Museo Sans 300"/>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4094176638"/>
                  </a:ext>
                </a:extLst>
              </a:tr>
              <a:tr h="361950">
                <a:tc>
                  <a:txBody>
                    <a:bodyPr/>
                    <a:lstStyle/>
                    <a:p>
                      <a:pPr lvl="0">
                        <a:buNone/>
                      </a:pPr>
                      <a:r>
                        <a:rPr lang="en-US" sz="1800" b="0" i="0" u="none" strike="noStrike" noProof="0" err="1">
                          <a:effectLst/>
                          <a:latin typeface="Museo Sans 300"/>
                        </a:rPr>
                        <a:t>bEMIMismatchDetected</a:t>
                      </a:r>
                      <a:endParaRPr lang="en-US" err="1"/>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buNone/>
                      </a:pPr>
                      <a:r>
                        <a:rPr lang="en-US" sz="1800" b="0" i="0" u="none" strike="noStrike" noProof="0">
                          <a:effectLst/>
                          <a:latin typeface="Museo Sans 300"/>
                        </a:rPr>
                        <a:t>Indicates whether submitted and stored EMI values differ.</a:t>
                      </a:r>
                      <a:endParaRPr lang="en-US">
                        <a:latin typeface="Museo Sans 300"/>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570580348"/>
                  </a:ext>
                </a:extLst>
              </a:tr>
              <a:tr h="361950">
                <a:tc>
                  <a:txBody>
                    <a:bodyPr/>
                    <a:lstStyle/>
                    <a:p>
                      <a:pPr lvl="0">
                        <a:buNone/>
                      </a:pPr>
                      <a:r>
                        <a:rPr lang="en-US" sz="1800" b="0" i="0" u="none" strike="noStrike" noProof="0" err="1">
                          <a:effectLst/>
                        </a:rPr>
                        <a:t>nEMIDifference</a:t>
                      </a:r>
                      <a:endParaRPr lang="en-US" err="1"/>
                    </a:p>
                  </a:txBody>
                  <a:tcPr>
                    <a:lnL w="9524">
                      <a:solidFill>
                        <a:srgbClr val="323232"/>
                      </a:solidFill>
                    </a:lnL>
                    <a:lnR w="12700">
                      <a:solidFill>
                        <a:srgbClr val="FFFFFF"/>
                      </a:solidFill>
                    </a:lnR>
                    <a:lnT w="12700">
                      <a:solidFill>
                        <a:srgbClr val="FFFFFF"/>
                      </a:solidFill>
                    </a:lnT>
                    <a:lnB w="12700">
                      <a:solidFill>
                        <a:srgbClr val="FFFFFF"/>
                      </a:solidFill>
                    </a:lnB>
                    <a:noFill/>
                  </a:tcPr>
                </a:tc>
                <a:tc>
                  <a:txBody>
                    <a:bodyPr/>
                    <a:lstStyle/>
                    <a:p>
                      <a:pPr lvl="0">
                        <a:buNone/>
                      </a:pPr>
                      <a:r>
                        <a:rPr lang="en-US" sz="1800" b="0" i="0" u="none" strike="noStrike" noProof="0">
                          <a:effectLst/>
                        </a:rPr>
                        <a:t>Absolute EMI difference.</a:t>
                      </a:r>
                    </a:p>
                  </a:txBody>
                  <a:tcPr>
                    <a:lnL w="12700">
                      <a:solidFill>
                        <a:srgbClr val="FFFFFF"/>
                      </a:solidFill>
                    </a:lnL>
                    <a:lnR w="9524">
                      <a:solidFill>
                        <a:srgbClr val="323232"/>
                      </a:solidFill>
                    </a:lnR>
                    <a:lnT w="12700">
                      <a:solidFill>
                        <a:srgbClr val="FFFFFF"/>
                      </a:solidFill>
                    </a:lnT>
                    <a:lnB w="12700">
                      <a:solidFill>
                        <a:srgbClr val="FFFFFF"/>
                      </a:solidFill>
                    </a:lnB>
                    <a:noFill/>
                  </a:tcPr>
                </a:tc>
                <a:extLst>
                  <a:ext uri="{0D108BD9-81ED-4DB2-BD59-A6C34878D82A}">
                    <a16:rowId xmlns:a16="http://schemas.microsoft.com/office/drawing/2014/main" val="403976421"/>
                  </a:ext>
                </a:extLst>
              </a:tr>
            </a:tbl>
          </a:graphicData>
        </a:graphic>
      </p:graphicFrame>
      <p:sp>
        <p:nvSpPr>
          <p:cNvPr id="2" name="TextBox 14">
            <a:extLst>
              <a:ext uri="{FF2B5EF4-FFF2-40B4-BE49-F238E27FC236}">
                <a16:creationId xmlns:a16="http://schemas.microsoft.com/office/drawing/2014/main" id="{D7820272-7990-E6B5-3556-3B9BF627C2E8}"/>
              </a:ext>
            </a:extLst>
          </p:cNvPr>
          <p:cNvSpPr txBox="1"/>
          <p:nvPr/>
        </p:nvSpPr>
        <p:spPr>
          <a:xfrm>
            <a:off x="543560" y="2280523"/>
            <a:ext cx="5024620" cy="338554"/>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a:solidFill>
                  <a:srgbClr val="FF5A10"/>
                </a:solidFill>
                <a:latin typeface="Times New Roman"/>
                <a:cs typeface="Times New Roman"/>
              </a:rPr>
              <a:t>Tool Selection: </a:t>
            </a:r>
            <a:r>
              <a:rPr lang="en-US" sz="1600">
                <a:solidFill>
                  <a:srgbClr val="FF5A10"/>
                </a:solidFill>
                <a:latin typeface="Times New Roman"/>
                <a:ea typeface="+mn-lt"/>
                <a:cs typeface="Times New Roman"/>
              </a:rPr>
              <a:t>Task Bot </a:t>
            </a:r>
          </a:p>
        </p:txBody>
      </p:sp>
      <p:graphicFrame>
        <p:nvGraphicFramePr>
          <p:cNvPr id="4" name="Table 3">
            <a:extLst>
              <a:ext uri="{FF2B5EF4-FFF2-40B4-BE49-F238E27FC236}">
                <a16:creationId xmlns:a16="http://schemas.microsoft.com/office/drawing/2014/main" id="{3BCEB5A0-C9F8-55DB-3B25-E9581440BC1B}"/>
              </a:ext>
            </a:extLst>
          </p:cNvPr>
          <p:cNvGraphicFramePr>
            <a:graphicFrameLocks noGrp="1"/>
          </p:cNvGraphicFramePr>
          <p:nvPr>
            <p:extLst>
              <p:ext uri="{D42A27DB-BD31-4B8C-83A1-F6EECF244321}">
                <p14:modId xmlns:p14="http://schemas.microsoft.com/office/powerpoint/2010/main" val="277825831"/>
              </p:ext>
            </p:extLst>
          </p:nvPr>
        </p:nvGraphicFramePr>
        <p:xfrm>
          <a:off x="594995" y="360997"/>
          <a:ext cx="11297108" cy="1759888"/>
        </p:xfrm>
        <a:graphic>
          <a:graphicData uri="http://schemas.openxmlformats.org/drawingml/2006/table">
            <a:tbl>
              <a:tblPr bandRow="1">
                <a:tableStyleId>{5C22544A-7EE6-4342-B048-85BDC9FD1C3A}</a:tableStyleId>
              </a:tblPr>
              <a:tblGrid>
                <a:gridCol w="5648554">
                  <a:extLst>
                    <a:ext uri="{9D8B030D-6E8A-4147-A177-3AD203B41FA5}">
                      <a16:colId xmlns:a16="http://schemas.microsoft.com/office/drawing/2014/main" val="1058756883"/>
                    </a:ext>
                  </a:extLst>
                </a:gridCol>
                <a:gridCol w="5648554">
                  <a:extLst>
                    <a:ext uri="{9D8B030D-6E8A-4147-A177-3AD203B41FA5}">
                      <a16:colId xmlns:a16="http://schemas.microsoft.com/office/drawing/2014/main" val="619891342"/>
                    </a:ext>
                  </a:extLst>
                </a:gridCol>
              </a:tblGrid>
              <a:tr h="322972">
                <a:tc>
                  <a:txBody>
                    <a:bodyPr/>
                    <a:lstStyle/>
                    <a:p>
                      <a:pPr marL="0" indent="0" algn="l" fontAlgn="base">
                        <a:buNone/>
                      </a:pPr>
                      <a:r>
                        <a:rPr lang="en-US" sz="1800" b="1" i="0">
                          <a:solidFill>
                            <a:srgbClr val="FFFFFF"/>
                          </a:solidFill>
                          <a:effectLst/>
                          <a:latin typeface="Museo Sans 300" panose="02000000000000000000"/>
                        </a:rPr>
                        <a:t>Inputs Required</a:t>
                      </a:r>
                      <a:endParaRPr lang="en-US" b="1" i="0">
                        <a:solidFill>
                          <a:srgbClr val="FFFFFF"/>
                        </a:solidFill>
                        <a:effectLst/>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323232"/>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23232"/>
                    </a:solidFill>
                  </a:tcPr>
                </a:tc>
                <a:tc>
                  <a:txBody>
                    <a:bodyPr/>
                    <a:lstStyle/>
                    <a:p>
                      <a:pPr marL="0" indent="0" algn="l" fontAlgn="base">
                        <a:buNone/>
                      </a:pPr>
                      <a:r>
                        <a:rPr lang="en-US" sz="1800" b="1" i="0">
                          <a:solidFill>
                            <a:srgbClr val="FFFFFF"/>
                          </a:solidFill>
                          <a:effectLst/>
                          <a:latin typeface="Museo Sans 300" panose="02000000000000000000"/>
                        </a:rPr>
                        <a:t>Description</a:t>
                      </a:r>
                      <a:endParaRPr lang="en-US" b="1" i="0">
                        <a:solidFill>
                          <a:srgbClr val="FFFFFF"/>
                        </a:solidFill>
                        <a:effectLst/>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23232"/>
                    </a:solidFill>
                  </a:tcPr>
                </a:tc>
                <a:extLst>
                  <a:ext uri="{0D108BD9-81ED-4DB2-BD59-A6C34878D82A}">
                    <a16:rowId xmlns:a16="http://schemas.microsoft.com/office/drawing/2014/main" val="4163826609"/>
                  </a:ext>
                </a:extLst>
              </a:tr>
              <a:tr h="662608">
                <a:tc>
                  <a:txBody>
                    <a:bodyPr/>
                    <a:lstStyle/>
                    <a:p>
                      <a:pPr marL="0" lvl="0" indent="0" algn="l">
                        <a:buNone/>
                      </a:pPr>
                      <a:r>
                        <a:rPr lang="en-US" sz="1800" b="0" i="0" u="none" strike="noStrike" noProof="0" err="1">
                          <a:solidFill>
                            <a:srgbClr val="323232"/>
                          </a:solidFill>
                          <a:effectLst/>
                        </a:rPr>
                        <a:t>nExistingLoanCount</a:t>
                      </a:r>
                      <a:endParaRPr lang="en-US" err="1"/>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lvl="0" indent="0" algn="l">
                        <a:buNone/>
                      </a:pPr>
                      <a:r>
                        <a:rPr lang="en-US" sz="1800" b="0" i="0" u="none" strike="noStrike" noProof="0">
                          <a:solidFill>
                            <a:srgbClr val="323232"/>
                          </a:solidFill>
                          <a:effectLst/>
                        </a:rPr>
                        <a:t>Existing loan count retrieved from the customer profile.</a:t>
                      </a:r>
                      <a:endParaRPr lang="en-US"/>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814473131"/>
                  </a:ext>
                </a:extLst>
              </a:tr>
              <a:tr h="322972">
                <a:tc>
                  <a:txBody>
                    <a:bodyPr/>
                    <a:lstStyle/>
                    <a:p>
                      <a:pPr lvl="0">
                        <a:buNone/>
                      </a:pPr>
                      <a:r>
                        <a:rPr lang="en-US" sz="1800" b="0" i="0" u="none" strike="noStrike" noProof="0" err="1">
                          <a:effectLst/>
                        </a:rPr>
                        <a:t>nLoanAmount</a:t>
                      </a:r>
                      <a:endParaRPr lang="en-US" err="1"/>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buNone/>
                      </a:pPr>
                      <a:r>
                        <a:rPr lang="en-US" sz="1800" b="0" i="0" u="none" strike="noStrike" noProof="0">
                          <a:effectLst/>
                        </a:rPr>
                        <a:t>Requested loan amount.</a:t>
                      </a:r>
                      <a:endParaRPr lang="en-US"/>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99226268"/>
                  </a:ext>
                </a:extLst>
              </a:tr>
              <a:tr h="322971">
                <a:tc>
                  <a:txBody>
                    <a:bodyPr/>
                    <a:lstStyle/>
                    <a:p>
                      <a:pPr lvl="0">
                        <a:buNone/>
                      </a:pPr>
                      <a:r>
                        <a:rPr lang="en-US" sz="1800" b="0" i="0" u="none" strike="noStrike" noProof="0" err="1">
                          <a:effectLst/>
                          <a:latin typeface="Museo Sans 300"/>
                        </a:rPr>
                        <a:t>nLoanTenure</a:t>
                      </a:r>
                      <a:endParaRPr lang="en-US" err="1"/>
                    </a:p>
                  </a:txBody>
                  <a:tcPr>
                    <a:lnL w="9524">
                      <a:solidFill>
                        <a:srgbClr val="323232"/>
                      </a:solidFill>
                    </a:lnL>
                    <a:lnR w="12700">
                      <a:solidFill>
                        <a:srgbClr val="FFFFFF"/>
                      </a:solidFill>
                    </a:lnR>
                    <a:lnT w="12700">
                      <a:solidFill>
                        <a:srgbClr val="FFFFFF"/>
                      </a:solidFill>
                    </a:lnT>
                    <a:lnB w="12700">
                      <a:solidFill>
                        <a:srgbClr val="FFFFFF"/>
                      </a:solidFill>
                    </a:lnB>
                    <a:noFill/>
                  </a:tcPr>
                </a:tc>
                <a:tc>
                  <a:txBody>
                    <a:bodyPr/>
                    <a:lstStyle/>
                    <a:p>
                      <a:pPr lvl="0">
                        <a:buNone/>
                      </a:pPr>
                      <a:r>
                        <a:rPr lang="en-US" sz="1800" b="0" i="0" u="none" strike="noStrike" noProof="0">
                          <a:effectLst/>
                          <a:latin typeface="Museo Sans 300"/>
                        </a:rPr>
                        <a:t>Requested loan tenure.</a:t>
                      </a:r>
                      <a:endParaRPr lang="en-US">
                        <a:latin typeface="Museo Sans 300"/>
                      </a:endParaRPr>
                    </a:p>
                  </a:txBody>
                  <a:tcPr>
                    <a:lnL w="12700">
                      <a:solidFill>
                        <a:srgbClr val="FFFFFF"/>
                      </a:solidFill>
                    </a:lnL>
                    <a:lnR w="9524">
                      <a:solidFill>
                        <a:srgbClr val="323232"/>
                      </a:solidFill>
                    </a:lnR>
                    <a:lnT w="12700">
                      <a:solidFill>
                        <a:srgbClr val="FFFFFF"/>
                      </a:solidFill>
                    </a:lnT>
                    <a:lnB w="12700">
                      <a:solidFill>
                        <a:srgbClr val="FFFFFF"/>
                      </a:solidFill>
                    </a:lnB>
                    <a:noFill/>
                  </a:tcPr>
                </a:tc>
                <a:extLst>
                  <a:ext uri="{0D108BD9-81ED-4DB2-BD59-A6C34878D82A}">
                    <a16:rowId xmlns:a16="http://schemas.microsoft.com/office/drawing/2014/main" val="2617356080"/>
                  </a:ext>
                </a:extLst>
              </a:tr>
            </a:tbl>
          </a:graphicData>
        </a:graphic>
      </p:graphicFrame>
    </p:spTree>
    <p:extLst>
      <p:ext uri="{BB962C8B-B14F-4D97-AF65-F5344CB8AC3E}">
        <p14:creationId xmlns:p14="http://schemas.microsoft.com/office/powerpoint/2010/main" val="3542365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CD4C8D32-E234-623E-92C6-B484D7BEB36A}"/>
              </a:ext>
            </a:extLst>
          </p:cNvPr>
          <p:cNvGraphicFramePr>
            <a:graphicFrameLocks noGrp="1"/>
          </p:cNvGraphicFramePr>
          <p:nvPr>
            <p:extLst>
              <p:ext uri="{D42A27DB-BD31-4B8C-83A1-F6EECF244321}">
                <p14:modId xmlns:p14="http://schemas.microsoft.com/office/powerpoint/2010/main" val="3184581802"/>
              </p:ext>
            </p:extLst>
          </p:nvPr>
        </p:nvGraphicFramePr>
        <p:xfrm>
          <a:off x="473075" y="355600"/>
          <a:ext cx="11236118" cy="5120640"/>
        </p:xfrm>
        <a:graphic>
          <a:graphicData uri="http://schemas.openxmlformats.org/drawingml/2006/table">
            <a:tbl>
              <a:tblPr bandRow="1">
                <a:tableStyleId>{5C22544A-7EE6-4342-B048-85BDC9FD1C3A}</a:tableStyleId>
              </a:tblPr>
              <a:tblGrid>
                <a:gridCol w="5618059">
                  <a:extLst>
                    <a:ext uri="{9D8B030D-6E8A-4147-A177-3AD203B41FA5}">
                      <a16:colId xmlns:a16="http://schemas.microsoft.com/office/drawing/2014/main" val="2903104567"/>
                    </a:ext>
                  </a:extLst>
                </a:gridCol>
                <a:gridCol w="5618059">
                  <a:extLst>
                    <a:ext uri="{9D8B030D-6E8A-4147-A177-3AD203B41FA5}">
                      <a16:colId xmlns:a16="http://schemas.microsoft.com/office/drawing/2014/main" val="3203430642"/>
                    </a:ext>
                  </a:extLst>
                </a:gridCol>
              </a:tblGrid>
              <a:tr h="361950">
                <a:tc>
                  <a:txBody>
                    <a:bodyPr/>
                    <a:lstStyle/>
                    <a:p>
                      <a:pPr marL="0" indent="0" algn="l" fontAlgn="base">
                        <a:buNone/>
                      </a:pPr>
                      <a:r>
                        <a:rPr lang="en-US" sz="1800" b="1" i="0">
                          <a:solidFill>
                            <a:srgbClr val="FFFFFF"/>
                          </a:solidFill>
                          <a:effectLst/>
                          <a:latin typeface="Times New Roman"/>
                          <a:cs typeface="Times New Roman"/>
                        </a:rPr>
                        <a:t>Outputs Required</a:t>
                      </a:r>
                      <a:endParaRPr lang="en-US" b="1" i="0">
                        <a:solidFill>
                          <a:srgbClr val="FFFFFF"/>
                        </a:solidFill>
                        <a:effectLst/>
                        <a:latin typeface="Times New Roman"/>
                        <a:cs typeface="Times New Roman"/>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323232"/>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23232"/>
                    </a:solidFill>
                  </a:tcPr>
                </a:tc>
                <a:tc>
                  <a:txBody>
                    <a:bodyPr/>
                    <a:lstStyle/>
                    <a:p>
                      <a:pPr marL="0" indent="0" algn="l" fontAlgn="base">
                        <a:buNone/>
                      </a:pPr>
                      <a:r>
                        <a:rPr lang="en-US" sz="1800" b="1" i="0">
                          <a:solidFill>
                            <a:srgbClr val="FFFFFF"/>
                          </a:solidFill>
                          <a:effectLst/>
                          <a:latin typeface="Times New Roman"/>
                          <a:cs typeface="Times New Roman"/>
                        </a:rPr>
                        <a:t>Description</a:t>
                      </a:r>
                      <a:endParaRPr lang="en-US" b="1" i="0">
                        <a:solidFill>
                          <a:srgbClr val="FFFFFF"/>
                        </a:solidFill>
                        <a:effectLst/>
                        <a:latin typeface="Times New Roman"/>
                        <a:cs typeface="Times New Roman"/>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23232"/>
                    </a:solidFill>
                  </a:tcPr>
                </a:tc>
                <a:extLst>
                  <a:ext uri="{0D108BD9-81ED-4DB2-BD59-A6C34878D82A}">
                    <a16:rowId xmlns:a16="http://schemas.microsoft.com/office/drawing/2014/main" val="3778920842"/>
                  </a:ext>
                </a:extLst>
              </a:tr>
              <a:tr h="361950">
                <a:tc>
                  <a:txBody>
                    <a:bodyPr/>
                    <a:lstStyle/>
                    <a:p>
                      <a:pPr marL="0" lvl="0" indent="0" algn="l">
                        <a:buNone/>
                      </a:pPr>
                      <a:r>
                        <a:rPr lang="en-US" sz="1800" b="0" i="0" u="none" strike="noStrike" noProof="0">
                          <a:solidFill>
                            <a:srgbClr val="323232"/>
                          </a:solidFill>
                          <a:effectLst/>
                          <a:latin typeface="Times New Roman"/>
                          <a:cs typeface="Times New Roman"/>
                        </a:rPr>
                        <a:t>nEMIDifferencePercent</a:t>
                      </a:r>
                      <a:endParaRPr lang="en-US">
                        <a:latin typeface="Times New Roman"/>
                        <a:cs typeface="Times New Roman"/>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lvl="0" indent="0" algn="l">
                        <a:buNone/>
                      </a:pPr>
                      <a:r>
                        <a:rPr lang="en-US" sz="1800" b="0" i="0" u="none" strike="noStrike" noProof="0">
                          <a:solidFill>
                            <a:srgbClr val="323232"/>
                          </a:solidFill>
                          <a:effectLst/>
                          <a:latin typeface="Times New Roman"/>
                          <a:cs typeface="Times New Roman"/>
                        </a:rPr>
                        <a:t>Percentage EMI difference.</a:t>
                      </a: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39469825"/>
                  </a:ext>
                </a:extLst>
              </a:tr>
              <a:tr h="361950">
                <a:tc>
                  <a:txBody>
                    <a:bodyPr/>
                    <a:lstStyle/>
                    <a:p>
                      <a:pPr lvl="0">
                        <a:buNone/>
                      </a:pPr>
                      <a:r>
                        <a:rPr lang="en-US" sz="1800" b="0" i="0" u="none" strike="noStrike" noProof="0">
                          <a:effectLst/>
                          <a:latin typeface="Times New Roman"/>
                          <a:cs typeface="Times New Roman"/>
                        </a:rPr>
                        <a:t>bCreditScoreMismatchDetected</a:t>
                      </a:r>
                      <a:endParaRPr lang="en-US">
                        <a:latin typeface="Times New Roman"/>
                        <a:cs typeface="Times New Roman"/>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buNone/>
                      </a:pPr>
                      <a:r>
                        <a:rPr lang="en-US" sz="1800" b="0" i="0" u="none" strike="noStrike" noProof="0">
                          <a:effectLst/>
                          <a:latin typeface="Times New Roman"/>
                          <a:cs typeface="Times New Roman"/>
                        </a:rPr>
                        <a:t>Indicates whether submitted and stored credit scores differ.</a:t>
                      </a:r>
                      <a:endParaRPr lang="en-US">
                        <a:latin typeface="Times New Roman"/>
                        <a:cs typeface="Times New Roman"/>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74979326"/>
                  </a:ext>
                </a:extLst>
              </a:tr>
              <a:tr h="361950">
                <a:tc>
                  <a:txBody>
                    <a:bodyPr/>
                    <a:lstStyle/>
                    <a:p>
                      <a:pPr lvl="0">
                        <a:buNone/>
                      </a:pPr>
                      <a:r>
                        <a:rPr lang="en-US" sz="1800" b="0" i="0" u="none" strike="noStrike" noProof="0">
                          <a:effectLst/>
                          <a:latin typeface="Times New Roman"/>
                          <a:cs typeface="Times New Roman"/>
                        </a:rPr>
                        <a:t>nCreditScoreDifference</a:t>
                      </a:r>
                      <a:endParaRPr lang="en-US">
                        <a:latin typeface="Times New Roman"/>
                        <a:cs typeface="Times New Roman"/>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buNone/>
                      </a:pPr>
                      <a:r>
                        <a:rPr lang="en-US" sz="1800" b="0" i="0" u="none" strike="noStrike" noProof="0">
                          <a:effectLst/>
                          <a:latin typeface="Times New Roman"/>
                          <a:cs typeface="Times New Roman"/>
                        </a:rPr>
                        <a:t>Absolute credit-score difference.</a:t>
                      </a:r>
                      <a:endParaRPr lang="en-US">
                        <a:latin typeface="Times New Roman"/>
                        <a:cs typeface="Times New Roman"/>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4094176638"/>
                  </a:ext>
                </a:extLst>
              </a:tr>
              <a:tr h="361950">
                <a:tc>
                  <a:txBody>
                    <a:bodyPr/>
                    <a:lstStyle/>
                    <a:p>
                      <a:pPr lvl="0">
                        <a:buNone/>
                      </a:pPr>
                      <a:r>
                        <a:rPr lang="en-US" sz="1800" b="0" i="0" u="none" strike="noStrike" noProof="0">
                          <a:effectLst/>
                          <a:latin typeface="Times New Roman"/>
                          <a:cs typeface="Times New Roman"/>
                        </a:rPr>
                        <a:t>nExistingEMIRatio</a:t>
                      </a:r>
                      <a:endParaRPr lang="en-US">
                        <a:latin typeface="Times New Roman"/>
                        <a:cs typeface="Times New Roman"/>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buNone/>
                      </a:pPr>
                      <a:r>
                        <a:rPr lang="en-US" sz="1800" b="0" i="0" u="none" strike="noStrike" noProof="0">
                          <a:effectLst/>
                          <a:latin typeface="Times New Roman"/>
                          <a:cs typeface="Times New Roman"/>
                        </a:rPr>
                        <a:t>Existing EMI as a percentage of stored monthly income.</a:t>
                      </a:r>
                      <a:endParaRPr lang="en-US">
                        <a:latin typeface="Times New Roman"/>
                        <a:cs typeface="Times New Roman"/>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570580348"/>
                  </a:ext>
                </a:extLst>
              </a:tr>
              <a:tr h="361950">
                <a:tc>
                  <a:txBody>
                    <a:bodyPr/>
                    <a:lstStyle/>
                    <a:p>
                      <a:pPr lvl="0">
                        <a:buNone/>
                      </a:pPr>
                      <a:r>
                        <a:rPr lang="en-US" sz="1800" b="0" i="0" u="none" strike="noStrike" noProof="0">
                          <a:effectLst/>
                          <a:latin typeface="Times New Roman"/>
                          <a:cs typeface="Times New Roman"/>
                        </a:rPr>
                        <a:t>sExistingLoanExposure</a:t>
                      </a:r>
                      <a:endParaRPr lang="en-US">
                        <a:latin typeface="Times New Roman"/>
                        <a:cs typeface="Times New Roman"/>
                      </a:endParaRPr>
                    </a:p>
                  </a:txBody>
                  <a:tcPr>
                    <a:lnL w="9524">
                      <a:solidFill>
                        <a:srgbClr val="323232"/>
                      </a:solidFill>
                    </a:lnL>
                    <a:lnR w="12700">
                      <a:solidFill>
                        <a:srgbClr val="FFFFFF"/>
                      </a:solidFill>
                    </a:lnR>
                    <a:lnT w="12700">
                      <a:solidFill>
                        <a:srgbClr val="FFFFFF"/>
                      </a:solidFill>
                    </a:lnT>
                    <a:lnB w="12700" cap="flat" cmpd="sng" algn="ctr">
                      <a:solidFill>
                        <a:srgbClr val="FFFFFF"/>
                      </a:solidFill>
                      <a:prstDash val="solid"/>
                      <a:round/>
                      <a:headEnd type="none" w="med" len="med"/>
                      <a:tailEnd type="none" w="med" len="med"/>
                    </a:lnB>
                    <a:noFill/>
                  </a:tcPr>
                </a:tc>
                <a:tc>
                  <a:txBody>
                    <a:bodyPr/>
                    <a:lstStyle/>
                    <a:p>
                      <a:pPr lvl="0">
                        <a:buNone/>
                      </a:pPr>
                      <a:r>
                        <a:rPr lang="en-US" sz="1800" b="0" i="0" u="none" strike="noStrike" noProof="0">
                          <a:effectLst/>
                          <a:latin typeface="Times New Roman"/>
                          <a:cs typeface="Times New Roman"/>
                        </a:rPr>
                        <a:t>Existing-loan exposure such as NONE, SINGLE_LOAN, or MULTIPLE_LOANS.</a:t>
                      </a:r>
                    </a:p>
                  </a:txBody>
                  <a:tcPr>
                    <a:lnL w="12700">
                      <a:solidFill>
                        <a:srgbClr val="FFFFFF"/>
                      </a:solidFill>
                    </a:lnL>
                    <a:lnR w="9524">
                      <a:solidFill>
                        <a:srgbClr val="323232"/>
                      </a:solidFill>
                    </a:lnR>
                    <a:lnT w="12700">
                      <a:solidFill>
                        <a:srgbClr val="FFFFFF"/>
                      </a:solidFill>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403976421"/>
                  </a:ext>
                </a:extLst>
              </a:tr>
              <a:tr h="361950">
                <a:tc>
                  <a:txBody>
                    <a:bodyPr/>
                    <a:lstStyle/>
                    <a:p>
                      <a:pPr lvl="0">
                        <a:buNone/>
                      </a:pPr>
                      <a:r>
                        <a:rPr lang="en-US" sz="1800" b="0" i="0" u="none" strike="noStrike" noProof="0">
                          <a:effectLst/>
                          <a:latin typeface="Times New Roman"/>
                          <a:cs typeface="Times New Roman"/>
                        </a:rPr>
                        <a:t>sRiskFindings</a:t>
                      </a:r>
                      <a:endParaRPr lang="en-US">
                        <a:latin typeface="Times New Roman"/>
                        <a:cs typeface="Times New Roman"/>
                      </a:endParaRPr>
                    </a:p>
                  </a:txBody>
                  <a:tcPr>
                    <a:lnL w="9524">
                      <a:solidFill>
                        <a:srgbClr val="323232"/>
                      </a:solidFill>
                    </a:lnL>
                    <a:lnR w="12700">
                      <a:solidFill>
                        <a:srgbClr val="FFFFFF"/>
                      </a:solidFill>
                    </a:lnR>
                    <a:lnT w="12700">
                      <a:solidFill>
                        <a:srgbClr val="FFFFFF"/>
                      </a:solidFill>
                    </a:lnT>
                    <a:lnB w="12700" cap="flat" cmpd="sng" algn="ctr">
                      <a:solidFill>
                        <a:srgbClr val="FFFFFF"/>
                      </a:solidFill>
                      <a:prstDash val="solid"/>
                      <a:round/>
                      <a:headEnd type="none" w="med" len="med"/>
                      <a:tailEnd type="none" w="med" len="med"/>
                    </a:lnB>
                    <a:noFill/>
                  </a:tcPr>
                </a:tc>
                <a:tc>
                  <a:txBody>
                    <a:bodyPr/>
                    <a:lstStyle/>
                    <a:p>
                      <a:pPr lvl="0">
                        <a:buNone/>
                      </a:pPr>
                      <a:r>
                        <a:rPr lang="en-US" sz="1800" b="0" i="0" u="none" strike="noStrike" noProof="0">
                          <a:effectLst/>
                          <a:latin typeface="Times New Roman"/>
                          <a:cs typeface="Times New Roman"/>
                        </a:rPr>
                        <a:t>Consolidated factual findings generated by the investigation.</a:t>
                      </a:r>
                      <a:endParaRPr lang="en-US">
                        <a:latin typeface="Times New Roman"/>
                        <a:cs typeface="Times New Roman"/>
                      </a:endParaRPr>
                    </a:p>
                  </a:txBody>
                  <a:tcPr>
                    <a:lnL w="12700">
                      <a:solidFill>
                        <a:srgbClr val="FFFFFF"/>
                      </a:solidFill>
                    </a:lnL>
                    <a:lnR w="9524">
                      <a:solidFill>
                        <a:srgbClr val="323232"/>
                      </a:solidFill>
                    </a:lnR>
                    <a:lnT w="12700">
                      <a:solidFill>
                        <a:srgbClr val="FFFFFF"/>
                      </a:solidFill>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217039992"/>
                  </a:ext>
                </a:extLst>
              </a:tr>
              <a:tr h="361950">
                <a:tc>
                  <a:txBody>
                    <a:bodyPr/>
                    <a:lstStyle/>
                    <a:p>
                      <a:pPr lvl="0">
                        <a:buNone/>
                      </a:pPr>
                      <a:r>
                        <a:rPr lang="en-US" sz="1800" b="0" i="0" u="none" strike="noStrike" noProof="0">
                          <a:effectLst/>
                          <a:latin typeface="Times New Roman"/>
                          <a:cs typeface="Times New Roman"/>
                        </a:rPr>
                        <a:t>nMismatchCount</a:t>
                      </a:r>
                      <a:endParaRPr lang="en-US">
                        <a:latin typeface="Times New Roman"/>
                        <a:cs typeface="Times New Roman"/>
                      </a:endParaRPr>
                    </a:p>
                  </a:txBody>
                  <a:tcPr>
                    <a:lnL w="9524">
                      <a:solidFill>
                        <a:srgbClr val="323232"/>
                      </a:solidFill>
                    </a:lnL>
                    <a:lnR w="12700">
                      <a:solidFill>
                        <a:srgbClr val="FFFFFF"/>
                      </a:solidFill>
                    </a:lnR>
                    <a:lnT w="12700">
                      <a:solidFill>
                        <a:srgbClr val="FFFFFF"/>
                      </a:solidFill>
                    </a:lnT>
                    <a:lnB w="12700" cap="flat" cmpd="sng" algn="ctr">
                      <a:solidFill>
                        <a:srgbClr val="FFFFFF"/>
                      </a:solidFill>
                      <a:prstDash val="solid"/>
                      <a:round/>
                      <a:headEnd type="none" w="med" len="med"/>
                      <a:tailEnd type="none" w="med" len="med"/>
                    </a:lnB>
                    <a:noFill/>
                  </a:tcPr>
                </a:tc>
                <a:tc>
                  <a:txBody>
                    <a:bodyPr/>
                    <a:lstStyle/>
                    <a:p>
                      <a:pPr lvl="0">
                        <a:buNone/>
                      </a:pPr>
                      <a:r>
                        <a:rPr lang="en-US" sz="1800" b="0" i="0" u="none" strike="noStrike" noProof="0">
                          <a:effectLst/>
                          <a:latin typeface="Times New Roman"/>
                          <a:cs typeface="Times New Roman"/>
                        </a:rPr>
                        <a:t>Number of detected submitted-versus-stored mismatches.</a:t>
                      </a:r>
                      <a:endParaRPr lang="en-US">
                        <a:latin typeface="Times New Roman"/>
                        <a:cs typeface="Times New Roman"/>
                      </a:endParaRPr>
                    </a:p>
                  </a:txBody>
                  <a:tcPr>
                    <a:lnL w="12700">
                      <a:solidFill>
                        <a:srgbClr val="FFFFFF"/>
                      </a:solidFill>
                    </a:lnL>
                    <a:lnR w="9524">
                      <a:solidFill>
                        <a:srgbClr val="323232"/>
                      </a:solidFill>
                    </a:lnR>
                    <a:lnT w="12700">
                      <a:solidFill>
                        <a:srgbClr val="FFFFFF"/>
                      </a:solidFill>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212347939"/>
                  </a:ext>
                </a:extLst>
              </a:tr>
              <a:tr h="361950">
                <a:tc>
                  <a:txBody>
                    <a:bodyPr/>
                    <a:lstStyle/>
                    <a:p>
                      <a:pPr lvl="0">
                        <a:buNone/>
                      </a:pPr>
                      <a:r>
                        <a:rPr lang="en-US" sz="1800" b="0" i="0" u="none" strike="noStrike" noProof="0">
                          <a:effectLst/>
                          <a:latin typeface="Times New Roman"/>
                          <a:cs typeface="Times New Roman"/>
                        </a:rPr>
                        <a:t>sRiskLevel</a:t>
                      </a:r>
                      <a:endParaRPr lang="en-US">
                        <a:latin typeface="Times New Roman"/>
                        <a:cs typeface="Times New Roman"/>
                      </a:endParaRPr>
                    </a:p>
                  </a:txBody>
                  <a:tcPr>
                    <a:lnL w="9524">
                      <a:solidFill>
                        <a:srgbClr val="323232"/>
                      </a:solidFill>
                    </a:lnL>
                    <a:lnR w="12700">
                      <a:solidFill>
                        <a:srgbClr val="FFFFFF"/>
                      </a:solidFill>
                    </a:lnR>
                    <a:lnT w="12700">
                      <a:solidFill>
                        <a:srgbClr val="FFFFFF"/>
                      </a:solidFill>
                    </a:lnT>
                    <a:lnB w="12700" cap="flat" cmpd="sng" algn="ctr">
                      <a:solidFill>
                        <a:srgbClr val="FFFFFF"/>
                      </a:solidFill>
                      <a:prstDash val="solid"/>
                      <a:round/>
                      <a:headEnd type="none" w="med" len="med"/>
                      <a:tailEnd type="none" w="med" len="med"/>
                    </a:lnB>
                    <a:noFill/>
                  </a:tcPr>
                </a:tc>
                <a:tc>
                  <a:txBody>
                    <a:bodyPr/>
                    <a:lstStyle/>
                    <a:p>
                      <a:pPr lvl="0">
                        <a:buNone/>
                      </a:pPr>
                      <a:r>
                        <a:rPr lang="en-US" sz="1800" b="0" i="0" u="none" strike="noStrike" noProof="0">
                          <a:effectLst/>
                          <a:latin typeface="Times New Roman"/>
                          <a:cs typeface="Times New Roman"/>
                        </a:rPr>
                        <a:t>Project-defined investigation priority: LOW, MEDIUM, HIGH, or UNASSESSED.</a:t>
                      </a:r>
                      <a:endParaRPr lang="en-US">
                        <a:latin typeface="Times New Roman"/>
                        <a:cs typeface="Times New Roman"/>
                      </a:endParaRPr>
                    </a:p>
                  </a:txBody>
                  <a:tcPr>
                    <a:lnL w="12700">
                      <a:solidFill>
                        <a:srgbClr val="FFFFFF"/>
                      </a:solidFill>
                    </a:lnL>
                    <a:lnR w="9524">
                      <a:solidFill>
                        <a:srgbClr val="323232"/>
                      </a:solidFill>
                    </a:lnR>
                    <a:lnT w="12700">
                      <a:solidFill>
                        <a:srgbClr val="FFFFFF"/>
                      </a:solidFill>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769114745"/>
                  </a:ext>
                </a:extLst>
              </a:tr>
              <a:tr h="361950">
                <a:tc>
                  <a:txBody>
                    <a:bodyPr/>
                    <a:lstStyle/>
                    <a:p>
                      <a:pPr lvl="0">
                        <a:buNone/>
                      </a:pPr>
                      <a:r>
                        <a:rPr lang="en-US" sz="1800" b="0" i="0" u="none" strike="noStrike" noProof="0">
                          <a:effectLst/>
                          <a:latin typeface="Times New Roman"/>
                          <a:cs typeface="Times New Roman"/>
                        </a:rPr>
                        <a:t>sToolStatus</a:t>
                      </a:r>
                      <a:endParaRPr lang="en-US">
                        <a:latin typeface="Times New Roman"/>
                        <a:cs typeface="Times New Roman"/>
                      </a:endParaRPr>
                    </a:p>
                  </a:txBody>
                  <a:tcPr>
                    <a:lnL w="9524">
                      <a:solidFill>
                        <a:srgbClr val="323232"/>
                      </a:solidFill>
                    </a:lnL>
                    <a:lnR w="12700">
                      <a:solidFill>
                        <a:srgbClr val="FFFFFF"/>
                      </a:solidFill>
                    </a:lnR>
                    <a:lnT w="12700">
                      <a:solidFill>
                        <a:srgbClr val="FFFFFF"/>
                      </a:solidFill>
                    </a:lnT>
                    <a:lnB w="12700" cap="flat" cmpd="sng" algn="ctr">
                      <a:solidFill>
                        <a:srgbClr val="FFFFFF"/>
                      </a:solidFill>
                      <a:prstDash val="solid"/>
                      <a:round/>
                      <a:headEnd type="none" w="med" len="med"/>
                      <a:tailEnd type="none" w="med" len="med"/>
                    </a:lnB>
                    <a:noFill/>
                  </a:tcPr>
                </a:tc>
                <a:tc>
                  <a:txBody>
                    <a:bodyPr/>
                    <a:lstStyle/>
                    <a:p>
                      <a:pPr lvl="0">
                        <a:buNone/>
                      </a:pPr>
                      <a:r>
                        <a:rPr lang="en-US" sz="1800" b="0" i="0" u="none" strike="noStrike" noProof="0">
                          <a:effectLst/>
                          <a:latin typeface="Times New Roman"/>
                          <a:cs typeface="Times New Roman"/>
                        </a:rPr>
                        <a:t>Execution status such as SUCCESS, INVALID_INPUT, or ERROR.</a:t>
                      </a:r>
                      <a:endParaRPr lang="en-US">
                        <a:latin typeface="Times New Roman"/>
                        <a:cs typeface="Times New Roman"/>
                      </a:endParaRPr>
                    </a:p>
                  </a:txBody>
                  <a:tcPr>
                    <a:lnL w="12700">
                      <a:solidFill>
                        <a:srgbClr val="FFFFFF"/>
                      </a:solidFill>
                    </a:lnL>
                    <a:lnR w="9524">
                      <a:solidFill>
                        <a:srgbClr val="323232"/>
                      </a:solidFill>
                    </a:lnR>
                    <a:lnT w="12700">
                      <a:solidFill>
                        <a:srgbClr val="FFFFFF"/>
                      </a:solidFill>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295327312"/>
                  </a:ext>
                </a:extLst>
              </a:tr>
              <a:tr h="361950">
                <a:tc>
                  <a:txBody>
                    <a:bodyPr/>
                    <a:lstStyle/>
                    <a:p>
                      <a:pPr lvl="0">
                        <a:buNone/>
                      </a:pPr>
                      <a:r>
                        <a:rPr lang="en-US" sz="1800" b="0" i="0" u="none" strike="noStrike" noProof="0">
                          <a:effectLst/>
                          <a:latin typeface="Times New Roman"/>
                          <a:cs typeface="Times New Roman"/>
                        </a:rPr>
                        <a:t>sToolMessage</a:t>
                      </a:r>
                      <a:endParaRPr lang="en-US">
                        <a:latin typeface="Times New Roman"/>
                        <a:cs typeface="Times New Roman"/>
                      </a:endParaRPr>
                    </a:p>
                  </a:txBody>
                  <a:tcPr>
                    <a:lnL w="9524">
                      <a:solidFill>
                        <a:srgbClr val="323232"/>
                      </a:solidFill>
                    </a:lnL>
                    <a:lnR w="12700">
                      <a:solidFill>
                        <a:srgbClr val="FFFFFF"/>
                      </a:solidFill>
                    </a:lnR>
                    <a:lnT w="12700">
                      <a:solidFill>
                        <a:srgbClr val="FFFFFF"/>
                      </a:solidFill>
                    </a:lnT>
                    <a:lnB w="12700">
                      <a:solidFill>
                        <a:srgbClr val="FFFFFF"/>
                      </a:solidFill>
                    </a:lnB>
                    <a:noFill/>
                  </a:tcPr>
                </a:tc>
                <a:tc>
                  <a:txBody>
                    <a:bodyPr/>
                    <a:lstStyle/>
                    <a:p>
                      <a:pPr lvl="0">
                        <a:buNone/>
                      </a:pPr>
                      <a:r>
                        <a:rPr lang="en-US" sz="1800" b="0" i="0" u="none" strike="noStrike" noProof="0">
                          <a:effectLst/>
                          <a:latin typeface="Times New Roman"/>
                          <a:cs typeface="Times New Roman"/>
                        </a:rPr>
                        <a:t>Human-readable tool execution result.</a:t>
                      </a:r>
                      <a:endParaRPr lang="en-US">
                        <a:latin typeface="Times New Roman"/>
                        <a:cs typeface="Times New Roman"/>
                      </a:endParaRPr>
                    </a:p>
                  </a:txBody>
                  <a:tcPr>
                    <a:lnL w="12700">
                      <a:solidFill>
                        <a:srgbClr val="FFFFFF"/>
                      </a:solidFill>
                    </a:lnL>
                    <a:lnR w="9524">
                      <a:solidFill>
                        <a:srgbClr val="323232"/>
                      </a:solidFill>
                    </a:lnR>
                    <a:lnT w="12700">
                      <a:solidFill>
                        <a:srgbClr val="FFFFFF"/>
                      </a:solidFill>
                    </a:lnT>
                    <a:lnB w="12700">
                      <a:solidFill>
                        <a:srgbClr val="FFFFFF"/>
                      </a:solidFill>
                    </a:lnB>
                    <a:noFill/>
                  </a:tcPr>
                </a:tc>
                <a:extLst>
                  <a:ext uri="{0D108BD9-81ED-4DB2-BD59-A6C34878D82A}">
                    <a16:rowId xmlns:a16="http://schemas.microsoft.com/office/drawing/2014/main" val="1963068091"/>
                  </a:ext>
                </a:extLst>
              </a:tr>
            </a:tbl>
          </a:graphicData>
        </a:graphic>
      </p:graphicFrame>
    </p:spTree>
    <p:extLst>
      <p:ext uri="{BB962C8B-B14F-4D97-AF65-F5344CB8AC3E}">
        <p14:creationId xmlns:p14="http://schemas.microsoft.com/office/powerpoint/2010/main" val="2845532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89881-C30F-52F3-36F0-D1144F631680}"/>
            </a:ext>
          </a:extLst>
        </p:cNvPr>
        <p:cNvGrpSpPr/>
        <p:nvPr/>
      </p:nvGrpSpPr>
      <p:grpSpPr>
        <a:xfrm>
          <a:off x="0" y="0"/>
          <a:ext cx="0" cy="0"/>
          <a:chOff x="0" y="0"/>
          <a:chExt cx="0" cy="0"/>
        </a:xfrm>
      </p:grpSpPr>
      <p:sp>
        <p:nvSpPr>
          <p:cNvPr id="49" name="Text Placeholder 48">
            <a:extLst>
              <a:ext uri="{FF2B5EF4-FFF2-40B4-BE49-F238E27FC236}">
                <a16:creationId xmlns:a16="http://schemas.microsoft.com/office/drawing/2014/main" id="{A041E7E2-9842-D027-5BCE-40543F069979}"/>
              </a:ext>
            </a:extLst>
          </p:cNvPr>
          <p:cNvSpPr>
            <a:spLocks noGrp="1"/>
          </p:cNvSpPr>
          <p:nvPr>
            <p:ph type="body" sz="quarter" idx="14"/>
          </p:nvPr>
        </p:nvSpPr>
        <p:spPr>
          <a:xfrm>
            <a:off x="401616" y="2096338"/>
            <a:ext cx="11358584" cy="480000"/>
          </a:xfrm>
        </p:spPr>
        <p:txBody>
          <a:bodyPr vert="horz" lIns="0" tIns="0" rIns="0" bIns="0" rtlCol="0" anchor="t">
            <a:noAutofit/>
          </a:bodyPr>
          <a:lstStyle/>
          <a:p>
            <a:r>
              <a:rPr lang="en-US">
                <a:solidFill>
                  <a:srgbClr val="FF5A10"/>
                </a:solidFill>
                <a:latin typeface="Times New Roman"/>
                <a:cs typeface="Times New Roman"/>
              </a:rPr>
              <a:t>Goal</a:t>
            </a:r>
            <a:r>
              <a:rPr lang="en-US">
                <a:latin typeface="Times New Roman"/>
                <a:cs typeface="Times New Roman"/>
              </a:rPr>
              <a:t>: Locate the existing loan application record and persist the grounded investigation outcome after all required investigation and human review have been completed. This tool performs persistence only and does not perform investigation or make lending decisions.</a:t>
            </a:r>
          </a:p>
        </p:txBody>
      </p:sp>
      <p:sp>
        <p:nvSpPr>
          <p:cNvPr id="2" name="Text Placeholder 1">
            <a:extLst>
              <a:ext uri="{FF2B5EF4-FFF2-40B4-BE49-F238E27FC236}">
                <a16:creationId xmlns:a16="http://schemas.microsoft.com/office/drawing/2014/main" id="{92DB9439-26DB-FC72-9B49-12214BAF09A4}"/>
              </a:ext>
            </a:extLst>
          </p:cNvPr>
          <p:cNvSpPr>
            <a:spLocks noGrp="1"/>
          </p:cNvSpPr>
          <p:nvPr>
            <p:ph type="body" sz="quarter" idx="13"/>
          </p:nvPr>
        </p:nvSpPr>
        <p:spPr/>
        <p:txBody>
          <a:bodyPr vert="horz" lIns="0" tIns="0" rIns="0" bIns="0" rtlCol="0" anchor="t">
            <a:noAutofit/>
          </a:bodyPr>
          <a:lstStyle/>
          <a:p>
            <a:r>
              <a:rPr lang="en-US" err="1">
                <a:latin typeface="Times New Roman"/>
                <a:cs typeface="Times New Roman"/>
              </a:rPr>
              <a:t>InvestigationRecordUpdateTool</a:t>
            </a:r>
            <a:endParaRPr lang="en-US">
              <a:latin typeface="Times New Roman"/>
              <a:cs typeface="Times New Roman"/>
            </a:endParaRPr>
          </a:p>
        </p:txBody>
      </p:sp>
      <p:sp>
        <p:nvSpPr>
          <p:cNvPr id="10" name="Text Placeholder 9">
            <a:extLst>
              <a:ext uri="{FF2B5EF4-FFF2-40B4-BE49-F238E27FC236}">
                <a16:creationId xmlns:a16="http://schemas.microsoft.com/office/drawing/2014/main" id="{367D7C65-1654-3630-BB16-96B229821E94}"/>
              </a:ext>
            </a:extLst>
          </p:cNvPr>
          <p:cNvSpPr>
            <a:spLocks noGrp="1"/>
          </p:cNvSpPr>
          <p:nvPr>
            <p:ph type="body" sz="quarter" idx="26"/>
          </p:nvPr>
        </p:nvSpPr>
        <p:spPr/>
        <p:txBody>
          <a:bodyPr vert="horz" lIns="0" tIns="0" rIns="0" bIns="0" rtlCol="0" anchor="t">
            <a:noAutofit/>
          </a:bodyPr>
          <a:lstStyle/>
          <a:p>
            <a:r>
              <a:rPr lang="en-US">
                <a:solidFill>
                  <a:srgbClr val="FF5A10"/>
                </a:solidFill>
                <a:latin typeface="Times New Roman"/>
                <a:cs typeface="Times New Roman"/>
              </a:rPr>
              <a:t>Investigation Result Persistence and Audit Update</a:t>
            </a:r>
            <a:endParaRPr lang="en-US">
              <a:latin typeface="Times New Roman"/>
              <a:cs typeface="Times New Roman"/>
            </a:endParaRPr>
          </a:p>
        </p:txBody>
      </p:sp>
      <p:graphicFrame>
        <p:nvGraphicFramePr>
          <p:cNvPr id="4" name="Table 3">
            <a:extLst>
              <a:ext uri="{FF2B5EF4-FFF2-40B4-BE49-F238E27FC236}">
                <a16:creationId xmlns:a16="http://schemas.microsoft.com/office/drawing/2014/main" id="{8A262FA4-5D89-9FF0-4EC7-6632EC251232}"/>
              </a:ext>
            </a:extLst>
          </p:cNvPr>
          <p:cNvGraphicFramePr>
            <a:graphicFrameLocks noGrp="1"/>
          </p:cNvGraphicFramePr>
          <p:nvPr>
            <p:extLst>
              <p:ext uri="{D42A27DB-BD31-4B8C-83A1-F6EECF244321}">
                <p14:modId xmlns:p14="http://schemas.microsoft.com/office/powerpoint/2010/main" val="3163852007"/>
              </p:ext>
            </p:extLst>
          </p:nvPr>
        </p:nvGraphicFramePr>
        <p:xfrm>
          <a:off x="412115" y="2931477"/>
          <a:ext cx="11297108" cy="3410041"/>
        </p:xfrm>
        <a:graphic>
          <a:graphicData uri="http://schemas.openxmlformats.org/drawingml/2006/table">
            <a:tbl>
              <a:tblPr bandRow="1">
                <a:tableStyleId>{5C22544A-7EE6-4342-B048-85BDC9FD1C3A}</a:tableStyleId>
              </a:tblPr>
              <a:tblGrid>
                <a:gridCol w="5648554">
                  <a:extLst>
                    <a:ext uri="{9D8B030D-6E8A-4147-A177-3AD203B41FA5}">
                      <a16:colId xmlns:a16="http://schemas.microsoft.com/office/drawing/2014/main" val="1058756883"/>
                    </a:ext>
                  </a:extLst>
                </a:gridCol>
                <a:gridCol w="5648554">
                  <a:extLst>
                    <a:ext uri="{9D8B030D-6E8A-4147-A177-3AD203B41FA5}">
                      <a16:colId xmlns:a16="http://schemas.microsoft.com/office/drawing/2014/main" val="619891342"/>
                    </a:ext>
                  </a:extLst>
                </a:gridCol>
              </a:tblGrid>
              <a:tr h="322972">
                <a:tc>
                  <a:txBody>
                    <a:bodyPr/>
                    <a:lstStyle/>
                    <a:p>
                      <a:pPr marL="0" indent="0" algn="l" fontAlgn="base">
                        <a:buNone/>
                      </a:pPr>
                      <a:r>
                        <a:rPr lang="en-US" sz="1800" b="1" i="0">
                          <a:solidFill>
                            <a:srgbClr val="FFFFFF"/>
                          </a:solidFill>
                          <a:effectLst/>
                          <a:latin typeface="Museo Sans 300" panose="02000000000000000000"/>
                        </a:rPr>
                        <a:t>Inputs Required</a:t>
                      </a:r>
                      <a:endParaRPr lang="en-US" b="1" i="0">
                        <a:solidFill>
                          <a:srgbClr val="FFFFFF"/>
                        </a:solidFill>
                        <a:effectLst/>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323232"/>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23232"/>
                    </a:solidFill>
                  </a:tcPr>
                </a:tc>
                <a:tc>
                  <a:txBody>
                    <a:bodyPr/>
                    <a:lstStyle/>
                    <a:p>
                      <a:pPr marL="0" indent="0" algn="l" fontAlgn="base">
                        <a:buNone/>
                      </a:pPr>
                      <a:r>
                        <a:rPr lang="en-US" sz="1800" b="1" i="0">
                          <a:solidFill>
                            <a:srgbClr val="FFFFFF"/>
                          </a:solidFill>
                          <a:effectLst/>
                          <a:latin typeface="Museo Sans 300" panose="02000000000000000000"/>
                        </a:rPr>
                        <a:t>Description</a:t>
                      </a:r>
                      <a:endParaRPr lang="en-US" b="1" i="0">
                        <a:solidFill>
                          <a:srgbClr val="FFFFFF"/>
                        </a:solidFill>
                        <a:effectLst/>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23232"/>
                    </a:solidFill>
                  </a:tcPr>
                </a:tc>
                <a:extLst>
                  <a:ext uri="{0D108BD9-81ED-4DB2-BD59-A6C34878D82A}">
                    <a16:rowId xmlns:a16="http://schemas.microsoft.com/office/drawing/2014/main" val="4163826609"/>
                  </a:ext>
                </a:extLst>
              </a:tr>
              <a:tr h="758281">
                <a:tc>
                  <a:txBody>
                    <a:bodyPr/>
                    <a:lstStyle/>
                    <a:p>
                      <a:pPr marL="0" lvl="0" indent="0" algn="l">
                        <a:buNone/>
                      </a:pPr>
                      <a:r>
                        <a:rPr lang="en-US" sz="1800" b="0" i="0" u="none" strike="noStrike" noProof="0" err="1">
                          <a:solidFill>
                            <a:srgbClr val="323232"/>
                          </a:solidFill>
                          <a:effectLst/>
                          <a:latin typeface="Museo Sans 300"/>
                        </a:rPr>
                        <a:t>sLoanApplicationId</a:t>
                      </a:r>
                      <a:endParaRPr lang="en-US" err="1"/>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lvl="0" indent="0" algn="l">
                        <a:buNone/>
                      </a:pPr>
                      <a:r>
                        <a:rPr lang="en-US" sz="1800" b="0" i="0" u="none" strike="noStrike" noProof="0">
                          <a:solidFill>
                            <a:srgbClr val="323232"/>
                          </a:solidFill>
                          <a:effectLst/>
                          <a:latin typeface="Museo Sans 300"/>
                        </a:rPr>
                        <a:t>Unique loan application ID identifying the existing record to update.</a:t>
                      </a:r>
                      <a:endParaRPr lang="en-US">
                        <a:latin typeface="Museo Sans 300"/>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814473131"/>
                  </a:ext>
                </a:extLst>
              </a:tr>
              <a:tr h="322972">
                <a:tc>
                  <a:txBody>
                    <a:bodyPr/>
                    <a:lstStyle/>
                    <a:p>
                      <a:pPr lvl="0">
                        <a:buNone/>
                      </a:pPr>
                      <a:r>
                        <a:rPr lang="en-US" sz="1800" b="0" i="0" u="none" strike="noStrike" noProof="0" err="1">
                          <a:effectLst/>
                          <a:latin typeface="Museo Sans 300"/>
                        </a:rPr>
                        <a:t>sInvestigationStatus</a:t>
                      </a:r>
                      <a:endParaRPr lang="en-US" err="1"/>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buNone/>
                      </a:pPr>
                      <a:r>
                        <a:rPr lang="en-US" sz="1800" b="0" i="0" u="none" strike="noStrike" noProof="0">
                          <a:effectLst/>
                          <a:latin typeface="Museo Sans 300"/>
                        </a:rPr>
                        <a:t>Final investigation processing status, such as </a:t>
                      </a:r>
                      <a:r>
                        <a:rPr lang="en-US" sz="1800" b="0" i="0" u="none" strike="noStrike" noProof="0">
                          <a:effectLst/>
                          <a:latin typeface="Consolas"/>
                        </a:rPr>
                        <a:t>COMPLETED</a:t>
                      </a:r>
                      <a:r>
                        <a:rPr lang="en-US" sz="1800" b="0" i="0" u="none" strike="noStrike" noProof="0">
                          <a:effectLst/>
                          <a:latin typeface="Museo Sans 300"/>
                        </a:rPr>
                        <a:t>.</a:t>
                      </a:r>
                      <a:endParaRPr lang="en-US"/>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99226268"/>
                  </a:ext>
                </a:extLst>
              </a:tr>
              <a:tr h="322971">
                <a:tc>
                  <a:txBody>
                    <a:bodyPr/>
                    <a:lstStyle/>
                    <a:p>
                      <a:pPr lvl="0">
                        <a:buNone/>
                      </a:pPr>
                      <a:r>
                        <a:rPr lang="en-US" sz="1800" b="0" i="0" u="none" strike="noStrike" noProof="0" err="1">
                          <a:effectLst/>
                        </a:rPr>
                        <a:t>sAgentRecommendation</a:t>
                      </a:r>
                      <a:endParaRPr lang="en-US" err="1"/>
                    </a:p>
                  </a:txBody>
                  <a:tcPr>
                    <a:lnL w="9524">
                      <a:solidFill>
                        <a:srgbClr val="323232"/>
                      </a:solidFill>
                    </a:lnL>
                    <a:lnR w="12700">
                      <a:solidFill>
                        <a:srgbClr val="FFFFFF"/>
                      </a:solidFill>
                    </a:lnR>
                    <a:lnT w="12700">
                      <a:solidFill>
                        <a:srgbClr val="FFFFFF"/>
                      </a:solidFill>
                    </a:lnT>
                    <a:lnB w="12700" cap="flat" cmpd="sng" algn="ctr">
                      <a:solidFill>
                        <a:srgbClr val="FFFFFF"/>
                      </a:solidFill>
                      <a:prstDash val="solid"/>
                      <a:round/>
                      <a:headEnd type="none" w="med" len="med"/>
                      <a:tailEnd type="none" w="med" len="med"/>
                    </a:lnB>
                    <a:noFill/>
                  </a:tcPr>
                </a:tc>
                <a:tc>
                  <a:txBody>
                    <a:bodyPr/>
                    <a:lstStyle/>
                    <a:p>
                      <a:pPr lvl="0">
                        <a:buNone/>
                      </a:pPr>
                      <a:r>
                        <a:rPr lang="en-US" sz="1800" b="0" i="0" u="none" strike="noStrike" noProof="0">
                          <a:effectLst/>
                        </a:rPr>
                        <a:t>Grounded Agent recommendation such as </a:t>
                      </a:r>
                      <a:r>
                        <a:rPr lang="en-US" sz="1800" b="0" i="0" u="none" strike="noStrike" noProof="0">
                          <a:effectLst/>
                          <a:latin typeface="Consolas"/>
                        </a:rPr>
                        <a:t>PROCEED</a:t>
                      </a:r>
                      <a:r>
                        <a:rPr lang="en-US" sz="1800" b="0" i="0" u="none" strike="noStrike" noProof="0">
                          <a:effectLst/>
                        </a:rPr>
                        <a:t> or </a:t>
                      </a:r>
                      <a:r>
                        <a:rPr lang="en-US" sz="1800" b="0" i="0" u="none" strike="noStrike" noProof="0">
                          <a:effectLst/>
                          <a:latin typeface="Consolas"/>
                        </a:rPr>
                        <a:t>HUMAN_REVIEW</a:t>
                      </a:r>
                      <a:r>
                        <a:rPr lang="en-US" sz="1800" b="0" i="0" u="none" strike="noStrike" noProof="0">
                          <a:effectLst/>
                        </a:rPr>
                        <a:t>.</a:t>
                      </a:r>
                      <a:endParaRPr lang="en-US"/>
                    </a:p>
                  </a:txBody>
                  <a:tcPr>
                    <a:lnL w="12700">
                      <a:solidFill>
                        <a:srgbClr val="FFFFFF"/>
                      </a:solidFill>
                    </a:lnL>
                    <a:lnR w="9524">
                      <a:solidFill>
                        <a:srgbClr val="323232"/>
                      </a:solidFill>
                    </a:lnR>
                    <a:lnT w="12700">
                      <a:solidFill>
                        <a:srgbClr val="FFFFFF"/>
                      </a:solidFill>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851461820"/>
                  </a:ext>
                </a:extLst>
              </a:tr>
              <a:tr h="322971">
                <a:tc>
                  <a:txBody>
                    <a:bodyPr/>
                    <a:lstStyle/>
                    <a:p>
                      <a:pPr lvl="0">
                        <a:buNone/>
                      </a:pPr>
                      <a:r>
                        <a:rPr lang="en-US" sz="1800" b="0" i="0" u="none" strike="noStrike" noProof="0" err="1">
                          <a:effectLst/>
                          <a:latin typeface="Museo Sans 300"/>
                        </a:rPr>
                        <a:t>sHumanReviewRequired</a:t>
                      </a:r>
                      <a:endParaRPr lang="en-US" err="1"/>
                    </a:p>
                  </a:txBody>
                  <a:tcPr>
                    <a:lnL w="9524">
                      <a:solidFill>
                        <a:srgbClr val="323232"/>
                      </a:solidFill>
                    </a:lnL>
                    <a:lnR w="12700">
                      <a:solidFill>
                        <a:srgbClr val="FFFFFF"/>
                      </a:solidFill>
                    </a:lnR>
                    <a:lnT w="12700">
                      <a:solidFill>
                        <a:srgbClr val="FFFFFF"/>
                      </a:solidFill>
                    </a:lnT>
                    <a:lnB w="12700" cap="flat" cmpd="sng" algn="ctr">
                      <a:solidFill>
                        <a:srgbClr val="FFFFFF"/>
                      </a:solidFill>
                      <a:prstDash val="solid"/>
                      <a:round/>
                      <a:headEnd type="none" w="med" len="med"/>
                      <a:tailEnd type="none" w="med" len="med"/>
                    </a:lnB>
                    <a:noFill/>
                  </a:tcPr>
                </a:tc>
                <a:tc>
                  <a:txBody>
                    <a:bodyPr/>
                    <a:lstStyle/>
                    <a:p>
                      <a:pPr lvl="0">
                        <a:buNone/>
                      </a:pPr>
                      <a:r>
                        <a:rPr lang="en-US" sz="1800" b="0" i="0" u="none" strike="noStrike" noProof="0">
                          <a:effectLst/>
                          <a:latin typeface="Museo Sans 300"/>
                        </a:rPr>
                        <a:t>Indicates whether additional human review is required (</a:t>
                      </a:r>
                      <a:r>
                        <a:rPr lang="en-US" sz="1800" b="0" i="0" u="none" strike="noStrike" noProof="0">
                          <a:effectLst/>
                          <a:latin typeface="Consolas"/>
                        </a:rPr>
                        <a:t>true</a:t>
                      </a:r>
                      <a:r>
                        <a:rPr lang="en-US" sz="1800" b="0" i="0" u="none" strike="noStrike" noProof="0">
                          <a:effectLst/>
                          <a:latin typeface="Museo Sans 300"/>
                        </a:rPr>
                        <a:t>/</a:t>
                      </a:r>
                      <a:r>
                        <a:rPr lang="en-US" sz="1800" b="0" i="0" u="none" strike="noStrike" noProof="0">
                          <a:effectLst/>
                          <a:latin typeface="Consolas"/>
                        </a:rPr>
                        <a:t>false</a:t>
                      </a:r>
                      <a:r>
                        <a:rPr lang="en-US" sz="1800" b="0" i="0" u="none" strike="noStrike" noProof="0">
                          <a:effectLst/>
                          <a:latin typeface="Museo Sans 300"/>
                        </a:rPr>
                        <a:t>).</a:t>
                      </a:r>
                      <a:endParaRPr lang="en-US"/>
                    </a:p>
                  </a:txBody>
                  <a:tcPr>
                    <a:lnL w="12700">
                      <a:solidFill>
                        <a:srgbClr val="FFFFFF"/>
                      </a:solidFill>
                    </a:lnL>
                    <a:lnR w="9524">
                      <a:solidFill>
                        <a:srgbClr val="323232"/>
                      </a:solidFill>
                    </a:lnR>
                    <a:lnT w="12700">
                      <a:solidFill>
                        <a:srgbClr val="FFFFFF"/>
                      </a:solidFill>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723487841"/>
                  </a:ext>
                </a:extLst>
              </a:tr>
              <a:tr h="322971">
                <a:tc>
                  <a:txBody>
                    <a:bodyPr/>
                    <a:lstStyle/>
                    <a:p>
                      <a:pPr lvl="0">
                        <a:buNone/>
                      </a:pPr>
                      <a:r>
                        <a:rPr lang="en-US" sz="1800" b="0" i="0" u="none" strike="noStrike" noProof="0" err="1">
                          <a:effectLst/>
                        </a:rPr>
                        <a:t>sProcessedAt</a:t>
                      </a:r>
                      <a:endParaRPr lang="en-US" err="1"/>
                    </a:p>
                  </a:txBody>
                  <a:tcPr>
                    <a:lnL w="9524">
                      <a:solidFill>
                        <a:srgbClr val="323232"/>
                      </a:solidFill>
                    </a:lnL>
                    <a:lnR w="12700">
                      <a:solidFill>
                        <a:srgbClr val="FFFFFF"/>
                      </a:solidFill>
                    </a:lnR>
                    <a:lnT w="12700">
                      <a:solidFill>
                        <a:srgbClr val="FFFFFF"/>
                      </a:solidFill>
                    </a:lnT>
                    <a:lnB w="12700">
                      <a:solidFill>
                        <a:srgbClr val="FFFFFF"/>
                      </a:solidFill>
                    </a:lnB>
                    <a:noFill/>
                  </a:tcPr>
                </a:tc>
                <a:tc>
                  <a:txBody>
                    <a:bodyPr/>
                    <a:lstStyle/>
                    <a:p>
                      <a:pPr lvl="0">
                        <a:buNone/>
                      </a:pPr>
                      <a:r>
                        <a:rPr lang="en-US" sz="1800" b="0" i="0" u="none" strike="noStrike" noProof="0">
                          <a:effectLst/>
                        </a:rPr>
                        <a:t>Investigation completion timestamp in ISO 8601 format with IST offset.</a:t>
                      </a:r>
                      <a:endParaRPr lang="en-US"/>
                    </a:p>
                  </a:txBody>
                  <a:tcPr>
                    <a:lnL w="12700">
                      <a:solidFill>
                        <a:srgbClr val="FFFFFF"/>
                      </a:solidFill>
                    </a:lnL>
                    <a:lnR w="9524">
                      <a:solidFill>
                        <a:srgbClr val="323232"/>
                      </a:solidFill>
                    </a:lnR>
                    <a:lnT w="12700">
                      <a:solidFill>
                        <a:srgbClr val="FFFFFF"/>
                      </a:solidFill>
                    </a:lnT>
                    <a:lnB w="12700">
                      <a:solidFill>
                        <a:srgbClr val="FFFFFF"/>
                      </a:solidFill>
                    </a:lnB>
                    <a:noFill/>
                  </a:tcPr>
                </a:tc>
                <a:extLst>
                  <a:ext uri="{0D108BD9-81ED-4DB2-BD59-A6C34878D82A}">
                    <a16:rowId xmlns:a16="http://schemas.microsoft.com/office/drawing/2014/main" val="1748503438"/>
                  </a:ext>
                </a:extLst>
              </a:tr>
            </a:tbl>
          </a:graphicData>
        </a:graphic>
      </p:graphicFrame>
    </p:spTree>
    <p:extLst>
      <p:ext uri="{BB962C8B-B14F-4D97-AF65-F5344CB8AC3E}">
        <p14:creationId xmlns:p14="http://schemas.microsoft.com/office/powerpoint/2010/main" val="31907901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47E0D-8B75-9DB0-AA1A-9E381590F142}"/>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88F5A880-EA9B-ACA7-E60C-46A714A095E0}"/>
              </a:ext>
            </a:extLst>
          </p:cNvPr>
          <p:cNvGraphicFramePr>
            <a:graphicFrameLocks noGrp="1"/>
          </p:cNvGraphicFramePr>
          <p:nvPr>
            <p:extLst>
              <p:ext uri="{D42A27DB-BD31-4B8C-83A1-F6EECF244321}">
                <p14:modId xmlns:p14="http://schemas.microsoft.com/office/powerpoint/2010/main" val="2825678825"/>
              </p:ext>
            </p:extLst>
          </p:nvPr>
        </p:nvGraphicFramePr>
        <p:xfrm>
          <a:off x="594995" y="2763520"/>
          <a:ext cx="11236118" cy="1371600"/>
        </p:xfrm>
        <a:graphic>
          <a:graphicData uri="http://schemas.openxmlformats.org/drawingml/2006/table">
            <a:tbl>
              <a:tblPr bandRow="1">
                <a:tableStyleId>{5C22544A-7EE6-4342-B048-85BDC9FD1C3A}</a:tableStyleId>
              </a:tblPr>
              <a:tblGrid>
                <a:gridCol w="5618059">
                  <a:extLst>
                    <a:ext uri="{9D8B030D-6E8A-4147-A177-3AD203B41FA5}">
                      <a16:colId xmlns:a16="http://schemas.microsoft.com/office/drawing/2014/main" val="2903104567"/>
                    </a:ext>
                  </a:extLst>
                </a:gridCol>
                <a:gridCol w="5618059">
                  <a:extLst>
                    <a:ext uri="{9D8B030D-6E8A-4147-A177-3AD203B41FA5}">
                      <a16:colId xmlns:a16="http://schemas.microsoft.com/office/drawing/2014/main" val="3203430642"/>
                    </a:ext>
                  </a:extLst>
                </a:gridCol>
              </a:tblGrid>
              <a:tr h="361950">
                <a:tc>
                  <a:txBody>
                    <a:bodyPr/>
                    <a:lstStyle/>
                    <a:p>
                      <a:pPr marL="0" indent="0" algn="l" fontAlgn="base">
                        <a:buNone/>
                      </a:pPr>
                      <a:r>
                        <a:rPr lang="en-US" sz="1800" b="1" i="0">
                          <a:solidFill>
                            <a:srgbClr val="FFFFFF"/>
                          </a:solidFill>
                          <a:effectLst/>
                          <a:latin typeface="Museo Sans 300" panose="02000000000000000000"/>
                        </a:rPr>
                        <a:t>Outputs Required</a:t>
                      </a:r>
                      <a:endParaRPr lang="en-US" b="1" i="0">
                        <a:solidFill>
                          <a:srgbClr val="FFFFFF"/>
                        </a:solidFill>
                        <a:effectLst/>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323232"/>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23232"/>
                    </a:solidFill>
                  </a:tcPr>
                </a:tc>
                <a:tc>
                  <a:txBody>
                    <a:bodyPr/>
                    <a:lstStyle/>
                    <a:p>
                      <a:pPr marL="0" indent="0" algn="l" fontAlgn="base">
                        <a:buNone/>
                      </a:pPr>
                      <a:r>
                        <a:rPr lang="en-US" sz="1800" b="1" i="0">
                          <a:solidFill>
                            <a:srgbClr val="FFFFFF"/>
                          </a:solidFill>
                          <a:effectLst/>
                          <a:latin typeface="Museo Sans 300" panose="02000000000000000000"/>
                        </a:rPr>
                        <a:t>Description</a:t>
                      </a:r>
                      <a:endParaRPr lang="en-US" b="1" i="0">
                        <a:solidFill>
                          <a:srgbClr val="FFFFFF"/>
                        </a:solidFill>
                        <a:effectLst/>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23232"/>
                    </a:solidFill>
                  </a:tcPr>
                </a:tc>
                <a:extLst>
                  <a:ext uri="{0D108BD9-81ED-4DB2-BD59-A6C34878D82A}">
                    <a16:rowId xmlns:a16="http://schemas.microsoft.com/office/drawing/2014/main" val="3778920842"/>
                  </a:ext>
                </a:extLst>
              </a:tr>
              <a:tr h="361950">
                <a:tc>
                  <a:txBody>
                    <a:bodyPr/>
                    <a:lstStyle/>
                    <a:p>
                      <a:pPr marL="0" lvl="0" indent="0" algn="l">
                        <a:buNone/>
                      </a:pPr>
                      <a:r>
                        <a:rPr lang="en-US" sz="1800" b="0" i="0" u="none" strike="noStrike" noProof="0" err="1">
                          <a:solidFill>
                            <a:srgbClr val="323232"/>
                          </a:solidFill>
                          <a:effectLst/>
                          <a:latin typeface="Museo Sans 300"/>
                        </a:rPr>
                        <a:t>sToolStatus</a:t>
                      </a:r>
                      <a:endParaRPr lang="en-US" err="1"/>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lvl="0" indent="0" algn="l">
                        <a:buNone/>
                      </a:pPr>
                      <a:r>
                        <a:rPr lang="en-US" sz="1800" b="0" i="0" u="none" strike="noStrike" noProof="0">
                          <a:solidFill>
                            <a:srgbClr val="323232"/>
                          </a:solidFill>
                          <a:effectLst/>
                          <a:latin typeface="Museo Sans 300"/>
                        </a:rPr>
                        <a:t>Persistence result: </a:t>
                      </a:r>
                      <a:r>
                        <a:rPr lang="en-US" sz="1800" b="0" i="0" u="none" strike="noStrike" noProof="0">
                          <a:solidFill>
                            <a:srgbClr val="323232"/>
                          </a:solidFill>
                          <a:effectLst/>
                          <a:latin typeface="Consolas"/>
                        </a:rPr>
                        <a:t>SUCCESS</a:t>
                      </a:r>
                      <a:r>
                        <a:rPr lang="en-US" sz="1800" b="0" i="0" u="none" strike="noStrike" noProof="0">
                          <a:solidFill>
                            <a:srgbClr val="323232"/>
                          </a:solidFill>
                          <a:effectLst/>
                          <a:latin typeface="Museo Sans 300"/>
                        </a:rPr>
                        <a:t>, </a:t>
                      </a:r>
                      <a:r>
                        <a:rPr lang="en-US" sz="1800" b="0" i="0" u="none" strike="noStrike" noProof="0">
                          <a:solidFill>
                            <a:srgbClr val="323232"/>
                          </a:solidFill>
                          <a:effectLst/>
                          <a:latin typeface="Consolas"/>
                        </a:rPr>
                        <a:t>NOT_FOUND</a:t>
                      </a:r>
                      <a:r>
                        <a:rPr lang="en-US" sz="1800" b="0" i="0" u="none" strike="noStrike" noProof="0">
                          <a:solidFill>
                            <a:srgbClr val="323232"/>
                          </a:solidFill>
                          <a:effectLst/>
                          <a:latin typeface="Museo Sans 300"/>
                        </a:rPr>
                        <a:t>, </a:t>
                      </a:r>
                      <a:r>
                        <a:rPr lang="en-US" sz="1800" b="0" i="0" u="none" strike="noStrike" noProof="0">
                          <a:solidFill>
                            <a:srgbClr val="323232"/>
                          </a:solidFill>
                          <a:effectLst/>
                          <a:latin typeface="Consolas"/>
                        </a:rPr>
                        <a:t>INVALID_INPUT</a:t>
                      </a:r>
                      <a:r>
                        <a:rPr lang="en-US" sz="1800" b="0" i="0" u="none" strike="noStrike" noProof="0">
                          <a:solidFill>
                            <a:srgbClr val="323232"/>
                          </a:solidFill>
                          <a:effectLst/>
                          <a:latin typeface="Museo Sans 300"/>
                        </a:rPr>
                        <a:t>, or </a:t>
                      </a:r>
                      <a:r>
                        <a:rPr lang="en-US" sz="1800" b="0" i="0" u="none" strike="noStrike" noProof="0">
                          <a:solidFill>
                            <a:srgbClr val="323232"/>
                          </a:solidFill>
                          <a:effectLst/>
                          <a:latin typeface="Consolas"/>
                        </a:rPr>
                        <a:t>ERROR</a:t>
                      </a:r>
                      <a:r>
                        <a:rPr lang="en-US" sz="1800" b="0" i="0" u="none" strike="noStrike" noProof="0">
                          <a:solidFill>
                            <a:srgbClr val="323232"/>
                          </a:solidFill>
                          <a:effectLst/>
                          <a:latin typeface="Museo Sans 300"/>
                        </a:rPr>
                        <a:t>.</a:t>
                      </a: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39469825"/>
                  </a:ext>
                </a:extLst>
              </a:tr>
              <a:tr h="361950">
                <a:tc>
                  <a:txBody>
                    <a:bodyPr/>
                    <a:lstStyle/>
                    <a:p>
                      <a:pPr lvl="0">
                        <a:buNone/>
                      </a:pPr>
                      <a:r>
                        <a:rPr lang="en-US" sz="1800" b="0" i="0" u="none" strike="noStrike" noProof="0" err="1">
                          <a:effectLst/>
                        </a:rPr>
                        <a:t>sToolMessage</a:t>
                      </a:r>
                      <a:endParaRPr lang="en-US" err="1"/>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buNone/>
                      </a:pPr>
                      <a:r>
                        <a:rPr lang="en-US" sz="1800" b="0" i="0" u="none" strike="noStrike" noProof="0">
                          <a:effectLst/>
                        </a:rPr>
                        <a:t>Human-readable description of the record-update result.</a:t>
                      </a:r>
                      <a:endParaRPr lang="en-US"/>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74979326"/>
                  </a:ext>
                </a:extLst>
              </a:tr>
            </a:tbl>
          </a:graphicData>
        </a:graphic>
      </p:graphicFrame>
      <p:sp>
        <p:nvSpPr>
          <p:cNvPr id="2" name="TextBox 14">
            <a:extLst>
              <a:ext uri="{FF2B5EF4-FFF2-40B4-BE49-F238E27FC236}">
                <a16:creationId xmlns:a16="http://schemas.microsoft.com/office/drawing/2014/main" id="{FE8938A1-85A9-F21E-34CA-B69A74AA5932}"/>
              </a:ext>
            </a:extLst>
          </p:cNvPr>
          <p:cNvSpPr txBox="1"/>
          <p:nvPr/>
        </p:nvSpPr>
        <p:spPr>
          <a:xfrm>
            <a:off x="543560" y="2158603"/>
            <a:ext cx="5024620" cy="338554"/>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a:solidFill>
                  <a:srgbClr val="FF5A10"/>
                </a:solidFill>
                <a:latin typeface="Times New Roman"/>
                <a:cs typeface="Times New Roman"/>
              </a:rPr>
              <a:t>Tool Selection: </a:t>
            </a:r>
            <a:r>
              <a:rPr lang="en-US" sz="1600">
                <a:solidFill>
                  <a:srgbClr val="FF5A10"/>
                </a:solidFill>
                <a:latin typeface="Times New Roman"/>
                <a:ea typeface="+mn-lt"/>
                <a:cs typeface="Times New Roman"/>
              </a:rPr>
              <a:t>Task Bot + Google Sheets Package</a:t>
            </a:r>
          </a:p>
        </p:txBody>
      </p:sp>
      <p:graphicFrame>
        <p:nvGraphicFramePr>
          <p:cNvPr id="4" name="Table 3">
            <a:extLst>
              <a:ext uri="{FF2B5EF4-FFF2-40B4-BE49-F238E27FC236}">
                <a16:creationId xmlns:a16="http://schemas.microsoft.com/office/drawing/2014/main" id="{AD7D567C-896E-6644-68CA-D9C0EDCCE299}"/>
              </a:ext>
            </a:extLst>
          </p:cNvPr>
          <p:cNvGraphicFramePr>
            <a:graphicFrameLocks noGrp="1"/>
          </p:cNvGraphicFramePr>
          <p:nvPr>
            <p:extLst>
              <p:ext uri="{D42A27DB-BD31-4B8C-83A1-F6EECF244321}">
                <p14:modId xmlns:p14="http://schemas.microsoft.com/office/powerpoint/2010/main" val="2596924897"/>
              </p:ext>
            </p:extLst>
          </p:nvPr>
        </p:nvGraphicFramePr>
        <p:xfrm>
          <a:off x="594995" y="360997"/>
          <a:ext cx="11297108" cy="1724107"/>
        </p:xfrm>
        <a:graphic>
          <a:graphicData uri="http://schemas.openxmlformats.org/drawingml/2006/table">
            <a:tbl>
              <a:tblPr bandRow="1">
                <a:tableStyleId>{5C22544A-7EE6-4342-B048-85BDC9FD1C3A}</a:tableStyleId>
              </a:tblPr>
              <a:tblGrid>
                <a:gridCol w="5648554">
                  <a:extLst>
                    <a:ext uri="{9D8B030D-6E8A-4147-A177-3AD203B41FA5}">
                      <a16:colId xmlns:a16="http://schemas.microsoft.com/office/drawing/2014/main" val="1058756883"/>
                    </a:ext>
                  </a:extLst>
                </a:gridCol>
                <a:gridCol w="5648554">
                  <a:extLst>
                    <a:ext uri="{9D8B030D-6E8A-4147-A177-3AD203B41FA5}">
                      <a16:colId xmlns:a16="http://schemas.microsoft.com/office/drawing/2014/main" val="619891342"/>
                    </a:ext>
                  </a:extLst>
                </a:gridCol>
              </a:tblGrid>
              <a:tr h="322972">
                <a:tc>
                  <a:txBody>
                    <a:bodyPr/>
                    <a:lstStyle/>
                    <a:p>
                      <a:pPr marL="0" indent="0" algn="l" fontAlgn="base">
                        <a:buNone/>
                      </a:pPr>
                      <a:r>
                        <a:rPr lang="en-US" sz="1800" b="1" i="0">
                          <a:solidFill>
                            <a:srgbClr val="FFFFFF"/>
                          </a:solidFill>
                          <a:effectLst/>
                          <a:latin typeface="Museo Sans 300" panose="02000000000000000000"/>
                        </a:rPr>
                        <a:t>Inputs Required</a:t>
                      </a:r>
                      <a:endParaRPr lang="en-US" b="1" i="0">
                        <a:solidFill>
                          <a:srgbClr val="FFFFFF"/>
                        </a:solidFill>
                        <a:effectLst/>
                      </a:endParaRPr>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323232"/>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23232"/>
                    </a:solidFill>
                  </a:tcPr>
                </a:tc>
                <a:tc>
                  <a:txBody>
                    <a:bodyPr/>
                    <a:lstStyle/>
                    <a:p>
                      <a:pPr marL="0" indent="0" algn="l" fontAlgn="base">
                        <a:buNone/>
                      </a:pPr>
                      <a:r>
                        <a:rPr lang="en-US" sz="1800" b="1" i="0">
                          <a:solidFill>
                            <a:srgbClr val="FFFFFF"/>
                          </a:solidFill>
                          <a:effectLst/>
                          <a:latin typeface="Museo Sans 300" panose="02000000000000000000"/>
                        </a:rPr>
                        <a:t>Description</a:t>
                      </a:r>
                      <a:endParaRPr lang="en-US" b="1" i="0">
                        <a:solidFill>
                          <a:srgbClr val="FFFFFF"/>
                        </a:solidFill>
                        <a:effectLst/>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23232"/>
                    </a:solidFill>
                  </a:tcPr>
                </a:tc>
                <a:extLst>
                  <a:ext uri="{0D108BD9-81ED-4DB2-BD59-A6C34878D82A}">
                    <a16:rowId xmlns:a16="http://schemas.microsoft.com/office/drawing/2014/main" val="4163826609"/>
                  </a:ext>
                </a:extLst>
              </a:tr>
              <a:tr h="662608">
                <a:tc>
                  <a:txBody>
                    <a:bodyPr/>
                    <a:lstStyle/>
                    <a:p>
                      <a:pPr marL="0" lvl="0" indent="0" algn="l">
                        <a:buNone/>
                      </a:pPr>
                      <a:r>
                        <a:rPr lang="en-US" sz="1800" b="0" i="0" u="none" strike="noStrike" noProof="0" err="1">
                          <a:solidFill>
                            <a:srgbClr val="323232"/>
                          </a:solidFill>
                          <a:effectLst/>
                          <a:latin typeface="Museo Sans 300"/>
                        </a:rPr>
                        <a:t>sErrorStatus</a:t>
                      </a:r>
                      <a:endParaRPr lang="en-US" err="1"/>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lvl="0" indent="0" algn="l">
                        <a:buNone/>
                      </a:pPr>
                      <a:r>
                        <a:rPr lang="en-US" sz="1800" b="0" i="0" u="none" strike="noStrike" noProof="0">
                          <a:solidFill>
                            <a:srgbClr val="323232"/>
                          </a:solidFill>
                          <a:effectLst/>
                          <a:latin typeface="Museo Sans 300"/>
                        </a:rPr>
                        <a:t>Final processing error status; </a:t>
                      </a:r>
                      <a:r>
                        <a:rPr lang="en-US" sz="1800" b="0" i="0" u="none" strike="noStrike" noProof="0">
                          <a:solidFill>
                            <a:srgbClr val="323232"/>
                          </a:solidFill>
                          <a:effectLst/>
                          <a:latin typeface="Consolas"/>
                        </a:rPr>
                        <a:t>NONE</a:t>
                      </a:r>
                      <a:r>
                        <a:rPr lang="en-US" sz="1800" b="0" i="0" u="none" strike="noStrike" noProof="0">
                          <a:solidFill>
                            <a:srgbClr val="323232"/>
                          </a:solidFill>
                          <a:effectLst/>
                          <a:latin typeface="Museo Sans 300"/>
                        </a:rPr>
                        <a:t> when no unresolved technical error exists.</a:t>
                      </a:r>
                      <a:endParaRPr lang="en-US">
                        <a:latin typeface="Museo Sans 300"/>
                      </a:endParaRPr>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814473131"/>
                  </a:ext>
                </a:extLst>
              </a:tr>
              <a:tr h="695739">
                <a:tc>
                  <a:txBody>
                    <a:bodyPr/>
                    <a:lstStyle/>
                    <a:p>
                      <a:pPr lvl="0">
                        <a:buNone/>
                      </a:pPr>
                      <a:r>
                        <a:rPr lang="en-US" sz="1800" b="0" i="0" u="none" strike="noStrike" noProof="0" err="1">
                          <a:effectLst/>
                          <a:latin typeface="Museo Sans 300"/>
                        </a:rPr>
                        <a:t>sErrorMessage</a:t>
                      </a:r>
                      <a:endParaRPr lang="en-US" err="1"/>
                    </a:p>
                  </a:txBody>
                  <a:tcPr>
                    <a:lnL w="9525" cap="flat" cmpd="sng" algn="ctr">
                      <a:solidFill>
                        <a:srgbClr val="32323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buNone/>
                      </a:pPr>
                      <a:r>
                        <a:rPr lang="en-US" sz="1800" b="0" i="0" u="none" strike="noStrike" noProof="0">
                          <a:effectLst/>
                          <a:latin typeface="Museo Sans 300"/>
                        </a:rPr>
                        <a:t>Error details; </a:t>
                      </a:r>
                      <a:r>
                        <a:rPr lang="en-US" sz="1800" b="0" i="0" u="none" strike="noStrike" noProof="0">
                          <a:effectLst/>
                          <a:latin typeface="Consolas"/>
                        </a:rPr>
                        <a:t>NONE</a:t>
                      </a:r>
                      <a:r>
                        <a:rPr lang="en-US" sz="1800" b="0" i="0" u="none" strike="noStrike" noProof="0">
                          <a:effectLst/>
                          <a:latin typeface="Museo Sans 300"/>
                        </a:rPr>
                        <a:t> when no unresolved technical error exists.</a:t>
                      </a:r>
                      <a:endParaRPr lang="en-US"/>
                    </a:p>
                  </a:txBody>
                  <a:tcPr>
                    <a:lnL w="12700" cap="flat" cmpd="sng" algn="ctr">
                      <a:solidFill>
                        <a:srgbClr val="FFFFFF"/>
                      </a:solidFill>
                      <a:prstDash val="solid"/>
                      <a:round/>
                      <a:headEnd type="none" w="med" len="med"/>
                      <a:tailEnd type="none" w="med" len="med"/>
                    </a:lnL>
                    <a:lnR w="9525" cap="flat" cmpd="sng" algn="ctr">
                      <a:solidFill>
                        <a:srgbClr val="32323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99226268"/>
                  </a:ext>
                </a:extLst>
              </a:tr>
            </a:tbl>
          </a:graphicData>
        </a:graphic>
      </p:graphicFrame>
    </p:spTree>
    <p:extLst>
      <p:ext uri="{BB962C8B-B14F-4D97-AF65-F5344CB8AC3E}">
        <p14:creationId xmlns:p14="http://schemas.microsoft.com/office/powerpoint/2010/main" val="2150031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D23ED-64BD-CF2C-40AC-A972FA40511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C8D5448-053B-FE93-C524-8DC2650CBAED}"/>
              </a:ext>
            </a:extLst>
          </p:cNvPr>
          <p:cNvSpPr>
            <a:spLocks noGrp="1"/>
          </p:cNvSpPr>
          <p:nvPr>
            <p:ph type="body" sz="quarter" idx="13"/>
          </p:nvPr>
        </p:nvSpPr>
        <p:spPr>
          <a:xfrm>
            <a:off x="408000" y="256732"/>
            <a:ext cx="11345400" cy="574111"/>
          </a:xfrm>
        </p:spPr>
        <p:txBody>
          <a:bodyPr/>
          <a:lstStyle/>
          <a:p>
            <a:r>
              <a:rPr lang="en-US">
                <a:latin typeface="Times New Roman"/>
                <a:cs typeface="Times New Roman"/>
              </a:rPr>
              <a:t>Tool Inventory</a:t>
            </a:r>
          </a:p>
        </p:txBody>
      </p:sp>
      <p:sp>
        <p:nvSpPr>
          <p:cNvPr id="49" name="Text Placeholder 48">
            <a:extLst>
              <a:ext uri="{FF2B5EF4-FFF2-40B4-BE49-F238E27FC236}">
                <a16:creationId xmlns:a16="http://schemas.microsoft.com/office/drawing/2014/main" id="{7B47C494-1D10-88C4-C4E7-E225E25BDCB0}"/>
              </a:ext>
            </a:extLst>
          </p:cNvPr>
          <p:cNvSpPr>
            <a:spLocks noGrp="1"/>
          </p:cNvSpPr>
          <p:nvPr>
            <p:ph type="body" sz="quarter" idx="26"/>
          </p:nvPr>
        </p:nvSpPr>
        <p:spPr>
          <a:xfrm>
            <a:off x="408000" y="875211"/>
            <a:ext cx="11358584" cy="480000"/>
          </a:xfrm>
        </p:spPr>
        <p:txBody>
          <a:bodyPr vert="horz" lIns="0" tIns="0" rIns="0" bIns="0" rtlCol="0" anchor="t">
            <a:noAutofit/>
          </a:bodyPr>
          <a:lstStyle/>
          <a:p>
            <a:r>
              <a:rPr lang="en-US" err="1">
                <a:latin typeface="Times New Roman"/>
                <a:cs typeface="Times New Roman"/>
              </a:rPr>
              <a:t>LoanInvestigationAgent</a:t>
            </a:r>
          </a:p>
          <a:p>
            <a:endParaRPr lang="en-US">
              <a:latin typeface="Times New Roman"/>
              <a:cs typeface="Times New Roman"/>
            </a:endParaRPr>
          </a:p>
        </p:txBody>
      </p:sp>
      <p:graphicFrame>
        <p:nvGraphicFramePr>
          <p:cNvPr id="47" name="Table 46">
            <a:extLst>
              <a:ext uri="{FF2B5EF4-FFF2-40B4-BE49-F238E27FC236}">
                <a16:creationId xmlns:a16="http://schemas.microsoft.com/office/drawing/2014/main" id="{0C517697-A9CD-9354-9586-1BB85D80D146}"/>
              </a:ext>
            </a:extLst>
          </p:cNvPr>
          <p:cNvGraphicFramePr>
            <a:graphicFrameLocks noGrp="1"/>
          </p:cNvGraphicFramePr>
          <p:nvPr>
            <p:extLst>
              <p:ext uri="{D42A27DB-BD31-4B8C-83A1-F6EECF244321}">
                <p14:modId xmlns:p14="http://schemas.microsoft.com/office/powerpoint/2010/main" val="333770866"/>
              </p:ext>
            </p:extLst>
          </p:nvPr>
        </p:nvGraphicFramePr>
        <p:xfrm>
          <a:off x="325120" y="1290320"/>
          <a:ext cx="11518652" cy="4862868"/>
        </p:xfrm>
        <a:graphic>
          <a:graphicData uri="http://schemas.openxmlformats.org/drawingml/2006/table">
            <a:tbl>
              <a:tblPr firstRow="1">
                <a:tableStyleId>{616DA210-FB5B-4158-B5E0-FEB733F419BA}</a:tableStyleId>
              </a:tblPr>
              <a:tblGrid>
                <a:gridCol w="2650434">
                  <a:extLst>
                    <a:ext uri="{9D8B030D-6E8A-4147-A177-3AD203B41FA5}">
                      <a16:colId xmlns:a16="http://schemas.microsoft.com/office/drawing/2014/main" val="3739737925"/>
                    </a:ext>
                  </a:extLst>
                </a:gridCol>
                <a:gridCol w="5028667">
                  <a:extLst>
                    <a:ext uri="{9D8B030D-6E8A-4147-A177-3AD203B41FA5}">
                      <a16:colId xmlns:a16="http://schemas.microsoft.com/office/drawing/2014/main" val="4138335384"/>
                    </a:ext>
                  </a:extLst>
                </a:gridCol>
                <a:gridCol w="3839551">
                  <a:extLst>
                    <a:ext uri="{9D8B030D-6E8A-4147-A177-3AD203B41FA5}">
                      <a16:colId xmlns:a16="http://schemas.microsoft.com/office/drawing/2014/main" val="3975552119"/>
                    </a:ext>
                  </a:extLst>
                </a:gridCol>
              </a:tblGrid>
              <a:tr h="382308">
                <a:tc>
                  <a:txBody>
                    <a:bodyPr/>
                    <a:lstStyle/>
                    <a:p>
                      <a:r>
                        <a:rPr lang="en-US">
                          <a:solidFill>
                            <a:schemeClr val="bg1"/>
                          </a:solidFill>
                        </a:rPr>
                        <a:t>Tool Name</a:t>
                      </a:r>
                    </a:p>
                  </a:txBody>
                  <a:tcPr>
                    <a:solidFill>
                      <a:schemeClr val="tx2"/>
                    </a:solidFill>
                  </a:tcPr>
                </a:tc>
                <a:tc>
                  <a:txBody>
                    <a:bodyPr/>
                    <a:lstStyle/>
                    <a:p>
                      <a:r>
                        <a:rPr lang="en-US">
                          <a:solidFill>
                            <a:schemeClr val="bg1"/>
                          </a:solidFill>
                        </a:rPr>
                        <a:t>Tool Purpose</a:t>
                      </a:r>
                    </a:p>
                  </a:txBody>
                  <a:tcPr>
                    <a:solidFill>
                      <a:schemeClr val="tx2"/>
                    </a:solidFill>
                  </a:tcPr>
                </a:tc>
                <a:tc>
                  <a:txBody>
                    <a:bodyPr/>
                    <a:lstStyle/>
                    <a:p>
                      <a:r>
                        <a:rPr lang="en-US">
                          <a:solidFill>
                            <a:schemeClr val="bg1"/>
                          </a:solidFill>
                        </a:rPr>
                        <a:t>Technology Selected</a:t>
                      </a:r>
                    </a:p>
                  </a:txBody>
                  <a:tcPr>
                    <a:solidFill>
                      <a:schemeClr val="tx2"/>
                    </a:solidFill>
                  </a:tcPr>
                </a:tc>
                <a:extLst>
                  <a:ext uri="{0D108BD9-81ED-4DB2-BD59-A6C34878D82A}">
                    <a16:rowId xmlns:a16="http://schemas.microsoft.com/office/drawing/2014/main" val="1976416311"/>
                  </a:ext>
                </a:extLst>
              </a:tr>
              <a:tr h="664883">
                <a:tc>
                  <a:txBody>
                    <a:bodyPr/>
                    <a:lstStyle/>
                    <a:p>
                      <a:pPr lvl="0">
                        <a:buNone/>
                      </a:pPr>
                      <a:r>
                        <a:rPr lang="en-US" sz="1800" b="0" i="0" u="none" strike="noStrike" noProof="0" err="1">
                          <a:latin typeface="Museo Sans 300"/>
                        </a:rPr>
                        <a:t>DocumentAnalysisTool</a:t>
                      </a:r>
                      <a:endParaRPr lang="en-US" err="1"/>
                    </a:p>
                  </a:txBody>
                  <a:tcPr/>
                </a:tc>
                <a:tc>
                  <a:txBody>
                    <a:bodyPr/>
                    <a:lstStyle/>
                    <a:p>
                      <a:pPr lvl="0">
                        <a:buNone/>
                      </a:pPr>
                      <a:r>
                        <a:rPr lang="en-US" sz="1800" b="0" i="0" u="none" strike="noStrike" noProof="0">
                          <a:latin typeface="Museo Sans 300"/>
                        </a:rPr>
                        <a:t>Analyzes the submitted loan application for required-field completeness, internal inconsistencies, and factual risk indicators using the </a:t>
                      </a:r>
                      <a:r>
                        <a:rPr lang="en-US" sz="1800" b="0" i="0" u="none" strike="noStrike" noProof="0" err="1">
                          <a:latin typeface="Museo Sans 300"/>
                        </a:rPr>
                        <a:t>LoanDocumentAnalysisSkill</a:t>
                      </a:r>
                      <a:r>
                        <a:rPr lang="en-US" sz="1800" b="0" i="0" u="none" strike="noStrike" noProof="0">
                          <a:latin typeface="Museo Sans 300"/>
                        </a:rPr>
                        <a:t>.</a:t>
                      </a:r>
                      <a:endParaRPr lang="en-US"/>
                    </a:p>
                  </a:txBody>
                  <a:tcPr/>
                </a:tc>
                <a:tc>
                  <a:txBody>
                    <a:bodyPr/>
                    <a:lstStyle/>
                    <a:p>
                      <a:pPr lvl="0">
                        <a:buNone/>
                      </a:pPr>
                      <a:r>
                        <a:rPr lang="en-US" sz="1800" b="0" i="0" u="none" strike="noStrike" noProof="0">
                          <a:latin typeface="Museo Sans 300"/>
                        </a:rPr>
                        <a:t>Task Bot + AI Skill</a:t>
                      </a:r>
                      <a:endParaRPr lang="en-US"/>
                    </a:p>
                  </a:txBody>
                  <a:tcPr/>
                </a:tc>
                <a:extLst>
                  <a:ext uri="{0D108BD9-81ED-4DB2-BD59-A6C34878D82A}">
                    <a16:rowId xmlns:a16="http://schemas.microsoft.com/office/drawing/2014/main" val="4087173932"/>
                  </a:ext>
                </a:extLst>
              </a:tr>
              <a:tr h="382308">
                <a:tc>
                  <a:txBody>
                    <a:bodyPr/>
                    <a:lstStyle/>
                    <a:p>
                      <a:pPr lvl="0">
                        <a:buNone/>
                      </a:pPr>
                      <a:r>
                        <a:rPr lang="en-US" sz="1800" b="0" i="0" u="none" strike="noStrike" noProof="0" err="1">
                          <a:latin typeface="Museo Sans 300"/>
                        </a:rPr>
                        <a:t>CustomerProfileTool</a:t>
                      </a:r>
                      <a:endParaRPr lang="en-US" err="1"/>
                    </a:p>
                  </a:txBody>
                  <a:tcPr/>
                </a:tc>
                <a:tc>
                  <a:txBody>
                    <a:bodyPr/>
                    <a:lstStyle/>
                    <a:p>
                      <a:pPr lvl="0">
                        <a:buNone/>
                      </a:pPr>
                      <a:r>
                        <a:rPr lang="en-US" sz="1800" b="0" i="0" u="none" strike="noStrike" noProof="0">
                          <a:latin typeface="Museo Sans 300"/>
                        </a:rPr>
                        <a:t>Retrieves the stored PVP Finance Ltd customer profile when the Agent requires independent verification of submitted customer information.</a:t>
                      </a:r>
                      <a:endParaRPr lang="en-US"/>
                    </a:p>
                  </a:txBody>
                  <a:tcPr/>
                </a:tc>
                <a:tc>
                  <a:txBody>
                    <a:bodyPr/>
                    <a:lstStyle/>
                    <a:p>
                      <a:pPr lvl="0">
                        <a:buNone/>
                      </a:pPr>
                      <a:r>
                        <a:rPr lang="en-US" sz="1800" b="0" i="0" u="none" strike="noStrike" noProof="0">
                          <a:latin typeface="Museo Sans 300"/>
                        </a:rPr>
                        <a:t>Task Bot + Google Sheets Package</a:t>
                      </a:r>
                      <a:endParaRPr lang="en-US"/>
                    </a:p>
                  </a:txBody>
                  <a:tcPr/>
                </a:tc>
                <a:extLst>
                  <a:ext uri="{0D108BD9-81ED-4DB2-BD59-A6C34878D82A}">
                    <a16:rowId xmlns:a16="http://schemas.microsoft.com/office/drawing/2014/main" val="238281814"/>
                  </a:ext>
                </a:extLst>
              </a:tr>
              <a:tr h="382308">
                <a:tc>
                  <a:txBody>
                    <a:bodyPr/>
                    <a:lstStyle/>
                    <a:p>
                      <a:pPr lvl="0">
                        <a:buNone/>
                      </a:pPr>
                      <a:r>
                        <a:rPr lang="en-US" sz="1800" b="0" i="0" u="none" strike="noStrike" noProof="0" err="1">
                          <a:latin typeface="Museo Sans 300"/>
                        </a:rPr>
                        <a:t>RiskInvestigationTool</a:t>
                      </a:r>
                      <a:endParaRPr lang="en-US" err="1"/>
                    </a:p>
                  </a:txBody>
                  <a:tcPr/>
                </a:tc>
                <a:tc>
                  <a:txBody>
                    <a:bodyPr/>
                    <a:lstStyle/>
                    <a:p>
                      <a:pPr lvl="0">
                        <a:buNone/>
                      </a:pPr>
                      <a:r>
                        <a:rPr lang="en-US" sz="1800" b="0" i="0" u="none" strike="noStrike" noProof="0">
                          <a:latin typeface="Museo Sans 300"/>
                        </a:rPr>
                        <a:t>Compares submitted and stored customer values, calculates factual discrepancies and exposure indicators, and returns an investigation-priority assessment.</a:t>
                      </a:r>
                      <a:endParaRPr lang="en-US"/>
                    </a:p>
                  </a:txBody>
                  <a:tcPr/>
                </a:tc>
                <a:tc>
                  <a:txBody>
                    <a:bodyPr/>
                    <a:lstStyle/>
                    <a:p>
                      <a:pPr lvl="0">
                        <a:buNone/>
                      </a:pPr>
                      <a:r>
                        <a:rPr lang="en-US" sz="1800" b="0" i="0" u="none" strike="noStrike" noProof="0">
                          <a:latin typeface="Museo Sans 300"/>
                        </a:rPr>
                        <a:t>Task Bot</a:t>
                      </a:r>
                      <a:endParaRPr lang="en-US"/>
                    </a:p>
                  </a:txBody>
                  <a:tcPr/>
                </a:tc>
                <a:extLst>
                  <a:ext uri="{0D108BD9-81ED-4DB2-BD59-A6C34878D82A}">
                    <a16:rowId xmlns:a16="http://schemas.microsoft.com/office/drawing/2014/main" val="2316104373"/>
                  </a:ext>
                </a:extLst>
              </a:tr>
              <a:tr h="382308">
                <a:tc>
                  <a:txBody>
                    <a:bodyPr/>
                    <a:lstStyle/>
                    <a:p>
                      <a:pPr lvl="0">
                        <a:buNone/>
                      </a:pPr>
                      <a:r>
                        <a:rPr lang="en-US" sz="1800" b="0" i="0" u="none" strike="noStrike" noProof="0" err="1">
                          <a:latin typeface="Museo Sans 300"/>
                        </a:rPr>
                        <a:t>InvestigationRecordUpdateTool</a:t>
                      </a:r>
                      <a:endParaRPr lang="en-US" err="1"/>
                    </a:p>
                  </a:txBody>
                  <a:tcPr/>
                </a:tc>
                <a:tc>
                  <a:txBody>
                    <a:bodyPr/>
                    <a:lstStyle/>
                    <a:p>
                      <a:pPr lvl="0">
                        <a:buNone/>
                      </a:pPr>
                      <a:r>
                        <a:rPr lang="en-US" sz="1800" b="0" i="0" u="none" strike="noStrike" noProof="0">
                          <a:latin typeface="Museo Sans 300"/>
                        </a:rPr>
                        <a:t>Locates the corresponding loan application record and persists the final investigation status, Agent recommendation, human-review requirement, timestamp, and error information.</a:t>
                      </a:r>
                      <a:endParaRPr lang="en-US"/>
                    </a:p>
                  </a:txBody>
                  <a:tcPr/>
                </a:tc>
                <a:tc>
                  <a:txBody>
                    <a:bodyPr/>
                    <a:lstStyle/>
                    <a:p>
                      <a:pPr lvl="0">
                        <a:buNone/>
                      </a:pPr>
                      <a:r>
                        <a:rPr lang="en-US" sz="1800" b="0" i="0" u="none" strike="noStrike" noProof="0">
                          <a:latin typeface="Museo Sans 300"/>
                        </a:rPr>
                        <a:t>Task Bot + Google Sheets Package</a:t>
                      </a:r>
                      <a:endParaRPr lang="en-US"/>
                    </a:p>
                  </a:txBody>
                  <a:tcPr/>
                </a:tc>
                <a:extLst>
                  <a:ext uri="{0D108BD9-81ED-4DB2-BD59-A6C34878D82A}">
                    <a16:rowId xmlns:a16="http://schemas.microsoft.com/office/drawing/2014/main" val="2826352892"/>
                  </a:ext>
                </a:extLst>
              </a:tr>
            </a:tbl>
          </a:graphicData>
        </a:graphic>
      </p:graphicFrame>
    </p:spTree>
    <p:extLst>
      <p:ext uri="{BB962C8B-B14F-4D97-AF65-F5344CB8AC3E}">
        <p14:creationId xmlns:p14="http://schemas.microsoft.com/office/powerpoint/2010/main" val="4748029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0B7E1-F088-96F1-9702-A9A95031F8D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AE0178F-9899-9FB3-958F-979DF4787776}"/>
              </a:ext>
            </a:extLst>
          </p:cNvPr>
          <p:cNvSpPr>
            <a:spLocks noGrp="1"/>
          </p:cNvSpPr>
          <p:nvPr>
            <p:ph type="body" sz="quarter" idx="13"/>
          </p:nvPr>
        </p:nvSpPr>
        <p:spPr/>
        <p:txBody>
          <a:bodyPr/>
          <a:lstStyle/>
          <a:p>
            <a:r>
              <a:rPr lang="en-US">
                <a:latin typeface="Times New Roman"/>
                <a:cs typeface="Times New Roman"/>
              </a:rPr>
              <a:t>Design Framework and Solution Patterns</a:t>
            </a:r>
            <a:endParaRPr lang="en-001">
              <a:latin typeface="Times New Roman"/>
              <a:cs typeface="Times New Roman"/>
            </a:endParaRPr>
          </a:p>
        </p:txBody>
      </p:sp>
      <p:pic>
        <p:nvPicPr>
          <p:cNvPr id="94" name="Picture 2" descr="Activate: Over 10,924 Royalty-Free Licensable Stock Illustrations &amp;  Drawings | Shutterstock">
            <a:extLst>
              <a:ext uri="{FF2B5EF4-FFF2-40B4-BE49-F238E27FC236}">
                <a16:creationId xmlns:a16="http://schemas.microsoft.com/office/drawing/2014/main" id="{88110647-8098-3F0C-CA28-317DAEAE4B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5952" y="2179909"/>
            <a:ext cx="837882" cy="837882"/>
          </a:xfrm>
          <a:prstGeom prst="rect">
            <a:avLst/>
          </a:prstGeom>
          <a:noFill/>
          <a:extLst>
            <a:ext uri="{909E8E84-426E-40DD-AFC4-6F175D3DCCD1}">
              <a14:hiddenFill xmlns:a14="http://schemas.microsoft.com/office/drawing/2010/main">
                <a:solidFill>
                  <a:srgbClr val="FFFFFF"/>
                </a:solidFill>
              </a14:hiddenFill>
            </a:ext>
          </a:extLst>
        </p:spPr>
      </p:pic>
      <p:grpSp>
        <p:nvGrpSpPr>
          <p:cNvPr id="95" name="Group 94">
            <a:extLst>
              <a:ext uri="{FF2B5EF4-FFF2-40B4-BE49-F238E27FC236}">
                <a16:creationId xmlns:a16="http://schemas.microsoft.com/office/drawing/2014/main" id="{419BDBFD-1235-D0CF-F1C5-3F6FC59410C8}"/>
              </a:ext>
            </a:extLst>
          </p:cNvPr>
          <p:cNvGrpSpPr/>
          <p:nvPr/>
        </p:nvGrpSpPr>
        <p:grpSpPr>
          <a:xfrm>
            <a:off x="7435883" y="2335227"/>
            <a:ext cx="527248" cy="527248"/>
            <a:chOff x="5696826" y="2013666"/>
            <a:chExt cx="1151891" cy="1151891"/>
          </a:xfrm>
        </p:grpSpPr>
        <p:sp>
          <p:nvSpPr>
            <p:cNvPr id="96" name="Oval 95">
              <a:extLst>
                <a:ext uri="{FF2B5EF4-FFF2-40B4-BE49-F238E27FC236}">
                  <a16:creationId xmlns:a16="http://schemas.microsoft.com/office/drawing/2014/main" id="{B80CA980-003E-E1B0-F8E6-9AA5A41B9208}"/>
                </a:ext>
              </a:extLst>
            </p:cNvPr>
            <p:cNvSpPr/>
            <p:nvPr/>
          </p:nvSpPr>
          <p:spPr>
            <a:xfrm>
              <a:off x="5696826" y="2013666"/>
              <a:ext cx="1151891" cy="1151891"/>
            </a:xfrm>
            <a:prstGeom prst="ellipse">
              <a:avLst/>
            </a:prstGeom>
            <a:no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a:cs typeface="Times New Roman"/>
              </a:endParaRPr>
            </a:p>
          </p:txBody>
        </p:sp>
        <p:pic>
          <p:nvPicPr>
            <p:cNvPr id="97" name="Graphic 96" descr="Head with gears with solid fill">
              <a:extLst>
                <a:ext uri="{FF2B5EF4-FFF2-40B4-BE49-F238E27FC236}">
                  <a16:creationId xmlns:a16="http://schemas.microsoft.com/office/drawing/2014/main" id="{E6E70184-A14A-9B00-F17D-9C1709EB270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15571" y="2132411"/>
              <a:ext cx="914400" cy="914400"/>
            </a:xfrm>
            <a:prstGeom prst="rect">
              <a:avLst/>
            </a:prstGeom>
          </p:spPr>
        </p:pic>
      </p:grpSp>
      <p:grpSp>
        <p:nvGrpSpPr>
          <p:cNvPr id="98" name="Group 97">
            <a:extLst>
              <a:ext uri="{FF2B5EF4-FFF2-40B4-BE49-F238E27FC236}">
                <a16:creationId xmlns:a16="http://schemas.microsoft.com/office/drawing/2014/main" id="{F32D4AD4-B381-AF92-5D43-A4F37B877EFA}"/>
              </a:ext>
            </a:extLst>
          </p:cNvPr>
          <p:cNvGrpSpPr/>
          <p:nvPr/>
        </p:nvGrpSpPr>
        <p:grpSpPr>
          <a:xfrm>
            <a:off x="3891031" y="2335227"/>
            <a:ext cx="527248" cy="527248"/>
            <a:chOff x="876010" y="2013666"/>
            <a:chExt cx="1151891" cy="1151891"/>
          </a:xfrm>
        </p:grpSpPr>
        <p:pic>
          <p:nvPicPr>
            <p:cNvPr id="99" name="Graphic 98" descr="Play with solid fill">
              <a:extLst>
                <a:ext uri="{FF2B5EF4-FFF2-40B4-BE49-F238E27FC236}">
                  <a16:creationId xmlns:a16="http://schemas.microsoft.com/office/drawing/2014/main" id="{89870557-E72D-45E1-A701-B9C19BE14DA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41410" y="2132411"/>
              <a:ext cx="914400" cy="914400"/>
            </a:xfrm>
            <a:prstGeom prst="rect">
              <a:avLst/>
            </a:prstGeom>
          </p:spPr>
        </p:pic>
        <p:sp>
          <p:nvSpPr>
            <p:cNvPr id="100" name="Oval 99">
              <a:extLst>
                <a:ext uri="{FF2B5EF4-FFF2-40B4-BE49-F238E27FC236}">
                  <a16:creationId xmlns:a16="http://schemas.microsoft.com/office/drawing/2014/main" id="{E33BEF9F-8852-A9AF-D0D0-5249CDB91D52}"/>
                </a:ext>
              </a:extLst>
            </p:cNvPr>
            <p:cNvSpPr/>
            <p:nvPr/>
          </p:nvSpPr>
          <p:spPr>
            <a:xfrm>
              <a:off x="876010" y="2013666"/>
              <a:ext cx="1151891" cy="1151891"/>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a:cs typeface="Times New Roman"/>
              </a:endParaRPr>
            </a:p>
          </p:txBody>
        </p:sp>
      </p:grpSp>
      <p:grpSp>
        <p:nvGrpSpPr>
          <p:cNvPr id="101" name="Group 100">
            <a:extLst>
              <a:ext uri="{FF2B5EF4-FFF2-40B4-BE49-F238E27FC236}">
                <a16:creationId xmlns:a16="http://schemas.microsoft.com/office/drawing/2014/main" id="{218042F1-6D4E-5AB4-F75C-628AF6C2DA94}"/>
              </a:ext>
            </a:extLst>
          </p:cNvPr>
          <p:cNvGrpSpPr>
            <a:grpSpLocks noChangeAspect="1"/>
          </p:cNvGrpSpPr>
          <p:nvPr/>
        </p:nvGrpSpPr>
        <p:grpSpPr>
          <a:xfrm>
            <a:off x="5648527" y="2324531"/>
            <a:ext cx="548641" cy="548640"/>
            <a:chOff x="3292768" y="3923153"/>
            <a:chExt cx="1151891" cy="1151891"/>
          </a:xfrm>
        </p:grpSpPr>
        <p:sp>
          <p:nvSpPr>
            <p:cNvPr id="102" name="Oval 101">
              <a:extLst>
                <a:ext uri="{FF2B5EF4-FFF2-40B4-BE49-F238E27FC236}">
                  <a16:creationId xmlns:a16="http://schemas.microsoft.com/office/drawing/2014/main" id="{17F0F25D-6283-9F54-6BF8-ABAE6CC79A40}"/>
                </a:ext>
              </a:extLst>
            </p:cNvPr>
            <p:cNvSpPr/>
            <p:nvPr/>
          </p:nvSpPr>
          <p:spPr>
            <a:xfrm>
              <a:off x="3292768" y="3923153"/>
              <a:ext cx="1151891" cy="1151891"/>
            </a:xfrm>
            <a:prstGeom prst="ellipse">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latin typeface="Times New Roman"/>
                <a:cs typeface="Times New Roman"/>
              </a:endParaRPr>
            </a:p>
          </p:txBody>
        </p:sp>
        <p:pic>
          <p:nvPicPr>
            <p:cNvPr id="103" name="Graphic 102" descr="Folder Search with solid fill">
              <a:extLst>
                <a:ext uri="{FF2B5EF4-FFF2-40B4-BE49-F238E27FC236}">
                  <a16:creationId xmlns:a16="http://schemas.microsoft.com/office/drawing/2014/main" id="{63D9C86B-6867-1794-3248-D695D0C8079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11513" y="4041898"/>
              <a:ext cx="914400" cy="914400"/>
            </a:xfrm>
            <a:prstGeom prst="rect">
              <a:avLst/>
            </a:prstGeom>
          </p:spPr>
        </p:pic>
      </p:grpSp>
      <p:grpSp>
        <p:nvGrpSpPr>
          <p:cNvPr id="104" name="Group 103">
            <a:extLst>
              <a:ext uri="{FF2B5EF4-FFF2-40B4-BE49-F238E27FC236}">
                <a16:creationId xmlns:a16="http://schemas.microsoft.com/office/drawing/2014/main" id="{6031CE59-1F1C-A33D-F03D-A20DF3E05DF7}"/>
              </a:ext>
            </a:extLst>
          </p:cNvPr>
          <p:cNvGrpSpPr>
            <a:grpSpLocks noChangeAspect="1"/>
          </p:cNvGrpSpPr>
          <p:nvPr/>
        </p:nvGrpSpPr>
        <p:grpSpPr>
          <a:xfrm>
            <a:off x="9176446" y="2324531"/>
            <a:ext cx="548640" cy="548640"/>
            <a:chOff x="8101758" y="3923153"/>
            <a:chExt cx="1151891" cy="1151891"/>
          </a:xfrm>
        </p:grpSpPr>
        <p:sp>
          <p:nvSpPr>
            <p:cNvPr id="105" name="Oval 104">
              <a:extLst>
                <a:ext uri="{FF2B5EF4-FFF2-40B4-BE49-F238E27FC236}">
                  <a16:creationId xmlns:a16="http://schemas.microsoft.com/office/drawing/2014/main" id="{BF6BCE3D-BF7F-41D8-5BC4-AD56437256AE}"/>
                </a:ext>
              </a:extLst>
            </p:cNvPr>
            <p:cNvSpPr/>
            <p:nvPr/>
          </p:nvSpPr>
          <p:spPr>
            <a:xfrm>
              <a:off x="8101758" y="3923153"/>
              <a:ext cx="1151891" cy="1151891"/>
            </a:xfrm>
            <a:prstGeom prst="ellipse">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latin typeface="Times New Roman"/>
                <a:cs typeface="Times New Roman"/>
              </a:endParaRPr>
            </a:p>
          </p:txBody>
        </p:sp>
        <p:pic>
          <p:nvPicPr>
            <p:cNvPr id="106" name="Graphic 105" descr="Workflow with solid fill">
              <a:extLst>
                <a:ext uri="{FF2B5EF4-FFF2-40B4-BE49-F238E27FC236}">
                  <a16:creationId xmlns:a16="http://schemas.microsoft.com/office/drawing/2014/main" id="{F2AF7582-D638-23E3-1D62-7CFDF6FC9F2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220503" y="4041898"/>
              <a:ext cx="914400" cy="914400"/>
            </a:xfrm>
            <a:prstGeom prst="rect">
              <a:avLst/>
            </a:prstGeom>
          </p:spPr>
        </p:pic>
      </p:grpSp>
      <p:grpSp>
        <p:nvGrpSpPr>
          <p:cNvPr id="107" name="Group 106">
            <a:extLst>
              <a:ext uri="{FF2B5EF4-FFF2-40B4-BE49-F238E27FC236}">
                <a16:creationId xmlns:a16="http://schemas.microsoft.com/office/drawing/2014/main" id="{E32D99A1-CA0A-20E8-5F65-5584FACEFCCA}"/>
              </a:ext>
            </a:extLst>
          </p:cNvPr>
          <p:cNvGrpSpPr>
            <a:grpSpLocks noChangeAspect="1"/>
          </p:cNvGrpSpPr>
          <p:nvPr/>
        </p:nvGrpSpPr>
        <p:grpSpPr>
          <a:xfrm>
            <a:off x="10963802" y="2324531"/>
            <a:ext cx="548639" cy="548640"/>
            <a:chOff x="10352491" y="3923153"/>
            <a:chExt cx="1151891" cy="1151891"/>
          </a:xfrm>
        </p:grpSpPr>
        <p:sp>
          <p:nvSpPr>
            <p:cNvPr id="108" name="Oval 107">
              <a:extLst>
                <a:ext uri="{FF2B5EF4-FFF2-40B4-BE49-F238E27FC236}">
                  <a16:creationId xmlns:a16="http://schemas.microsoft.com/office/drawing/2014/main" id="{51B37FF8-F167-19C2-85C9-D4808EAB15DD}"/>
                </a:ext>
              </a:extLst>
            </p:cNvPr>
            <p:cNvSpPr/>
            <p:nvPr/>
          </p:nvSpPr>
          <p:spPr>
            <a:xfrm>
              <a:off x="10352491" y="3923153"/>
              <a:ext cx="1151891" cy="1151891"/>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latin typeface="Times New Roman"/>
                <a:cs typeface="Times New Roman"/>
              </a:endParaRPr>
            </a:p>
          </p:txBody>
        </p:sp>
        <p:pic>
          <p:nvPicPr>
            <p:cNvPr id="109" name="Graphic 108" descr="Checklist with solid fill">
              <a:extLst>
                <a:ext uri="{FF2B5EF4-FFF2-40B4-BE49-F238E27FC236}">
                  <a16:creationId xmlns:a16="http://schemas.microsoft.com/office/drawing/2014/main" id="{6D2EE437-82A2-B712-9AF1-FFC25973146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471236" y="4041898"/>
              <a:ext cx="914400" cy="914400"/>
            </a:xfrm>
            <a:prstGeom prst="rect">
              <a:avLst/>
            </a:prstGeom>
          </p:spPr>
        </p:pic>
      </p:grpSp>
      <p:sp>
        <p:nvSpPr>
          <p:cNvPr id="110" name="TextBox 109">
            <a:extLst>
              <a:ext uri="{FF2B5EF4-FFF2-40B4-BE49-F238E27FC236}">
                <a16:creationId xmlns:a16="http://schemas.microsoft.com/office/drawing/2014/main" id="{4717E938-06C0-1FEA-CFF5-22FCD1637143}"/>
              </a:ext>
            </a:extLst>
          </p:cNvPr>
          <p:cNvSpPr txBox="1"/>
          <p:nvPr/>
        </p:nvSpPr>
        <p:spPr>
          <a:xfrm>
            <a:off x="5227397" y="2964190"/>
            <a:ext cx="1477618" cy="261610"/>
          </a:xfrm>
          <a:prstGeom prst="rect">
            <a:avLst/>
          </a:prstGeom>
          <a:noFill/>
        </p:spPr>
        <p:txBody>
          <a:bodyPr wrap="square" rtlCol="0">
            <a:spAutoFit/>
          </a:bodyPr>
          <a:lstStyle/>
          <a:p>
            <a:pPr algn="ctr"/>
            <a:r>
              <a:rPr lang="en-US" sz="1100">
                <a:latin typeface="Times New Roman"/>
                <a:cs typeface="Times New Roman"/>
              </a:rPr>
              <a:t>Gather</a:t>
            </a:r>
            <a:r>
              <a:rPr lang="en-US" sz="1100" b="1">
                <a:latin typeface="Times New Roman"/>
                <a:cs typeface="Times New Roman"/>
              </a:rPr>
              <a:t> </a:t>
            </a:r>
            <a:r>
              <a:rPr lang="en-US" sz="1100">
                <a:latin typeface="Times New Roman"/>
                <a:cs typeface="Times New Roman"/>
              </a:rPr>
              <a:t>Information</a:t>
            </a:r>
          </a:p>
        </p:txBody>
      </p:sp>
      <p:sp>
        <p:nvSpPr>
          <p:cNvPr id="111" name="TextBox 110">
            <a:extLst>
              <a:ext uri="{FF2B5EF4-FFF2-40B4-BE49-F238E27FC236}">
                <a16:creationId xmlns:a16="http://schemas.microsoft.com/office/drawing/2014/main" id="{FB3A8DBB-06A1-7027-8F53-311D48015349}"/>
              </a:ext>
            </a:extLst>
          </p:cNvPr>
          <p:cNvSpPr txBox="1"/>
          <p:nvPr/>
        </p:nvSpPr>
        <p:spPr>
          <a:xfrm>
            <a:off x="6973038" y="2964190"/>
            <a:ext cx="1477618" cy="261610"/>
          </a:xfrm>
          <a:prstGeom prst="rect">
            <a:avLst/>
          </a:prstGeom>
          <a:noFill/>
        </p:spPr>
        <p:txBody>
          <a:bodyPr wrap="square" rtlCol="0">
            <a:spAutoFit/>
          </a:bodyPr>
          <a:lstStyle/>
          <a:p>
            <a:pPr algn="ctr"/>
            <a:r>
              <a:rPr lang="en-US" sz="1100">
                <a:latin typeface="Times New Roman"/>
                <a:cs typeface="Times New Roman"/>
              </a:rPr>
              <a:t>Determine Actions</a:t>
            </a:r>
          </a:p>
        </p:txBody>
      </p:sp>
      <p:sp>
        <p:nvSpPr>
          <p:cNvPr id="112" name="TextBox 111">
            <a:extLst>
              <a:ext uri="{FF2B5EF4-FFF2-40B4-BE49-F238E27FC236}">
                <a16:creationId xmlns:a16="http://schemas.microsoft.com/office/drawing/2014/main" id="{06CCD9C3-4C50-8D18-1DF1-36BAD6FB41E5}"/>
              </a:ext>
            </a:extLst>
          </p:cNvPr>
          <p:cNvSpPr txBox="1"/>
          <p:nvPr/>
        </p:nvSpPr>
        <p:spPr>
          <a:xfrm>
            <a:off x="8711957" y="2971884"/>
            <a:ext cx="1477618" cy="261610"/>
          </a:xfrm>
          <a:prstGeom prst="rect">
            <a:avLst/>
          </a:prstGeom>
          <a:noFill/>
        </p:spPr>
        <p:txBody>
          <a:bodyPr wrap="square" rtlCol="0">
            <a:spAutoFit/>
          </a:bodyPr>
          <a:lstStyle/>
          <a:p>
            <a:pPr algn="ctr"/>
            <a:r>
              <a:rPr lang="en-US" sz="1100">
                <a:latin typeface="Times New Roman"/>
                <a:cs typeface="Times New Roman"/>
              </a:rPr>
              <a:t>Perform Actions</a:t>
            </a:r>
          </a:p>
        </p:txBody>
      </p:sp>
      <p:sp>
        <p:nvSpPr>
          <p:cNvPr id="113" name="TextBox 112">
            <a:extLst>
              <a:ext uri="{FF2B5EF4-FFF2-40B4-BE49-F238E27FC236}">
                <a16:creationId xmlns:a16="http://schemas.microsoft.com/office/drawing/2014/main" id="{1B8B9C8C-7F0C-0D06-C7F1-61906C51DE89}"/>
              </a:ext>
            </a:extLst>
          </p:cNvPr>
          <p:cNvSpPr txBox="1"/>
          <p:nvPr/>
        </p:nvSpPr>
        <p:spPr>
          <a:xfrm>
            <a:off x="10499312" y="2964190"/>
            <a:ext cx="1477618" cy="261610"/>
          </a:xfrm>
          <a:prstGeom prst="rect">
            <a:avLst/>
          </a:prstGeom>
          <a:noFill/>
        </p:spPr>
        <p:txBody>
          <a:bodyPr wrap="square" rtlCol="0">
            <a:spAutoFit/>
          </a:bodyPr>
          <a:lstStyle/>
          <a:p>
            <a:pPr algn="ctr"/>
            <a:r>
              <a:rPr lang="en-US" sz="1100">
                <a:latin typeface="Times New Roman"/>
                <a:cs typeface="Times New Roman"/>
              </a:rPr>
              <a:t>Output</a:t>
            </a:r>
          </a:p>
        </p:txBody>
      </p:sp>
      <p:sp>
        <p:nvSpPr>
          <p:cNvPr id="114" name="TextBox 113">
            <a:extLst>
              <a:ext uri="{FF2B5EF4-FFF2-40B4-BE49-F238E27FC236}">
                <a16:creationId xmlns:a16="http://schemas.microsoft.com/office/drawing/2014/main" id="{DF4F0F87-B820-9DB0-66AF-44C19A3B2D3E}"/>
              </a:ext>
            </a:extLst>
          </p:cNvPr>
          <p:cNvSpPr txBox="1"/>
          <p:nvPr/>
        </p:nvSpPr>
        <p:spPr>
          <a:xfrm>
            <a:off x="3437201" y="2964190"/>
            <a:ext cx="1477618" cy="261610"/>
          </a:xfrm>
          <a:prstGeom prst="rect">
            <a:avLst/>
          </a:prstGeom>
          <a:noFill/>
        </p:spPr>
        <p:txBody>
          <a:bodyPr wrap="square" rtlCol="0">
            <a:spAutoFit/>
          </a:bodyPr>
          <a:lstStyle/>
          <a:p>
            <a:pPr algn="ctr"/>
            <a:r>
              <a:rPr lang="en-US" sz="1100">
                <a:latin typeface="Times New Roman"/>
                <a:cs typeface="Times New Roman"/>
              </a:rPr>
              <a:t>Get Work Item</a:t>
            </a:r>
          </a:p>
        </p:txBody>
      </p:sp>
      <p:sp>
        <p:nvSpPr>
          <p:cNvPr id="115" name="Rounded Rectangle 1">
            <a:extLst>
              <a:ext uri="{FF2B5EF4-FFF2-40B4-BE49-F238E27FC236}">
                <a16:creationId xmlns:a16="http://schemas.microsoft.com/office/drawing/2014/main" id="{34A0414F-03DB-8303-143B-5834FE9B3556}"/>
              </a:ext>
            </a:extLst>
          </p:cNvPr>
          <p:cNvSpPr/>
          <p:nvPr/>
        </p:nvSpPr>
        <p:spPr>
          <a:xfrm>
            <a:off x="1413235" y="3515808"/>
            <a:ext cx="10778765" cy="2492322"/>
          </a:xfrm>
          <a:prstGeom prst="roundRect">
            <a:avLst>
              <a:gd name="adj" fmla="val 8003"/>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Times New Roman"/>
              <a:cs typeface="Times New Roman"/>
            </a:endParaRPr>
          </a:p>
        </p:txBody>
      </p:sp>
      <p:grpSp>
        <p:nvGrpSpPr>
          <p:cNvPr id="116" name="Group 115">
            <a:extLst>
              <a:ext uri="{FF2B5EF4-FFF2-40B4-BE49-F238E27FC236}">
                <a16:creationId xmlns:a16="http://schemas.microsoft.com/office/drawing/2014/main" id="{ACF41694-ACD7-1B0A-194D-A07ABD16D928}"/>
              </a:ext>
            </a:extLst>
          </p:cNvPr>
          <p:cNvGrpSpPr/>
          <p:nvPr/>
        </p:nvGrpSpPr>
        <p:grpSpPr>
          <a:xfrm>
            <a:off x="3433656" y="3633192"/>
            <a:ext cx="8534542" cy="1431459"/>
            <a:chOff x="889800" y="2891063"/>
            <a:chExt cx="10412400" cy="1330417"/>
          </a:xfrm>
          <a:solidFill>
            <a:schemeClr val="bg1"/>
          </a:solidFill>
        </p:grpSpPr>
        <p:sp>
          <p:nvSpPr>
            <p:cNvPr id="117" name="Rounded Rectangle 10">
              <a:extLst>
                <a:ext uri="{FF2B5EF4-FFF2-40B4-BE49-F238E27FC236}">
                  <a16:creationId xmlns:a16="http://schemas.microsoft.com/office/drawing/2014/main" id="{7C23AD60-09D0-4FFD-5E96-D2DD54F9D386}"/>
                </a:ext>
              </a:extLst>
            </p:cNvPr>
            <p:cNvSpPr/>
            <p:nvPr/>
          </p:nvSpPr>
          <p:spPr>
            <a:xfrm>
              <a:off x="889800" y="2891063"/>
              <a:ext cx="1817040" cy="553177"/>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solidFill>
                  <a:schemeClr val="tx1"/>
                </a:solidFill>
                <a:latin typeface="Times New Roman"/>
                <a:cs typeface="Times New Roman"/>
              </a:endParaRPr>
            </a:p>
          </p:txBody>
        </p:sp>
        <p:sp>
          <p:nvSpPr>
            <p:cNvPr id="118" name="Rounded Rectangle 11">
              <a:extLst>
                <a:ext uri="{FF2B5EF4-FFF2-40B4-BE49-F238E27FC236}">
                  <a16:creationId xmlns:a16="http://schemas.microsoft.com/office/drawing/2014/main" id="{BD9C8C58-0C92-058C-FE16-53D8999D738F}"/>
                </a:ext>
              </a:extLst>
            </p:cNvPr>
            <p:cNvSpPr/>
            <p:nvPr/>
          </p:nvSpPr>
          <p:spPr>
            <a:xfrm>
              <a:off x="889800" y="3668303"/>
              <a:ext cx="1817040" cy="553177"/>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solidFill>
                    <a:schemeClr val="tx1"/>
                  </a:solidFill>
                  <a:latin typeface="Times New Roman"/>
                  <a:ea typeface="+mn-lt"/>
                  <a:cs typeface="Times New Roman"/>
                </a:rPr>
                <a:t>Mozart Orchestrator</a:t>
              </a:r>
              <a:endParaRPr lang="en-US" sz="1400">
                <a:solidFill>
                  <a:schemeClr val="tx1"/>
                </a:solidFill>
                <a:latin typeface="Times New Roman"/>
                <a:cs typeface="Times New Roman"/>
              </a:endParaRPr>
            </a:p>
          </p:txBody>
        </p:sp>
        <p:sp>
          <p:nvSpPr>
            <p:cNvPr id="120" name="Rounded Rectangle 15">
              <a:extLst>
                <a:ext uri="{FF2B5EF4-FFF2-40B4-BE49-F238E27FC236}">
                  <a16:creationId xmlns:a16="http://schemas.microsoft.com/office/drawing/2014/main" id="{C78DDE30-27DB-6174-C198-FB7922180EF5}"/>
                </a:ext>
              </a:extLst>
            </p:cNvPr>
            <p:cNvSpPr/>
            <p:nvPr/>
          </p:nvSpPr>
          <p:spPr>
            <a:xfrm>
              <a:off x="3038640" y="2891063"/>
              <a:ext cx="1817040" cy="553177"/>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solidFill>
                  <a:schemeClr val="tx1"/>
                </a:solidFill>
                <a:latin typeface="Times New Roman"/>
                <a:cs typeface="Times New Roman"/>
              </a:endParaRPr>
            </a:p>
          </p:txBody>
        </p:sp>
        <p:sp>
          <p:nvSpPr>
            <p:cNvPr id="121" name="Rounded Rectangle 16">
              <a:extLst>
                <a:ext uri="{FF2B5EF4-FFF2-40B4-BE49-F238E27FC236}">
                  <a16:creationId xmlns:a16="http://schemas.microsoft.com/office/drawing/2014/main" id="{1648E84B-F501-2996-F795-B404D29F2B7E}"/>
                </a:ext>
              </a:extLst>
            </p:cNvPr>
            <p:cNvSpPr/>
            <p:nvPr/>
          </p:nvSpPr>
          <p:spPr>
            <a:xfrm>
              <a:off x="3038640" y="3668303"/>
              <a:ext cx="1817040" cy="553177"/>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001" sz="1400">
                  <a:solidFill>
                    <a:schemeClr val="tx1"/>
                  </a:solidFill>
                  <a:latin typeface="Times New Roman"/>
                  <a:cs typeface="Times New Roman"/>
                </a:rPr>
                <a:t>AI Skill + Task Bots</a:t>
              </a:r>
              <a:endParaRPr lang="en-US" sz="1400">
                <a:solidFill>
                  <a:schemeClr val="tx1"/>
                </a:solidFill>
                <a:latin typeface="Times New Roman"/>
                <a:cs typeface="Times New Roman"/>
              </a:endParaRPr>
            </a:p>
          </p:txBody>
        </p:sp>
        <p:sp>
          <p:nvSpPr>
            <p:cNvPr id="123" name="Rounded Rectangle 20">
              <a:extLst>
                <a:ext uri="{FF2B5EF4-FFF2-40B4-BE49-F238E27FC236}">
                  <a16:creationId xmlns:a16="http://schemas.microsoft.com/office/drawing/2014/main" id="{73C0DEE7-DDFD-26D2-A479-930AEA1BF410}"/>
                </a:ext>
              </a:extLst>
            </p:cNvPr>
            <p:cNvSpPr/>
            <p:nvPr/>
          </p:nvSpPr>
          <p:spPr>
            <a:xfrm>
              <a:off x="5187480" y="2891063"/>
              <a:ext cx="1817040" cy="553177"/>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solidFill>
                  <a:schemeClr val="tx1"/>
                </a:solidFill>
                <a:latin typeface="Times New Roman"/>
                <a:cs typeface="Times New Roman"/>
              </a:endParaRPr>
            </a:p>
          </p:txBody>
        </p:sp>
        <p:sp>
          <p:nvSpPr>
            <p:cNvPr id="124" name="Rounded Rectangle 21">
              <a:extLst>
                <a:ext uri="{FF2B5EF4-FFF2-40B4-BE49-F238E27FC236}">
                  <a16:creationId xmlns:a16="http://schemas.microsoft.com/office/drawing/2014/main" id="{55FE08BE-D746-C16F-9B0F-17B5D730DF35}"/>
                </a:ext>
              </a:extLst>
            </p:cNvPr>
            <p:cNvSpPr/>
            <p:nvPr/>
          </p:nvSpPr>
          <p:spPr>
            <a:xfrm>
              <a:off x="5187480" y="3668303"/>
              <a:ext cx="1817040" cy="553177"/>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solidFill>
                    <a:schemeClr val="tx1"/>
                  </a:solidFill>
                  <a:latin typeface="Times New Roman"/>
                  <a:ea typeface="+mn-lt"/>
                  <a:cs typeface="Times New Roman"/>
                </a:rPr>
                <a:t>AI Decision Making</a:t>
              </a:r>
              <a:endParaRPr lang="en-US" sz="1400">
                <a:solidFill>
                  <a:schemeClr val="tx1"/>
                </a:solidFill>
                <a:latin typeface="Times New Roman"/>
                <a:cs typeface="Times New Roman"/>
              </a:endParaRPr>
            </a:p>
          </p:txBody>
        </p:sp>
        <p:sp>
          <p:nvSpPr>
            <p:cNvPr id="126" name="Rounded Rectangle 25">
              <a:extLst>
                <a:ext uri="{FF2B5EF4-FFF2-40B4-BE49-F238E27FC236}">
                  <a16:creationId xmlns:a16="http://schemas.microsoft.com/office/drawing/2014/main" id="{C95ABB38-6550-1D4A-3821-1BB4A9402006}"/>
                </a:ext>
              </a:extLst>
            </p:cNvPr>
            <p:cNvSpPr/>
            <p:nvPr/>
          </p:nvSpPr>
          <p:spPr>
            <a:xfrm>
              <a:off x="7336320" y="2891063"/>
              <a:ext cx="1817040" cy="553177"/>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solidFill>
                    <a:schemeClr val="tx1"/>
                  </a:solidFill>
                  <a:latin typeface="Times New Roman"/>
                  <a:ea typeface="+mn-lt"/>
                  <a:cs typeface="Times New Roman"/>
                </a:rPr>
                <a:t>Human Reviewer (when required)</a:t>
              </a:r>
              <a:endParaRPr lang="en-US" sz="1400">
                <a:solidFill>
                  <a:schemeClr val="tx1"/>
                </a:solidFill>
                <a:latin typeface="Times New Roman"/>
                <a:cs typeface="Times New Roman"/>
              </a:endParaRPr>
            </a:p>
          </p:txBody>
        </p:sp>
        <p:sp>
          <p:nvSpPr>
            <p:cNvPr id="127" name="Rounded Rectangle 26">
              <a:extLst>
                <a:ext uri="{FF2B5EF4-FFF2-40B4-BE49-F238E27FC236}">
                  <a16:creationId xmlns:a16="http://schemas.microsoft.com/office/drawing/2014/main" id="{4FC74FEE-7E9E-BB63-E8D6-0D2C90F92535}"/>
                </a:ext>
              </a:extLst>
            </p:cNvPr>
            <p:cNvSpPr/>
            <p:nvPr/>
          </p:nvSpPr>
          <p:spPr>
            <a:xfrm>
              <a:off x="7336320" y="3668303"/>
              <a:ext cx="1817040" cy="553177"/>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solidFill>
                    <a:schemeClr val="tx1"/>
                  </a:solidFill>
                  <a:latin typeface="Times New Roman"/>
                  <a:ea typeface="+mn-lt"/>
                  <a:cs typeface="Times New Roman"/>
                </a:rPr>
                <a:t>Task Bots + HITL</a:t>
              </a:r>
              <a:endParaRPr lang="en-US" sz="1400">
                <a:solidFill>
                  <a:schemeClr val="tx1"/>
                </a:solidFill>
                <a:latin typeface="Times New Roman"/>
                <a:cs typeface="Times New Roman"/>
              </a:endParaRPr>
            </a:p>
          </p:txBody>
        </p:sp>
        <p:sp>
          <p:nvSpPr>
            <p:cNvPr id="129" name="Rounded Rectangle 30">
              <a:extLst>
                <a:ext uri="{FF2B5EF4-FFF2-40B4-BE49-F238E27FC236}">
                  <a16:creationId xmlns:a16="http://schemas.microsoft.com/office/drawing/2014/main" id="{B2DF96FD-66FB-F92B-4C69-FC4F2B5A35B3}"/>
                </a:ext>
              </a:extLst>
            </p:cNvPr>
            <p:cNvSpPr/>
            <p:nvPr/>
          </p:nvSpPr>
          <p:spPr>
            <a:xfrm>
              <a:off x="9485160" y="2891063"/>
              <a:ext cx="1817040" cy="553177"/>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solidFill>
                  <a:schemeClr val="tx1"/>
                </a:solidFill>
                <a:latin typeface="Times New Roman"/>
                <a:cs typeface="Times New Roman"/>
              </a:endParaRPr>
            </a:p>
          </p:txBody>
        </p:sp>
        <p:sp>
          <p:nvSpPr>
            <p:cNvPr id="130" name="Rounded Rectangle 31">
              <a:extLst>
                <a:ext uri="{FF2B5EF4-FFF2-40B4-BE49-F238E27FC236}">
                  <a16:creationId xmlns:a16="http://schemas.microsoft.com/office/drawing/2014/main" id="{665A734B-C426-69FA-788A-A56E7C9FEF9B}"/>
                </a:ext>
              </a:extLst>
            </p:cNvPr>
            <p:cNvSpPr/>
            <p:nvPr/>
          </p:nvSpPr>
          <p:spPr>
            <a:xfrm>
              <a:off x="9485160" y="3668303"/>
              <a:ext cx="1817040" cy="553177"/>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solidFill>
                    <a:schemeClr val="tx1"/>
                  </a:solidFill>
                  <a:latin typeface="Times New Roman"/>
                  <a:ea typeface="+mn-lt"/>
                  <a:cs typeface="Times New Roman"/>
                </a:rPr>
                <a:t>Google Sheets Package</a:t>
              </a:r>
              <a:endParaRPr lang="en-US" sz="1400">
                <a:solidFill>
                  <a:schemeClr val="tx1"/>
                </a:solidFill>
                <a:latin typeface="Times New Roman"/>
                <a:cs typeface="Times New Roman"/>
              </a:endParaRPr>
            </a:p>
          </p:txBody>
        </p:sp>
      </p:grpSp>
      <p:sp>
        <p:nvSpPr>
          <p:cNvPr id="132" name="Rounded Rectangle 10">
            <a:extLst>
              <a:ext uri="{FF2B5EF4-FFF2-40B4-BE49-F238E27FC236}">
                <a16:creationId xmlns:a16="http://schemas.microsoft.com/office/drawing/2014/main" id="{A15137C6-6BE6-A4B2-07CB-F4FFC17ACB1D}"/>
              </a:ext>
            </a:extLst>
          </p:cNvPr>
          <p:cNvSpPr/>
          <p:nvPr/>
        </p:nvSpPr>
        <p:spPr>
          <a:xfrm>
            <a:off x="1673132" y="3633192"/>
            <a:ext cx="1489340" cy="59518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solidFill>
                <a:schemeClr val="tx1"/>
              </a:solidFill>
              <a:latin typeface="Times New Roman"/>
              <a:cs typeface="Times New Roman"/>
            </a:endParaRPr>
          </a:p>
        </p:txBody>
      </p:sp>
      <p:sp>
        <p:nvSpPr>
          <p:cNvPr id="133" name="Rounded Rectangle 11">
            <a:extLst>
              <a:ext uri="{FF2B5EF4-FFF2-40B4-BE49-F238E27FC236}">
                <a16:creationId xmlns:a16="http://schemas.microsoft.com/office/drawing/2014/main" id="{7B0CD96A-9C21-EB36-0938-A1BAD96B2C5D}"/>
              </a:ext>
            </a:extLst>
          </p:cNvPr>
          <p:cNvSpPr/>
          <p:nvPr/>
        </p:nvSpPr>
        <p:spPr>
          <a:xfrm>
            <a:off x="1673132" y="4469461"/>
            <a:ext cx="1489340" cy="59518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solidFill>
                  <a:schemeClr val="tx1"/>
                </a:solidFill>
                <a:latin typeface="Times New Roman"/>
                <a:cs typeface="Times New Roman"/>
              </a:rPr>
              <a:t>Web Trigger / Event Listener</a:t>
            </a:r>
          </a:p>
        </p:txBody>
      </p:sp>
      <p:sp>
        <p:nvSpPr>
          <p:cNvPr id="134" name="TextBox 133">
            <a:extLst>
              <a:ext uri="{FF2B5EF4-FFF2-40B4-BE49-F238E27FC236}">
                <a16:creationId xmlns:a16="http://schemas.microsoft.com/office/drawing/2014/main" id="{D7E46CCB-1A54-F1EC-F3D3-D89CDCB01CA4}"/>
              </a:ext>
            </a:extLst>
          </p:cNvPr>
          <p:cNvSpPr txBox="1"/>
          <p:nvPr/>
        </p:nvSpPr>
        <p:spPr>
          <a:xfrm>
            <a:off x="366071" y="3806704"/>
            <a:ext cx="788999" cy="338554"/>
          </a:xfrm>
          <a:prstGeom prst="rect">
            <a:avLst/>
          </a:prstGeom>
          <a:noFill/>
        </p:spPr>
        <p:txBody>
          <a:bodyPr wrap="none" rtlCol="0">
            <a:spAutoFit/>
          </a:bodyPr>
          <a:lstStyle/>
          <a:p>
            <a:pPr algn="ctr"/>
            <a:r>
              <a:rPr lang="en-US" sz="1600">
                <a:latin typeface="Times New Roman"/>
                <a:cs typeface="Times New Roman"/>
              </a:rPr>
              <a:t>Human</a:t>
            </a:r>
          </a:p>
        </p:txBody>
      </p:sp>
      <p:sp>
        <p:nvSpPr>
          <p:cNvPr id="135" name="TextBox 134">
            <a:extLst>
              <a:ext uri="{FF2B5EF4-FFF2-40B4-BE49-F238E27FC236}">
                <a16:creationId xmlns:a16="http://schemas.microsoft.com/office/drawing/2014/main" id="{5F245E03-F0FF-FB6E-7181-12247D209644}"/>
              </a:ext>
            </a:extLst>
          </p:cNvPr>
          <p:cNvSpPr txBox="1"/>
          <p:nvPr/>
        </p:nvSpPr>
        <p:spPr>
          <a:xfrm>
            <a:off x="159035" y="4597778"/>
            <a:ext cx="1151405" cy="338554"/>
          </a:xfrm>
          <a:prstGeom prst="rect">
            <a:avLst/>
          </a:prstGeom>
          <a:noFill/>
        </p:spPr>
        <p:txBody>
          <a:bodyPr wrap="none" rtlCol="0">
            <a:spAutoFit/>
          </a:bodyPr>
          <a:lstStyle/>
          <a:p>
            <a:pPr algn="ctr"/>
            <a:r>
              <a:rPr lang="en-US" sz="1600">
                <a:latin typeface="Times New Roman"/>
                <a:cs typeface="Times New Roman"/>
              </a:rPr>
              <a:t>Technology</a:t>
            </a:r>
          </a:p>
        </p:txBody>
      </p:sp>
      <p:sp>
        <p:nvSpPr>
          <p:cNvPr id="136" name="TextBox 135">
            <a:extLst>
              <a:ext uri="{FF2B5EF4-FFF2-40B4-BE49-F238E27FC236}">
                <a16:creationId xmlns:a16="http://schemas.microsoft.com/office/drawing/2014/main" id="{298D0717-AF99-E7F8-99E2-95190F8D2A8E}"/>
              </a:ext>
            </a:extLst>
          </p:cNvPr>
          <p:cNvSpPr txBox="1"/>
          <p:nvPr/>
        </p:nvSpPr>
        <p:spPr>
          <a:xfrm>
            <a:off x="1681924" y="2971884"/>
            <a:ext cx="1477618" cy="261610"/>
          </a:xfrm>
          <a:prstGeom prst="rect">
            <a:avLst/>
          </a:prstGeom>
          <a:noFill/>
        </p:spPr>
        <p:txBody>
          <a:bodyPr wrap="square" rtlCol="0">
            <a:spAutoFit/>
          </a:bodyPr>
          <a:lstStyle/>
          <a:p>
            <a:pPr algn="ctr"/>
            <a:r>
              <a:rPr lang="en-US" sz="1100">
                <a:latin typeface="Times New Roman"/>
                <a:cs typeface="Times New Roman"/>
              </a:rPr>
              <a:t>Start Process</a:t>
            </a:r>
          </a:p>
        </p:txBody>
      </p:sp>
      <p:sp>
        <p:nvSpPr>
          <p:cNvPr id="137" name="Rounded Rectangle 11">
            <a:extLst>
              <a:ext uri="{FF2B5EF4-FFF2-40B4-BE49-F238E27FC236}">
                <a16:creationId xmlns:a16="http://schemas.microsoft.com/office/drawing/2014/main" id="{603D51C0-62A4-488D-D834-3BF2EFFD2C21}"/>
              </a:ext>
            </a:extLst>
          </p:cNvPr>
          <p:cNvSpPr/>
          <p:nvPr/>
        </p:nvSpPr>
        <p:spPr>
          <a:xfrm>
            <a:off x="1673132" y="5292999"/>
            <a:ext cx="1489340" cy="59518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solidFill>
                  <a:schemeClr val="tx1"/>
                </a:solidFill>
                <a:latin typeface="Times New Roman"/>
                <a:cs typeface="Times New Roman"/>
              </a:rPr>
              <a:t>Control Room</a:t>
            </a:r>
          </a:p>
        </p:txBody>
      </p:sp>
      <p:sp>
        <p:nvSpPr>
          <p:cNvPr id="138" name="Rounded Rectangle 11">
            <a:extLst>
              <a:ext uri="{FF2B5EF4-FFF2-40B4-BE49-F238E27FC236}">
                <a16:creationId xmlns:a16="http://schemas.microsoft.com/office/drawing/2014/main" id="{1E132EE7-0F0C-539C-4795-8A363A1552EF}"/>
              </a:ext>
            </a:extLst>
          </p:cNvPr>
          <p:cNvSpPr/>
          <p:nvPr/>
        </p:nvSpPr>
        <p:spPr>
          <a:xfrm>
            <a:off x="3455028" y="5305730"/>
            <a:ext cx="1489340" cy="59518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sz="1400">
              <a:solidFill>
                <a:srgbClr val="323232"/>
              </a:solidFill>
              <a:latin typeface="Times New Roman"/>
              <a:cs typeface="Times New Roman"/>
            </a:endParaRPr>
          </a:p>
        </p:txBody>
      </p:sp>
      <p:sp>
        <p:nvSpPr>
          <p:cNvPr id="139" name="Rounded Rectangle 11">
            <a:extLst>
              <a:ext uri="{FF2B5EF4-FFF2-40B4-BE49-F238E27FC236}">
                <a16:creationId xmlns:a16="http://schemas.microsoft.com/office/drawing/2014/main" id="{F99FA94A-2659-6291-CCA9-D649BEA699ED}"/>
              </a:ext>
            </a:extLst>
          </p:cNvPr>
          <p:cNvSpPr/>
          <p:nvPr/>
        </p:nvSpPr>
        <p:spPr>
          <a:xfrm>
            <a:off x="5202899" y="5305730"/>
            <a:ext cx="1489340" cy="59518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solidFill>
                  <a:schemeClr val="tx1"/>
                </a:solidFill>
                <a:latin typeface="Times New Roman"/>
                <a:ea typeface="+mn-lt"/>
                <a:cs typeface="Times New Roman"/>
              </a:rPr>
              <a:t>Remote Execution</a:t>
            </a:r>
            <a:endParaRPr lang="en-US" sz="1400">
              <a:solidFill>
                <a:schemeClr val="tx1"/>
              </a:solidFill>
              <a:latin typeface="Times New Roman"/>
              <a:cs typeface="Times New Roman"/>
            </a:endParaRPr>
          </a:p>
        </p:txBody>
      </p:sp>
      <p:sp>
        <p:nvSpPr>
          <p:cNvPr id="140" name="Rounded Rectangle 11">
            <a:extLst>
              <a:ext uri="{FF2B5EF4-FFF2-40B4-BE49-F238E27FC236}">
                <a16:creationId xmlns:a16="http://schemas.microsoft.com/office/drawing/2014/main" id="{820DEDAE-FB41-682A-1243-4DBD2C88E5E1}"/>
              </a:ext>
            </a:extLst>
          </p:cNvPr>
          <p:cNvSpPr/>
          <p:nvPr/>
        </p:nvSpPr>
        <p:spPr>
          <a:xfrm>
            <a:off x="6959008" y="5305730"/>
            <a:ext cx="1489340" cy="59518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err="1">
                <a:solidFill>
                  <a:schemeClr val="tx1"/>
                </a:solidFill>
                <a:latin typeface="Times New Roman"/>
                <a:ea typeface="+mn-lt"/>
                <a:cs typeface="Times New Roman"/>
              </a:rPr>
              <a:t>LoanInvestigationAgent</a:t>
            </a:r>
            <a:endParaRPr lang="en-US" sz="1400">
              <a:solidFill>
                <a:schemeClr val="tx1"/>
              </a:solidFill>
              <a:latin typeface="Times New Roman"/>
              <a:cs typeface="Times New Roman"/>
            </a:endParaRPr>
          </a:p>
        </p:txBody>
      </p:sp>
      <p:sp>
        <p:nvSpPr>
          <p:cNvPr id="141" name="Rounded Rectangle 11">
            <a:extLst>
              <a:ext uri="{FF2B5EF4-FFF2-40B4-BE49-F238E27FC236}">
                <a16:creationId xmlns:a16="http://schemas.microsoft.com/office/drawing/2014/main" id="{CAB02772-DB0C-41B9-B808-EA6FBC549504}"/>
              </a:ext>
            </a:extLst>
          </p:cNvPr>
          <p:cNvSpPr/>
          <p:nvPr/>
        </p:nvSpPr>
        <p:spPr>
          <a:xfrm>
            <a:off x="8715117" y="5305730"/>
            <a:ext cx="1489340" cy="59518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solidFill>
                  <a:schemeClr val="tx1"/>
                </a:solidFill>
                <a:latin typeface="Times New Roman"/>
                <a:ea typeface="+mn-lt"/>
                <a:cs typeface="Times New Roman"/>
              </a:rPr>
              <a:t>Remote Execution / Control Room</a:t>
            </a:r>
            <a:endParaRPr lang="en-US" sz="1400">
              <a:solidFill>
                <a:schemeClr val="tx1"/>
              </a:solidFill>
              <a:latin typeface="Times New Roman"/>
              <a:cs typeface="Times New Roman"/>
            </a:endParaRPr>
          </a:p>
        </p:txBody>
      </p:sp>
      <p:sp>
        <p:nvSpPr>
          <p:cNvPr id="142" name="Rounded Rectangle 11">
            <a:extLst>
              <a:ext uri="{FF2B5EF4-FFF2-40B4-BE49-F238E27FC236}">
                <a16:creationId xmlns:a16="http://schemas.microsoft.com/office/drawing/2014/main" id="{1366E12D-6D8D-B145-4168-D1BA2E94BA0A}"/>
              </a:ext>
            </a:extLst>
          </p:cNvPr>
          <p:cNvSpPr/>
          <p:nvPr/>
        </p:nvSpPr>
        <p:spPr>
          <a:xfrm>
            <a:off x="10479464" y="5305730"/>
            <a:ext cx="1489340" cy="59518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solidFill>
                  <a:schemeClr val="tx1"/>
                </a:solidFill>
                <a:latin typeface="Times New Roman"/>
                <a:ea typeface="+mn-lt"/>
                <a:cs typeface="Times New Roman"/>
              </a:rPr>
              <a:t>Remote Execution</a:t>
            </a:r>
          </a:p>
        </p:txBody>
      </p:sp>
      <p:sp>
        <p:nvSpPr>
          <p:cNvPr id="143" name="TextBox 142">
            <a:extLst>
              <a:ext uri="{FF2B5EF4-FFF2-40B4-BE49-F238E27FC236}">
                <a16:creationId xmlns:a16="http://schemas.microsoft.com/office/drawing/2014/main" id="{54565DCB-D42A-2585-A5EA-EE4DF723EEB5}"/>
              </a:ext>
            </a:extLst>
          </p:cNvPr>
          <p:cNvSpPr txBox="1"/>
          <p:nvPr/>
        </p:nvSpPr>
        <p:spPr>
          <a:xfrm>
            <a:off x="-34184" y="5337576"/>
            <a:ext cx="1567178" cy="584775"/>
          </a:xfrm>
          <a:prstGeom prst="rect">
            <a:avLst/>
          </a:prstGeom>
          <a:noFill/>
        </p:spPr>
        <p:txBody>
          <a:bodyPr wrap="square" rtlCol="0">
            <a:spAutoFit/>
          </a:bodyPr>
          <a:lstStyle/>
          <a:p>
            <a:pPr algn="ctr"/>
            <a:r>
              <a:rPr lang="en-US" sz="1600">
                <a:latin typeface="Times New Roman"/>
                <a:cs typeface="Times New Roman"/>
              </a:rPr>
              <a:t>Deployment/Execution</a:t>
            </a:r>
          </a:p>
        </p:txBody>
      </p:sp>
      <p:grpSp>
        <p:nvGrpSpPr>
          <p:cNvPr id="162" name="Group 161">
            <a:extLst>
              <a:ext uri="{FF2B5EF4-FFF2-40B4-BE49-F238E27FC236}">
                <a16:creationId xmlns:a16="http://schemas.microsoft.com/office/drawing/2014/main" id="{B2AE28CF-E510-A0B9-08ED-E6AA9147C4D8}"/>
              </a:ext>
            </a:extLst>
          </p:cNvPr>
          <p:cNvGrpSpPr/>
          <p:nvPr/>
        </p:nvGrpSpPr>
        <p:grpSpPr>
          <a:xfrm>
            <a:off x="4935536" y="3515809"/>
            <a:ext cx="5543322" cy="2492320"/>
            <a:chOff x="2706839" y="2891062"/>
            <a:chExt cx="6775376" cy="5220617"/>
          </a:xfrm>
        </p:grpSpPr>
        <p:sp>
          <p:nvSpPr>
            <p:cNvPr id="163" name="Rounded Rectangle 42">
              <a:extLst>
                <a:ext uri="{FF2B5EF4-FFF2-40B4-BE49-F238E27FC236}">
                  <a16:creationId xmlns:a16="http://schemas.microsoft.com/office/drawing/2014/main" id="{69D8A950-6EA0-8B0E-805A-F67F8812F1F1}"/>
                </a:ext>
              </a:extLst>
            </p:cNvPr>
            <p:cNvSpPr/>
            <p:nvPr/>
          </p:nvSpPr>
          <p:spPr>
            <a:xfrm>
              <a:off x="2706839" y="2891062"/>
              <a:ext cx="331799" cy="5211267"/>
            </a:xfrm>
            <a:prstGeom prst="roundRect">
              <a:avLst/>
            </a:prstGeom>
            <a:solidFill>
              <a:srgbClr val="FEBC02">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latin typeface="Times New Roman"/>
                <a:cs typeface="Times New Roman"/>
              </a:endParaRPr>
            </a:p>
          </p:txBody>
        </p:sp>
        <p:sp>
          <p:nvSpPr>
            <p:cNvPr id="164" name="Rounded Rectangle 65">
              <a:extLst>
                <a:ext uri="{FF2B5EF4-FFF2-40B4-BE49-F238E27FC236}">
                  <a16:creationId xmlns:a16="http://schemas.microsoft.com/office/drawing/2014/main" id="{664BFDB1-1702-411C-F93E-A1D231320C3A}"/>
                </a:ext>
              </a:extLst>
            </p:cNvPr>
            <p:cNvSpPr/>
            <p:nvPr/>
          </p:nvSpPr>
          <p:spPr>
            <a:xfrm>
              <a:off x="4855679" y="2900412"/>
              <a:ext cx="331799" cy="5211267"/>
            </a:xfrm>
            <a:prstGeom prst="roundRect">
              <a:avLst/>
            </a:prstGeom>
            <a:solidFill>
              <a:srgbClr val="FEBC02">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latin typeface="Times New Roman"/>
                <a:cs typeface="Times New Roman"/>
              </a:endParaRPr>
            </a:p>
          </p:txBody>
        </p:sp>
        <p:sp>
          <p:nvSpPr>
            <p:cNvPr id="165" name="Rounded Rectangle 66">
              <a:extLst>
                <a:ext uri="{FF2B5EF4-FFF2-40B4-BE49-F238E27FC236}">
                  <a16:creationId xmlns:a16="http://schemas.microsoft.com/office/drawing/2014/main" id="{4B826767-E8DD-0D14-A480-D7A06C53AC48}"/>
                </a:ext>
              </a:extLst>
            </p:cNvPr>
            <p:cNvSpPr/>
            <p:nvPr/>
          </p:nvSpPr>
          <p:spPr>
            <a:xfrm>
              <a:off x="7004518" y="2891062"/>
              <a:ext cx="331799" cy="5211266"/>
            </a:xfrm>
            <a:prstGeom prst="roundRect">
              <a:avLst/>
            </a:prstGeom>
            <a:solidFill>
              <a:srgbClr val="FEBC02">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latin typeface="Times New Roman"/>
                <a:cs typeface="Times New Roman"/>
              </a:endParaRPr>
            </a:p>
          </p:txBody>
        </p:sp>
        <p:sp>
          <p:nvSpPr>
            <p:cNvPr id="166" name="Rounded Rectangle 67">
              <a:extLst>
                <a:ext uri="{FF2B5EF4-FFF2-40B4-BE49-F238E27FC236}">
                  <a16:creationId xmlns:a16="http://schemas.microsoft.com/office/drawing/2014/main" id="{462611C4-CE3D-3E43-C286-24794C450B2C}"/>
                </a:ext>
              </a:extLst>
            </p:cNvPr>
            <p:cNvSpPr/>
            <p:nvPr/>
          </p:nvSpPr>
          <p:spPr>
            <a:xfrm>
              <a:off x="9150416" y="2891062"/>
              <a:ext cx="331799" cy="5211267"/>
            </a:xfrm>
            <a:prstGeom prst="roundRect">
              <a:avLst/>
            </a:prstGeom>
            <a:solidFill>
              <a:srgbClr val="FEBC02">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latin typeface="Times New Roman"/>
                <a:cs typeface="Times New Roman"/>
              </a:endParaRPr>
            </a:p>
          </p:txBody>
        </p:sp>
      </p:grpSp>
      <p:sp>
        <p:nvSpPr>
          <p:cNvPr id="167" name="Rounded Rectangle 42">
            <a:extLst>
              <a:ext uri="{FF2B5EF4-FFF2-40B4-BE49-F238E27FC236}">
                <a16:creationId xmlns:a16="http://schemas.microsoft.com/office/drawing/2014/main" id="{51E59861-0BF4-1EEF-D05B-54EAA3F4000D}"/>
              </a:ext>
            </a:extLst>
          </p:cNvPr>
          <p:cNvSpPr/>
          <p:nvPr/>
        </p:nvSpPr>
        <p:spPr>
          <a:xfrm>
            <a:off x="3174732" y="3515808"/>
            <a:ext cx="271464" cy="2492321"/>
          </a:xfrm>
          <a:prstGeom prst="roundRect">
            <a:avLst/>
          </a:prstGeom>
          <a:solidFill>
            <a:srgbClr val="FEBC02">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latin typeface="Times New Roman"/>
              <a:cs typeface="Times New Roman"/>
            </a:endParaRPr>
          </a:p>
        </p:txBody>
      </p:sp>
      <p:sp>
        <p:nvSpPr>
          <p:cNvPr id="4" name="TextBox 3">
            <a:extLst>
              <a:ext uri="{FF2B5EF4-FFF2-40B4-BE49-F238E27FC236}">
                <a16:creationId xmlns:a16="http://schemas.microsoft.com/office/drawing/2014/main" id="{BEABB86B-BC17-A5D9-A6EB-D50AACEABCF4}"/>
              </a:ext>
            </a:extLst>
          </p:cNvPr>
          <p:cNvSpPr txBox="1"/>
          <p:nvPr/>
        </p:nvSpPr>
        <p:spPr>
          <a:xfrm>
            <a:off x="4087679" y="6288506"/>
            <a:ext cx="889987" cy="369332"/>
          </a:xfrm>
          <a:prstGeom prst="rect">
            <a:avLst/>
          </a:prstGeom>
          <a:noFill/>
        </p:spPr>
        <p:txBody>
          <a:bodyPr wrap="none" rtlCol="0">
            <a:spAutoFit/>
          </a:bodyPr>
          <a:lstStyle/>
          <a:p>
            <a:r>
              <a:rPr lang="en-US">
                <a:latin typeface="Times New Roman"/>
                <a:cs typeface="Times New Roman"/>
              </a:rPr>
              <a:t>Process</a:t>
            </a:r>
          </a:p>
        </p:txBody>
      </p:sp>
      <p:cxnSp>
        <p:nvCxnSpPr>
          <p:cNvPr id="5" name="Straight Connector 4">
            <a:extLst>
              <a:ext uri="{FF2B5EF4-FFF2-40B4-BE49-F238E27FC236}">
                <a16:creationId xmlns:a16="http://schemas.microsoft.com/office/drawing/2014/main" id="{3B40EF7E-E5F3-E2A8-ED9A-78A3E711B9DC}"/>
              </a:ext>
            </a:extLst>
          </p:cNvPr>
          <p:cNvCxnSpPr>
            <a:cxnSpLocks/>
          </p:cNvCxnSpPr>
          <p:nvPr/>
        </p:nvCxnSpPr>
        <p:spPr>
          <a:xfrm>
            <a:off x="2499401" y="6473172"/>
            <a:ext cx="1436279" cy="0"/>
          </a:xfrm>
          <a:prstGeom prst="line">
            <a:avLst/>
          </a:prstGeom>
          <a:ln w="2857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25B7710B-B6E0-08CC-7327-CA699D631EF8}"/>
              </a:ext>
            </a:extLst>
          </p:cNvPr>
          <p:cNvSpPr txBox="1"/>
          <p:nvPr/>
        </p:nvSpPr>
        <p:spPr>
          <a:xfrm>
            <a:off x="8762710" y="6288506"/>
            <a:ext cx="748923" cy="369332"/>
          </a:xfrm>
          <a:prstGeom prst="rect">
            <a:avLst/>
          </a:prstGeom>
          <a:noFill/>
        </p:spPr>
        <p:txBody>
          <a:bodyPr wrap="none" rtlCol="0">
            <a:spAutoFit/>
          </a:bodyPr>
          <a:lstStyle/>
          <a:p>
            <a:r>
              <a:rPr lang="en-US">
                <a:latin typeface="Times New Roman"/>
                <a:cs typeface="Times New Roman"/>
              </a:rPr>
              <a:t>Agent</a:t>
            </a:r>
          </a:p>
        </p:txBody>
      </p:sp>
      <p:cxnSp>
        <p:nvCxnSpPr>
          <p:cNvPr id="8" name="Straight Connector 7">
            <a:extLst>
              <a:ext uri="{FF2B5EF4-FFF2-40B4-BE49-F238E27FC236}">
                <a16:creationId xmlns:a16="http://schemas.microsoft.com/office/drawing/2014/main" id="{0809C7F7-C40C-9F01-6BB4-83D6BC30F836}"/>
              </a:ext>
            </a:extLst>
          </p:cNvPr>
          <p:cNvCxnSpPr>
            <a:cxnSpLocks/>
          </p:cNvCxnSpPr>
          <p:nvPr/>
        </p:nvCxnSpPr>
        <p:spPr>
          <a:xfrm>
            <a:off x="7174432" y="6473172"/>
            <a:ext cx="1436279" cy="0"/>
          </a:xfrm>
          <a:prstGeom prst="line">
            <a:avLst/>
          </a:prstGeom>
          <a:ln w="28575">
            <a:solidFill>
              <a:schemeClr val="bg1">
                <a:lumMod val="50000"/>
              </a:schemeClr>
            </a:solidFill>
            <a:prstDash val="lgDash"/>
          </a:ln>
        </p:spPr>
        <p:style>
          <a:lnRef idx="2">
            <a:schemeClr val="accent1"/>
          </a:lnRef>
          <a:fillRef idx="0">
            <a:schemeClr val="accent1"/>
          </a:fillRef>
          <a:effectRef idx="1">
            <a:schemeClr val="accent1"/>
          </a:effectRef>
          <a:fontRef idx="minor">
            <a:schemeClr val="tx1"/>
          </a:fontRef>
        </p:style>
      </p:cxnSp>
      <p:sp>
        <p:nvSpPr>
          <p:cNvPr id="11" name="Text Placeholder 10">
            <a:extLst>
              <a:ext uri="{FF2B5EF4-FFF2-40B4-BE49-F238E27FC236}">
                <a16:creationId xmlns:a16="http://schemas.microsoft.com/office/drawing/2014/main" id="{D30EB2F0-E131-8331-BB25-3EAC135D14BE}"/>
              </a:ext>
            </a:extLst>
          </p:cNvPr>
          <p:cNvSpPr>
            <a:spLocks noGrp="1"/>
          </p:cNvSpPr>
          <p:nvPr>
            <p:ph type="body" sz="quarter" idx="26"/>
          </p:nvPr>
        </p:nvSpPr>
        <p:spPr/>
        <p:txBody>
          <a:bodyPr/>
          <a:lstStyle/>
          <a:p>
            <a:r>
              <a:rPr lang="en-US" i="1">
                <a:latin typeface="Times New Roman"/>
                <a:cs typeface="Times New Roman"/>
              </a:rPr>
              <a:t>Agent Name Here</a:t>
            </a:r>
          </a:p>
        </p:txBody>
      </p:sp>
      <p:sp>
        <p:nvSpPr>
          <p:cNvPr id="6" name="Rounded Rectangle 11">
            <a:extLst>
              <a:ext uri="{FF2B5EF4-FFF2-40B4-BE49-F238E27FC236}">
                <a16:creationId xmlns:a16="http://schemas.microsoft.com/office/drawing/2014/main" id="{1E7C5920-BB7D-EA53-8E9F-665A4198ECC1}"/>
              </a:ext>
            </a:extLst>
          </p:cNvPr>
          <p:cNvSpPr/>
          <p:nvPr/>
        </p:nvSpPr>
        <p:spPr>
          <a:xfrm>
            <a:off x="3461292" y="5313319"/>
            <a:ext cx="1489340" cy="59518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solidFill>
                  <a:schemeClr val="tx1"/>
                </a:solidFill>
                <a:latin typeface="Times New Roman"/>
                <a:cs typeface="Times New Roman"/>
              </a:rPr>
              <a:t>Control Room</a:t>
            </a:r>
          </a:p>
        </p:txBody>
      </p:sp>
      <p:sp>
        <p:nvSpPr>
          <p:cNvPr id="15" name="Oval 14">
            <a:extLst>
              <a:ext uri="{FF2B5EF4-FFF2-40B4-BE49-F238E27FC236}">
                <a16:creationId xmlns:a16="http://schemas.microsoft.com/office/drawing/2014/main" id="{62C059B4-2F80-596B-5785-5FEB7574696A}"/>
              </a:ext>
            </a:extLst>
          </p:cNvPr>
          <p:cNvSpPr/>
          <p:nvPr/>
        </p:nvSpPr>
        <p:spPr>
          <a:xfrm>
            <a:off x="8757920" y="3728720"/>
            <a:ext cx="137159" cy="152399"/>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spTree>
    <p:custDataLst>
      <p:tags r:id="rId1"/>
    </p:custDataLst>
    <p:extLst>
      <p:ext uri="{BB962C8B-B14F-4D97-AF65-F5344CB8AC3E}">
        <p14:creationId xmlns:p14="http://schemas.microsoft.com/office/powerpoint/2010/main" val="397101827"/>
      </p:ext>
    </p:extLst>
  </p:cSld>
  <p:clrMapOvr>
    <a:masterClrMapping/>
  </p:clrMapOvr>
  <mc:AlternateContent xmlns:mc="http://schemas.openxmlformats.org/markup-compatibility/2006">
    <mc:Choice xmlns:p14="http://schemas.microsoft.com/office/powerpoint/2010/main" Requires="p14">
      <p:transition spd="slow" p14:dur="2000" advTm="133397"/>
    </mc:Choice>
    <mc:Fallback>
      <p:transition spd="slow" advTm="133397"/>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395DE60-4757-5FC9-0A49-C4BAD3FDB092}"/>
              </a:ext>
            </a:extLst>
          </p:cNvPr>
          <p:cNvSpPr>
            <a:spLocks noGrp="1"/>
          </p:cNvSpPr>
          <p:nvPr>
            <p:ph type="body" sz="quarter" idx="13"/>
          </p:nvPr>
        </p:nvSpPr>
        <p:spPr/>
        <p:txBody>
          <a:bodyPr/>
          <a:lstStyle/>
          <a:p>
            <a:r>
              <a:rPr lang="en-US">
                <a:latin typeface="Times New Roman"/>
                <a:cs typeface="Times New Roman"/>
              </a:rPr>
              <a:t>Defend Your Solution Pattern</a:t>
            </a:r>
            <a:endParaRPr lang="en-001">
              <a:latin typeface="Times New Roman"/>
              <a:cs typeface="Times New Roman"/>
            </a:endParaRPr>
          </a:p>
        </p:txBody>
      </p:sp>
      <p:sp>
        <p:nvSpPr>
          <p:cNvPr id="6" name="Text Placeholder 5">
            <a:extLst>
              <a:ext uri="{FF2B5EF4-FFF2-40B4-BE49-F238E27FC236}">
                <a16:creationId xmlns:a16="http://schemas.microsoft.com/office/drawing/2014/main" id="{1508BD90-5D1A-E100-86D9-D4737416539B}"/>
              </a:ext>
            </a:extLst>
          </p:cNvPr>
          <p:cNvSpPr>
            <a:spLocks noGrp="1"/>
          </p:cNvSpPr>
          <p:nvPr>
            <p:ph type="body" sz="quarter" idx="26"/>
          </p:nvPr>
        </p:nvSpPr>
        <p:spPr/>
        <p:txBody>
          <a:bodyPr/>
          <a:lstStyle/>
          <a:p>
            <a:r>
              <a:rPr lang="en-001" i="1">
                <a:latin typeface="Times New Roman"/>
                <a:cs typeface="Times New Roman"/>
              </a:rPr>
              <a:t>Applying what you learned in Solution Pattern Modelling</a:t>
            </a:r>
          </a:p>
        </p:txBody>
      </p:sp>
      <p:sp>
        <p:nvSpPr>
          <p:cNvPr id="11" name="Rounded Rectangle 16">
            <a:extLst>
              <a:ext uri="{FF2B5EF4-FFF2-40B4-BE49-F238E27FC236}">
                <a16:creationId xmlns:a16="http://schemas.microsoft.com/office/drawing/2014/main" id="{0F796F7E-0CAA-3B1D-EAB3-132660EB795B}"/>
              </a:ext>
            </a:extLst>
          </p:cNvPr>
          <p:cNvSpPr>
            <a:spLocks noGrp="1" noRot="1" noMove="1" noResize="1" noEditPoints="1" noAdjustHandles="1" noChangeArrowheads="1" noChangeShapeType="1"/>
          </p:cNvSpPr>
          <p:nvPr/>
        </p:nvSpPr>
        <p:spPr>
          <a:xfrm>
            <a:off x="446250" y="2176040"/>
            <a:ext cx="3569457" cy="4169675"/>
          </a:xfrm>
          <a:prstGeom prst="roundRect">
            <a:avLst>
              <a:gd name="adj" fmla="val 8236"/>
            </a:avLst>
          </a:prstGeom>
          <a:solidFill>
            <a:schemeClr val="bg1"/>
          </a:solidFill>
          <a:ln w="38100">
            <a:gradFill flip="none" rotWithShape="1">
              <a:gsLst>
                <a:gs pos="0">
                  <a:schemeClr val="accent5"/>
                </a:gs>
                <a:gs pos="83000">
                  <a:schemeClr val="accent2"/>
                </a:gs>
                <a:gs pos="99000">
                  <a:schemeClr val="accent1"/>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800"/>
              </a:spcAft>
            </a:pPr>
            <a:r>
              <a:rPr lang="en-US" b="1">
                <a:solidFill>
                  <a:schemeClr val="tx1"/>
                </a:solidFill>
                <a:latin typeface="Times New Roman"/>
                <a:cs typeface="Times New Roman"/>
              </a:rPr>
              <a:t>How will your solution begin?</a:t>
            </a:r>
          </a:p>
        </p:txBody>
      </p:sp>
      <p:sp>
        <p:nvSpPr>
          <p:cNvPr id="13" name="Rounded Rectangle 16">
            <a:extLst>
              <a:ext uri="{FF2B5EF4-FFF2-40B4-BE49-F238E27FC236}">
                <a16:creationId xmlns:a16="http://schemas.microsoft.com/office/drawing/2014/main" id="{CA40B7C3-C447-AAD9-4886-DBC3BE5972D8}"/>
              </a:ext>
            </a:extLst>
          </p:cNvPr>
          <p:cNvSpPr>
            <a:spLocks noGrp="1" noRot="1" noMove="1" noResize="1" noEditPoints="1" noAdjustHandles="1" noChangeArrowheads="1" noChangeShapeType="1"/>
          </p:cNvSpPr>
          <p:nvPr/>
        </p:nvSpPr>
        <p:spPr>
          <a:xfrm>
            <a:off x="4388261" y="2176039"/>
            <a:ext cx="3569457" cy="4169675"/>
          </a:xfrm>
          <a:prstGeom prst="roundRect">
            <a:avLst>
              <a:gd name="adj" fmla="val 8236"/>
            </a:avLst>
          </a:prstGeom>
          <a:solidFill>
            <a:schemeClr val="bg1"/>
          </a:solidFill>
          <a:ln w="38100">
            <a:gradFill flip="none" rotWithShape="1">
              <a:gsLst>
                <a:gs pos="0">
                  <a:schemeClr val="accent5"/>
                </a:gs>
                <a:gs pos="83000">
                  <a:schemeClr val="accent2"/>
                </a:gs>
                <a:gs pos="99000">
                  <a:schemeClr val="accent1"/>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800"/>
              </a:spcAft>
            </a:pPr>
            <a:r>
              <a:rPr lang="en-US" b="1">
                <a:solidFill>
                  <a:schemeClr val="tx1"/>
                </a:solidFill>
                <a:latin typeface="Times New Roman"/>
                <a:cs typeface="Times New Roman"/>
              </a:rPr>
              <a:t>Where does it execute?</a:t>
            </a:r>
          </a:p>
        </p:txBody>
      </p:sp>
      <p:sp>
        <p:nvSpPr>
          <p:cNvPr id="15" name="Rounded Rectangle 16">
            <a:extLst>
              <a:ext uri="{FF2B5EF4-FFF2-40B4-BE49-F238E27FC236}">
                <a16:creationId xmlns:a16="http://schemas.microsoft.com/office/drawing/2014/main" id="{5C50AA0C-F8EA-C8CC-E40A-DB6036C47B02}"/>
              </a:ext>
            </a:extLst>
          </p:cNvPr>
          <p:cNvSpPr>
            <a:spLocks noGrp="1" noRot="1" noMove="1" noResize="1" noEditPoints="1" noAdjustHandles="1" noChangeArrowheads="1" noChangeShapeType="1"/>
          </p:cNvSpPr>
          <p:nvPr/>
        </p:nvSpPr>
        <p:spPr>
          <a:xfrm>
            <a:off x="8299688" y="2176038"/>
            <a:ext cx="3569457" cy="4169675"/>
          </a:xfrm>
          <a:prstGeom prst="roundRect">
            <a:avLst>
              <a:gd name="adj" fmla="val 8236"/>
            </a:avLst>
          </a:prstGeom>
          <a:solidFill>
            <a:schemeClr val="bg1"/>
          </a:solidFill>
          <a:ln w="38100">
            <a:gradFill flip="none" rotWithShape="1">
              <a:gsLst>
                <a:gs pos="0">
                  <a:schemeClr val="accent5"/>
                </a:gs>
                <a:gs pos="83000">
                  <a:schemeClr val="accent2"/>
                </a:gs>
                <a:gs pos="99000">
                  <a:schemeClr val="accent1"/>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800"/>
              </a:spcAft>
            </a:pPr>
            <a:r>
              <a:rPr lang="en-US" b="1">
                <a:solidFill>
                  <a:schemeClr val="tx1"/>
                </a:solidFill>
                <a:latin typeface="Times New Roman"/>
                <a:cs typeface="Times New Roman"/>
              </a:rPr>
              <a:t>How are humans involved?</a:t>
            </a:r>
          </a:p>
        </p:txBody>
      </p:sp>
      <p:sp>
        <p:nvSpPr>
          <p:cNvPr id="3" name="TextBox 2">
            <a:extLst>
              <a:ext uri="{FF2B5EF4-FFF2-40B4-BE49-F238E27FC236}">
                <a16:creationId xmlns:a16="http://schemas.microsoft.com/office/drawing/2014/main" id="{95E2C120-661E-1B19-2E54-98AEB00BEE08}"/>
              </a:ext>
            </a:extLst>
          </p:cNvPr>
          <p:cNvSpPr txBox="1"/>
          <p:nvPr/>
        </p:nvSpPr>
        <p:spPr>
          <a:xfrm>
            <a:off x="595086" y="2930618"/>
            <a:ext cx="3278984" cy="2893100"/>
          </a:xfrm>
          <a:prstGeom prst="rect">
            <a:avLst/>
          </a:prstGeom>
          <a:noFill/>
        </p:spPr>
        <p:txBody>
          <a:bodyPr wrap="square" lIns="91440" tIns="45720" rIns="91440" bIns="45720" rtlCol="0" anchor="t">
            <a:spAutoFit/>
          </a:bodyPr>
          <a:lstStyle/>
          <a:p>
            <a:r>
              <a:rPr lang="en-US" sz="1400">
                <a:latin typeface="Times New Roman"/>
                <a:ea typeface="+mn-lt"/>
                <a:cs typeface="Times New Roman"/>
              </a:rPr>
              <a:t>The solution begins when a loan application is submitted through the PVP Finance Ltd web form. A Universal Web Trigger receives the application payload, and the listener automation stores the application as a case record. The </a:t>
            </a:r>
            <a:r>
              <a:rPr lang="en-US" sz="1400" err="1">
                <a:latin typeface="Times New Roman"/>
                <a:ea typeface="+mn-lt"/>
                <a:cs typeface="Times New Roman"/>
              </a:rPr>
              <a:t>LoanInvestigationProcess</a:t>
            </a:r>
            <a:r>
              <a:rPr lang="en-US" sz="1400">
                <a:latin typeface="Times New Roman"/>
                <a:ea typeface="+mn-lt"/>
                <a:cs typeface="Times New Roman"/>
              </a:rPr>
              <a:t> is then started with the Loan Application ID and application JSON. Mozart orchestrates the investigation and invokes the </a:t>
            </a:r>
            <a:r>
              <a:rPr lang="en-US" sz="1400" err="1">
                <a:latin typeface="Times New Roman"/>
                <a:ea typeface="+mn-lt"/>
                <a:cs typeface="Times New Roman"/>
              </a:rPr>
              <a:t>LoanInvestigationAgent</a:t>
            </a:r>
            <a:r>
              <a:rPr lang="en-US" sz="1400">
                <a:latin typeface="Times New Roman"/>
                <a:ea typeface="+mn-lt"/>
                <a:cs typeface="Times New Roman"/>
              </a:rPr>
              <a:t>, which determines the required investigation actions dynamically.</a:t>
            </a:r>
          </a:p>
        </p:txBody>
      </p:sp>
      <p:sp>
        <p:nvSpPr>
          <p:cNvPr id="4" name="TextBox 3">
            <a:extLst>
              <a:ext uri="{FF2B5EF4-FFF2-40B4-BE49-F238E27FC236}">
                <a16:creationId xmlns:a16="http://schemas.microsoft.com/office/drawing/2014/main" id="{352158AF-1B7B-7058-B0BD-A35C3EE47D7B}"/>
              </a:ext>
            </a:extLst>
          </p:cNvPr>
          <p:cNvSpPr txBox="1"/>
          <p:nvPr/>
        </p:nvSpPr>
        <p:spPr>
          <a:xfrm>
            <a:off x="4552740" y="2694186"/>
            <a:ext cx="3112691" cy="3539430"/>
          </a:xfrm>
          <a:prstGeom prst="rect">
            <a:avLst/>
          </a:prstGeom>
          <a:noFill/>
        </p:spPr>
        <p:txBody>
          <a:bodyPr wrap="square" lIns="91440" tIns="45720" rIns="91440" bIns="45720" rtlCol="0" anchor="t">
            <a:spAutoFit/>
          </a:bodyPr>
          <a:lstStyle/>
          <a:p>
            <a:r>
              <a:rPr lang="en-US" sz="1400">
                <a:latin typeface="Times New Roman"/>
                <a:ea typeface="+mn-lt"/>
                <a:cs typeface="Times New Roman"/>
              </a:rPr>
              <a:t>The solution is orchestrated in </a:t>
            </a:r>
          </a:p>
          <a:p>
            <a:r>
              <a:rPr lang="en-US" sz="1400">
                <a:latin typeface="Times New Roman"/>
                <a:ea typeface="+mn-lt"/>
                <a:cs typeface="Times New Roman"/>
              </a:rPr>
              <a:t>Automation Anywhere Control Room </a:t>
            </a:r>
          </a:p>
          <a:p>
            <a:r>
              <a:rPr lang="en-US" sz="1400">
                <a:latin typeface="Times New Roman"/>
                <a:ea typeface="+mn-lt"/>
                <a:cs typeface="Times New Roman"/>
              </a:rPr>
              <a:t>using the Mozart </a:t>
            </a:r>
            <a:endParaRPr lang="en-US" sz="1400">
              <a:latin typeface="Times New Roman"/>
              <a:cs typeface="Times New Roman"/>
            </a:endParaRPr>
          </a:p>
          <a:p>
            <a:r>
              <a:rPr lang="en-US" sz="1400" err="1">
                <a:latin typeface="Times New Roman"/>
                <a:cs typeface="Times New Roman"/>
              </a:rPr>
              <a:t>LoanInvestigationProcess</a:t>
            </a:r>
            <a:r>
              <a:rPr lang="en-US" sz="1400">
                <a:latin typeface="Times New Roman"/>
                <a:ea typeface="+mn-lt"/>
                <a:cs typeface="Times New Roman"/>
              </a:rPr>
              <a:t>. </a:t>
            </a:r>
          </a:p>
          <a:p>
            <a:r>
              <a:rPr lang="en-US" sz="1400">
                <a:latin typeface="Times New Roman"/>
                <a:ea typeface="+mn-lt"/>
                <a:cs typeface="Times New Roman"/>
              </a:rPr>
              <a:t>The </a:t>
            </a:r>
            <a:r>
              <a:rPr lang="en-US" sz="1400" err="1">
                <a:latin typeface="Times New Roman"/>
                <a:cs typeface="Times New Roman"/>
              </a:rPr>
              <a:t>LoanInvestigationAgent</a:t>
            </a:r>
            <a:r>
              <a:rPr lang="en-US" sz="1400">
                <a:latin typeface="Times New Roman"/>
                <a:ea typeface="+mn-lt"/>
                <a:cs typeface="Times New Roman"/>
              </a:rPr>
              <a:t> and </a:t>
            </a:r>
          </a:p>
          <a:p>
            <a:r>
              <a:rPr lang="en-US" sz="1400">
                <a:latin typeface="Times New Roman"/>
                <a:ea typeface="+mn-lt"/>
                <a:cs typeface="Times New Roman"/>
              </a:rPr>
              <a:t>its Task Bot tools execute remotely </a:t>
            </a:r>
          </a:p>
          <a:p>
            <a:r>
              <a:rPr lang="en-US" sz="1400">
                <a:latin typeface="Times New Roman"/>
                <a:ea typeface="+mn-lt"/>
                <a:cs typeface="Times New Roman"/>
              </a:rPr>
              <a:t>through Automation Anywhere. </a:t>
            </a:r>
          </a:p>
          <a:p>
            <a:r>
              <a:rPr lang="en-US" sz="1400">
                <a:latin typeface="Times New Roman"/>
                <a:ea typeface="+mn-lt"/>
                <a:cs typeface="Times New Roman"/>
              </a:rPr>
              <a:t>The </a:t>
            </a:r>
            <a:r>
              <a:rPr lang="en-US" sz="1400" err="1">
                <a:latin typeface="Times New Roman"/>
                <a:cs typeface="Times New Roman"/>
              </a:rPr>
              <a:t>LoanDocumentAnalysisSkill</a:t>
            </a:r>
            <a:r>
              <a:rPr lang="en-US" sz="1400">
                <a:latin typeface="Times New Roman"/>
                <a:ea typeface="+mn-lt"/>
                <a:cs typeface="Times New Roman"/>
              </a:rPr>
              <a:t> </a:t>
            </a:r>
          </a:p>
          <a:p>
            <a:r>
              <a:rPr lang="en-US" sz="1400">
                <a:latin typeface="Times New Roman"/>
                <a:ea typeface="+mn-lt"/>
                <a:cs typeface="Times New Roman"/>
              </a:rPr>
              <a:t>provides AI-based application analysis,</a:t>
            </a:r>
          </a:p>
          <a:p>
            <a:r>
              <a:rPr lang="en-US" sz="1400">
                <a:latin typeface="Times New Roman"/>
                <a:ea typeface="+mn-lt"/>
                <a:cs typeface="Times New Roman"/>
              </a:rPr>
              <a:t>while Google Sheets is used for </a:t>
            </a:r>
          </a:p>
          <a:p>
            <a:r>
              <a:rPr lang="en-US" sz="1400">
                <a:latin typeface="Times New Roman"/>
                <a:ea typeface="+mn-lt"/>
                <a:cs typeface="Times New Roman"/>
              </a:rPr>
              <a:t>application records and customer-</a:t>
            </a:r>
          </a:p>
          <a:p>
            <a:r>
              <a:rPr lang="en-US" sz="1400">
                <a:latin typeface="Times New Roman"/>
                <a:ea typeface="+mn-lt"/>
                <a:cs typeface="Times New Roman"/>
              </a:rPr>
              <a:t>profile data. Credentials and </a:t>
            </a:r>
          </a:p>
          <a:p>
            <a:r>
              <a:rPr lang="en-US" sz="1400">
                <a:latin typeface="Times New Roman"/>
                <a:ea typeface="+mn-lt"/>
                <a:cs typeface="Times New Roman"/>
              </a:rPr>
              <a:t>connections are managed through </a:t>
            </a:r>
          </a:p>
          <a:p>
            <a:r>
              <a:rPr lang="en-US" sz="1400">
                <a:latin typeface="Times New Roman"/>
                <a:ea typeface="+mn-lt"/>
                <a:cs typeface="Times New Roman"/>
              </a:rPr>
              <a:t>Control Room rather than machine-</a:t>
            </a:r>
          </a:p>
          <a:p>
            <a:r>
              <a:rPr lang="en-US" sz="1400">
                <a:latin typeface="Times New Roman"/>
                <a:ea typeface="+mn-lt"/>
                <a:cs typeface="Times New Roman"/>
              </a:rPr>
              <a:t>specific paths, supporting an </a:t>
            </a:r>
          </a:p>
          <a:p>
            <a:r>
              <a:rPr lang="en-US" sz="1400">
                <a:latin typeface="Times New Roman"/>
                <a:ea typeface="+mn-lt"/>
                <a:cs typeface="Times New Roman"/>
              </a:rPr>
              <a:t>environment-agnostic design.</a:t>
            </a:r>
            <a:endParaRPr lang="en-US" sz="1400">
              <a:latin typeface="Times New Roman"/>
              <a:cs typeface="Times New Roman"/>
            </a:endParaRPr>
          </a:p>
        </p:txBody>
      </p:sp>
      <p:sp>
        <p:nvSpPr>
          <p:cNvPr id="5" name="TextBox 4">
            <a:extLst>
              <a:ext uri="{FF2B5EF4-FFF2-40B4-BE49-F238E27FC236}">
                <a16:creationId xmlns:a16="http://schemas.microsoft.com/office/drawing/2014/main" id="{B89EF2A0-7627-1474-A50D-0DAE911473AD}"/>
              </a:ext>
            </a:extLst>
          </p:cNvPr>
          <p:cNvSpPr txBox="1"/>
          <p:nvPr/>
        </p:nvSpPr>
        <p:spPr>
          <a:xfrm>
            <a:off x="8413540" y="2714897"/>
            <a:ext cx="3326873" cy="3323987"/>
          </a:xfrm>
          <a:prstGeom prst="rect">
            <a:avLst/>
          </a:prstGeom>
          <a:noFill/>
        </p:spPr>
        <p:txBody>
          <a:bodyPr wrap="none" lIns="91440" tIns="45720" rIns="91440" bIns="45720" rtlCol="0" anchor="t">
            <a:spAutoFit/>
          </a:bodyPr>
          <a:lstStyle/>
          <a:p>
            <a:r>
              <a:rPr lang="en-US" sz="1400">
                <a:latin typeface="Times New Roman"/>
                <a:cs typeface="Times New Roman"/>
              </a:rPr>
              <a:t>Human review is invoked only when the </a:t>
            </a:r>
            <a:endParaRPr lang="en-US" sz="1400" i="1">
              <a:latin typeface="Times New Roman"/>
              <a:cs typeface="Times New Roman"/>
            </a:endParaRPr>
          </a:p>
          <a:p>
            <a:r>
              <a:rPr lang="en-US" sz="1400">
                <a:latin typeface="Times New Roman"/>
                <a:cs typeface="Times New Roman"/>
              </a:rPr>
              <a:t>Agent cannot reach a sufficiently </a:t>
            </a:r>
            <a:endParaRPr lang="en-US" sz="1400" i="1">
              <a:latin typeface="Times New Roman"/>
              <a:cs typeface="Times New Roman"/>
            </a:endParaRPr>
          </a:p>
          <a:p>
            <a:r>
              <a:rPr lang="en-US" sz="1400">
                <a:latin typeface="Times New Roman"/>
                <a:cs typeface="Times New Roman"/>
              </a:rPr>
              <a:t>grounded outcome from the available </a:t>
            </a:r>
            <a:endParaRPr lang="en-US" sz="1400" i="1">
              <a:latin typeface="Times New Roman"/>
              <a:cs typeface="Times New Roman"/>
            </a:endParaRPr>
          </a:p>
          <a:p>
            <a:r>
              <a:rPr lang="en-US" sz="1400">
                <a:latin typeface="Times New Roman"/>
                <a:cs typeface="Times New Roman"/>
              </a:rPr>
              <a:t>evidence, such as missing information, </a:t>
            </a:r>
            <a:endParaRPr lang="en-US" sz="1400" i="1">
              <a:latin typeface="Times New Roman"/>
              <a:cs typeface="Times New Roman"/>
            </a:endParaRPr>
          </a:p>
          <a:p>
            <a:r>
              <a:rPr lang="en-US" sz="1400">
                <a:latin typeface="Times New Roman"/>
                <a:cs typeface="Times New Roman"/>
              </a:rPr>
              <a:t>unresolved discrepancies, unavailable </a:t>
            </a:r>
            <a:endParaRPr lang="en-US" sz="1400" i="1">
              <a:latin typeface="Times New Roman"/>
              <a:cs typeface="Times New Roman"/>
            </a:endParaRPr>
          </a:p>
          <a:p>
            <a:r>
              <a:rPr lang="en-US" sz="1400">
                <a:latin typeface="Times New Roman"/>
                <a:cs typeface="Times New Roman"/>
              </a:rPr>
              <a:t>customer-profile verification, or findings </a:t>
            </a:r>
            <a:endParaRPr lang="en-US" sz="1400" i="1">
              <a:latin typeface="Times New Roman"/>
              <a:cs typeface="Times New Roman"/>
            </a:endParaRPr>
          </a:p>
          <a:p>
            <a:r>
              <a:rPr lang="en-US" sz="1400">
                <a:latin typeface="Times New Roman"/>
                <a:cs typeface="Times New Roman"/>
              </a:rPr>
              <a:t>requiring further review. The reviewer </a:t>
            </a:r>
            <a:endParaRPr lang="en-US" sz="1400" i="1">
              <a:latin typeface="Times New Roman"/>
              <a:cs typeface="Times New Roman"/>
            </a:endParaRPr>
          </a:p>
          <a:p>
            <a:r>
              <a:rPr lang="en-US" sz="1400">
                <a:latin typeface="Times New Roman"/>
                <a:cs typeface="Times New Roman"/>
              </a:rPr>
              <a:t>provides additional information through </a:t>
            </a:r>
            <a:endParaRPr lang="en-US" sz="1400" i="1">
              <a:latin typeface="Times New Roman"/>
              <a:cs typeface="Times New Roman"/>
            </a:endParaRPr>
          </a:p>
          <a:p>
            <a:r>
              <a:rPr lang="en-US" sz="1400">
                <a:latin typeface="Times New Roman"/>
                <a:cs typeface="Times New Roman"/>
              </a:rPr>
              <a:t>Human-in-the-Loop, after which the Agent </a:t>
            </a:r>
            <a:endParaRPr lang="en-US" sz="1400" i="1">
              <a:latin typeface="Times New Roman"/>
              <a:cs typeface="Times New Roman"/>
            </a:endParaRPr>
          </a:p>
          <a:p>
            <a:r>
              <a:rPr lang="en-US" sz="1400">
                <a:latin typeface="Times New Roman"/>
                <a:cs typeface="Times New Roman"/>
              </a:rPr>
              <a:t>resumes the investigation. PROCEED </a:t>
            </a:r>
            <a:endParaRPr lang="en-US" sz="1400" i="1">
              <a:latin typeface="Times New Roman"/>
              <a:cs typeface="Times New Roman"/>
            </a:endParaRPr>
          </a:p>
          <a:p>
            <a:r>
              <a:rPr lang="en-US" sz="1400">
                <a:latin typeface="Times New Roman"/>
                <a:cs typeface="Times New Roman"/>
              </a:rPr>
              <a:t>means continue to the next business </a:t>
            </a:r>
            <a:endParaRPr lang="en-US" sz="1400" i="1">
              <a:latin typeface="Times New Roman"/>
              <a:cs typeface="Times New Roman"/>
            </a:endParaRPr>
          </a:p>
          <a:p>
            <a:r>
              <a:rPr lang="en-US" sz="1400">
                <a:latin typeface="Times New Roman"/>
                <a:cs typeface="Times New Roman"/>
              </a:rPr>
              <a:t>stage and is not a loan approval; </a:t>
            </a:r>
            <a:endParaRPr lang="en-US" sz="1400" i="1">
              <a:latin typeface="Times New Roman"/>
              <a:cs typeface="Times New Roman"/>
            </a:endParaRPr>
          </a:p>
          <a:p>
            <a:r>
              <a:rPr lang="en-US" sz="1400">
                <a:latin typeface="Times New Roman"/>
                <a:cs typeface="Times New Roman"/>
              </a:rPr>
              <a:t>HUMAN_REVIEW indicates that </a:t>
            </a:r>
            <a:endParaRPr lang="en-US" sz="1400" i="1">
              <a:latin typeface="Times New Roman"/>
              <a:cs typeface="Times New Roman"/>
            </a:endParaRPr>
          </a:p>
          <a:p>
            <a:r>
              <a:rPr lang="en-US" sz="1400">
                <a:latin typeface="Times New Roman"/>
                <a:cs typeface="Times New Roman"/>
              </a:rPr>
              <a:t>additional human verification is required </a:t>
            </a:r>
            <a:endParaRPr lang="en-US" sz="1400" i="1">
              <a:latin typeface="Times New Roman"/>
              <a:cs typeface="Times New Roman"/>
            </a:endParaRPr>
          </a:p>
          <a:p>
            <a:r>
              <a:rPr lang="en-US" sz="1400">
                <a:latin typeface="Times New Roman"/>
                <a:cs typeface="Times New Roman"/>
              </a:rPr>
              <a:t>and is not a rejection.</a:t>
            </a:r>
            <a:endParaRPr lang="en-US" sz="1400" i="1">
              <a:latin typeface="Times New Roman"/>
              <a:cs typeface="Times New Roman"/>
            </a:endParaRPr>
          </a:p>
        </p:txBody>
      </p:sp>
    </p:spTree>
    <p:custDataLst>
      <p:tags r:id="rId1"/>
    </p:custDataLst>
    <p:extLst>
      <p:ext uri="{BB962C8B-B14F-4D97-AF65-F5344CB8AC3E}">
        <p14:creationId xmlns:p14="http://schemas.microsoft.com/office/powerpoint/2010/main" val="781776576"/>
      </p:ext>
    </p:extLst>
  </p:cSld>
  <p:clrMapOvr>
    <a:masterClrMapping/>
  </p:clrMapOvr>
  <mc:AlternateContent xmlns:mc="http://schemas.openxmlformats.org/markup-compatibility/2006">
    <mc:Choice xmlns:p14="http://schemas.microsoft.com/office/powerpoint/2010/main" Requires="p14">
      <p:transition spd="slow" p14:dur="2000" advTm="100320"/>
    </mc:Choice>
    <mc:Fallback>
      <p:transition spd="slow" advTm="10032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7D1FD30-2261-EAE3-F5B0-5B17B7B51B84}"/>
              </a:ext>
            </a:extLst>
          </p:cNvPr>
          <p:cNvSpPr>
            <a:spLocks noGrp="1"/>
          </p:cNvSpPr>
          <p:nvPr>
            <p:ph type="body" sz="quarter" idx="13"/>
          </p:nvPr>
        </p:nvSpPr>
        <p:spPr/>
        <p:txBody>
          <a:bodyPr/>
          <a:lstStyle/>
          <a:p>
            <a:r>
              <a:rPr lang="en-US">
                <a:latin typeface="Times New Roman"/>
                <a:cs typeface="Times New Roman"/>
              </a:rPr>
              <a:t>AI Evaluations Evidence Submission</a:t>
            </a:r>
          </a:p>
        </p:txBody>
      </p:sp>
      <p:sp>
        <p:nvSpPr>
          <p:cNvPr id="5" name="Text Placeholder 5">
            <a:extLst>
              <a:ext uri="{FF2B5EF4-FFF2-40B4-BE49-F238E27FC236}">
                <a16:creationId xmlns:a16="http://schemas.microsoft.com/office/drawing/2014/main" id="{8349BD0C-12E7-6E5A-C004-A0F284C49F67}"/>
              </a:ext>
            </a:extLst>
          </p:cNvPr>
          <p:cNvSpPr>
            <a:spLocks noGrp="1"/>
          </p:cNvSpPr>
          <p:nvPr>
            <p:ph type="body" sz="quarter" idx="26"/>
          </p:nvPr>
        </p:nvSpPr>
        <p:spPr>
          <a:xfrm>
            <a:off x="407988" y="1554163"/>
            <a:ext cx="11358562" cy="481012"/>
          </a:xfrm>
        </p:spPr>
        <p:txBody>
          <a:bodyPr/>
          <a:lstStyle/>
          <a:p>
            <a:r>
              <a:rPr lang="en-US" i="1">
                <a:latin typeface="Times New Roman"/>
                <a:cs typeface="Times New Roman"/>
              </a:rPr>
              <a:t>AI Skill and Agent name here</a:t>
            </a:r>
            <a:endParaRPr lang="en-001" i="1">
              <a:latin typeface="Times New Roman"/>
              <a:cs typeface="Times New Roman"/>
            </a:endParaRPr>
          </a:p>
        </p:txBody>
      </p:sp>
      <p:sp>
        <p:nvSpPr>
          <p:cNvPr id="6" name="TextBox 5">
            <a:extLst>
              <a:ext uri="{FF2B5EF4-FFF2-40B4-BE49-F238E27FC236}">
                <a16:creationId xmlns:a16="http://schemas.microsoft.com/office/drawing/2014/main" id="{C1DB6CB8-9CFF-79C1-88DB-977E5DFF4A7C}"/>
              </a:ext>
            </a:extLst>
          </p:cNvPr>
          <p:cNvSpPr txBox="1"/>
          <p:nvPr/>
        </p:nvSpPr>
        <p:spPr>
          <a:xfrm>
            <a:off x="475627" y="2099389"/>
            <a:ext cx="664233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err="1">
                <a:latin typeface="Times New Roman"/>
                <a:ea typeface="+mn-lt"/>
                <a:cs typeface="Times New Roman"/>
              </a:rPr>
              <a:t>LoanDocumentAnalysisSkill</a:t>
            </a:r>
            <a:r>
              <a:rPr lang="en-US" b="1">
                <a:latin typeface="Times New Roman"/>
                <a:ea typeface="+mn-lt"/>
                <a:cs typeface="Times New Roman"/>
              </a:rPr>
              <a:t> – Complete Input Evaluation</a:t>
            </a:r>
            <a:endParaRPr lang="en-US" b="1">
              <a:latin typeface="Times New Roman"/>
              <a:cs typeface="Times New Roman"/>
            </a:endParaRPr>
          </a:p>
        </p:txBody>
      </p:sp>
      <p:pic>
        <p:nvPicPr>
          <p:cNvPr id="7" name="Picture 6">
            <a:extLst>
              <a:ext uri="{FF2B5EF4-FFF2-40B4-BE49-F238E27FC236}">
                <a16:creationId xmlns:a16="http://schemas.microsoft.com/office/drawing/2014/main" id="{54539D35-95BE-EED0-6E1C-698A0D421CB0}"/>
              </a:ext>
            </a:extLst>
          </p:cNvPr>
          <p:cNvPicPr>
            <a:picLocks noChangeAspect="1"/>
          </p:cNvPicPr>
          <p:nvPr/>
        </p:nvPicPr>
        <p:blipFill>
          <a:blip r:embed="rId3"/>
          <a:stretch>
            <a:fillRect/>
          </a:stretch>
        </p:blipFill>
        <p:spPr>
          <a:xfrm>
            <a:off x="419910" y="2663406"/>
            <a:ext cx="9698785" cy="3429000"/>
          </a:xfrm>
          <a:prstGeom prst="rect">
            <a:avLst/>
          </a:prstGeom>
        </p:spPr>
      </p:pic>
    </p:spTree>
    <p:extLst>
      <p:ext uri="{BB962C8B-B14F-4D97-AF65-F5344CB8AC3E}">
        <p14:creationId xmlns:p14="http://schemas.microsoft.com/office/powerpoint/2010/main" val="37224859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FB5F4-5F6E-6AC4-85B2-187D0F14DB2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1ECE1BC-1E71-5FC7-0DD4-FD2705813909}"/>
              </a:ext>
            </a:extLst>
          </p:cNvPr>
          <p:cNvSpPr>
            <a:spLocks noGrp="1"/>
          </p:cNvSpPr>
          <p:nvPr>
            <p:ph type="body" sz="quarter" idx="13"/>
          </p:nvPr>
        </p:nvSpPr>
        <p:spPr/>
        <p:txBody>
          <a:bodyPr/>
          <a:lstStyle/>
          <a:p>
            <a:r>
              <a:rPr lang="en-US">
                <a:latin typeface="Times New Roman"/>
                <a:cs typeface="Times New Roman"/>
              </a:rPr>
              <a:t>AI Evaluations Evidence Submission</a:t>
            </a:r>
          </a:p>
        </p:txBody>
      </p:sp>
      <p:sp>
        <p:nvSpPr>
          <p:cNvPr id="5" name="Text Placeholder 5">
            <a:extLst>
              <a:ext uri="{FF2B5EF4-FFF2-40B4-BE49-F238E27FC236}">
                <a16:creationId xmlns:a16="http://schemas.microsoft.com/office/drawing/2014/main" id="{4407A5ED-AEC3-2232-85B0-870C0F9A52D2}"/>
              </a:ext>
            </a:extLst>
          </p:cNvPr>
          <p:cNvSpPr>
            <a:spLocks noGrp="1"/>
          </p:cNvSpPr>
          <p:nvPr>
            <p:ph type="body" sz="quarter" idx="26"/>
          </p:nvPr>
        </p:nvSpPr>
        <p:spPr>
          <a:xfrm>
            <a:off x="407988" y="1554163"/>
            <a:ext cx="11358562" cy="481012"/>
          </a:xfrm>
        </p:spPr>
        <p:txBody>
          <a:bodyPr/>
          <a:lstStyle/>
          <a:p>
            <a:r>
              <a:rPr lang="en-US" i="1">
                <a:latin typeface="Times New Roman"/>
                <a:cs typeface="Times New Roman"/>
              </a:rPr>
              <a:t>AI Skill and Agent name here</a:t>
            </a:r>
            <a:endParaRPr lang="en-001" i="1">
              <a:latin typeface="Times New Roman"/>
              <a:cs typeface="Times New Roman"/>
            </a:endParaRPr>
          </a:p>
        </p:txBody>
      </p:sp>
      <p:sp>
        <p:nvSpPr>
          <p:cNvPr id="4" name="TextBox 3">
            <a:extLst>
              <a:ext uri="{FF2B5EF4-FFF2-40B4-BE49-F238E27FC236}">
                <a16:creationId xmlns:a16="http://schemas.microsoft.com/office/drawing/2014/main" id="{9487961B-AE4B-A53F-2248-FB6BE2F05641}"/>
              </a:ext>
            </a:extLst>
          </p:cNvPr>
          <p:cNvSpPr txBox="1"/>
          <p:nvPr/>
        </p:nvSpPr>
        <p:spPr>
          <a:xfrm>
            <a:off x="475627" y="2099389"/>
            <a:ext cx="664233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err="1">
                <a:latin typeface="Times New Roman"/>
                <a:ea typeface="+mn-lt"/>
                <a:cs typeface="Times New Roman"/>
              </a:rPr>
              <a:t>LoanDocumentAnalysisSkill</a:t>
            </a:r>
            <a:r>
              <a:rPr lang="en-US" b="1">
                <a:latin typeface="Times New Roman"/>
                <a:ea typeface="+mn-lt"/>
                <a:cs typeface="Times New Roman"/>
              </a:rPr>
              <a:t> – Incomplete Input Evaluation</a:t>
            </a:r>
            <a:endParaRPr lang="en-US" b="1">
              <a:latin typeface="Times New Roman"/>
              <a:cs typeface="Times New Roman"/>
            </a:endParaRPr>
          </a:p>
        </p:txBody>
      </p:sp>
      <p:pic>
        <p:nvPicPr>
          <p:cNvPr id="7" name="Picture 6">
            <a:extLst>
              <a:ext uri="{FF2B5EF4-FFF2-40B4-BE49-F238E27FC236}">
                <a16:creationId xmlns:a16="http://schemas.microsoft.com/office/drawing/2014/main" id="{9DF01FC5-2DE9-2C6B-8555-11823F6F3247}"/>
              </a:ext>
            </a:extLst>
          </p:cNvPr>
          <p:cNvPicPr>
            <a:picLocks noChangeAspect="1"/>
          </p:cNvPicPr>
          <p:nvPr/>
        </p:nvPicPr>
        <p:blipFill>
          <a:blip r:embed="rId3"/>
          <a:stretch>
            <a:fillRect/>
          </a:stretch>
        </p:blipFill>
        <p:spPr>
          <a:xfrm>
            <a:off x="416405" y="2624946"/>
            <a:ext cx="9389492" cy="3390900"/>
          </a:xfrm>
          <a:prstGeom prst="rect">
            <a:avLst/>
          </a:prstGeom>
        </p:spPr>
      </p:pic>
    </p:spTree>
    <p:extLst>
      <p:ext uri="{BB962C8B-B14F-4D97-AF65-F5344CB8AC3E}">
        <p14:creationId xmlns:p14="http://schemas.microsoft.com/office/powerpoint/2010/main" val="22322941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44A3F-0A93-66E0-A519-FD4E9F92A45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AD4C010-A59A-6A3B-190E-EFBEAD1ED310}"/>
              </a:ext>
            </a:extLst>
          </p:cNvPr>
          <p:cNvSpPr>
            <a:spLocks noGrp="1"/>
          </p:cNvSpPr>
          <p:nvPr>
            <p:ph type="body" sz="quarter" idx="13"/>
          </p:nvPr>
        </p:nvSpPr>
        <p:spPr/>
        <p:txBody>
          <a:bodyPr/>
          <a:lstStyle/>
          <a:p>
            <a:r>
              <a:rPr lang="en-US">
                <a:latin typeface="Times New Roman"/>
                <a:cs typeface="Times New Roman"/>
              </a:rPr>
              <a:t>AI Evaluations Evidence Submission</a:t>
            </a:r>
          </a:p>
        </p:txBody>
      </p:sp>
      <p:sp>
        <p:nvSpPr>
          <p:cNvPr id="5" name="Text Placeholder 5">
            <a:extLst>
              <a:ext uri="{FF2B5EF4-FFF2-40B4-BE49-F238E27FC236}">
                <a16:creationId xmlns:a16="http://schemas.microsoft.com/office/drawing/2014/main" id="{FD626206-E59E-A872-D157-50D8E3E671E7}"/>
              </a:ext>
            </a:extLst>
          </p:cNvPr>
          <p:cNvSpPr>
            <a:spLocks noGrp="1"/>
          </p:cNvSpPr>
          <p:nvPr>
            <p:ph type="body" sz="quarter" idx="26"/>
          </p:nvPr>
        </p:nvSpPr>
        <p:spPr>
          <a:xfrm>
            <a:off x="407988" y="1554163"/>
            <a:ext cx="11358562" cy="481012"/>
          </a:xfrm>
        </p:spPr>
        <p:txBody>
          <a:bodyPr/>
          <a:lstStyle/>
          <a:p>
            <a:r>
              <a:rPr lang="en-US" i="1">
                <a:latin typeface="Times New Roman"/>
                <a:cs typeface="Times New Roman"/>
              </a:rPr>
              <a:t>AI Skill and Agent name here</a:t>
            </a:r>
            <a:endParaRPr lang="en-001" i="1">
              <a:latin typeface="Times New Roman"/>
              <a:cs typeface="Times New Roman"/>
            </a:endParaRPr>
          </a:p>
        </p:txBody>
      </p:sp>
      <p:sp>
        <p:nvSpPr>
          <p:cNvPr id="3" name="TextBox 2">
            <a:extLst>
              <a:ext uri="{FF2B5EF4-FFF2-40B4-BE49-F238E27FC236}">
                <a16:creationId xmlns:a16="http://schemas.microsoft.com/office/drawing/2014/main" id="{CFF3EC8C-8333-9C7D-501D-F5E9EB35082F}"/>
              </a:ext>
            </a:extLst>
          </p:cNvPr>
          <p:cNvSpPr txBox="1"/>
          <p:nvPr/>
        </p:nvSpPr>
        <p:spPr>
          <a:xfrm>
            <a:off x="590938" y="2044518"/>
            <a:ext cx="670483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err="1">
                <a:latin typeface="Times New Roman"/>
                <a:ea typeface="+mn-lt"/>
                <a:cs typeface="Times New Roman"/>
              </a:rPr>
              <a:t>LoanInvestigationAgent</a:t>
            </a:r>
            <a:r>
              <a:rPr lang="en-US" b="1">
                <a:latin typeface="Times New Roman"/>
                <a:ea typeface="+mn-lt"/>
                <a:cs typeface="Times New Roman"/>
              </a:rPr>
              <a:t> – Complete Input Evaluation</a:t>
            </a:r>
            <a:endParaRPr lang="en-US" b="1">
              <a:latin typeface="Times New Roman"/>
              <a:cs typeface="Times New Roman"/>
            </a:endParaRPr>
          </a:p>
        </p:txBody>
      </p:sp>
      <p:pic>
        <p:nvPicPr>
          <p:cNvPr id="4" name="Picture 3">
            <a:extLst>
              <a:ext uri="{FF2B5EF4-FFF2-40B4-BE49-F238E27FC236}">
                <a16:creationId xmlns:a16="http://schemas.microsoft.com/office/drawing/2014/main" id="{751C2DF7-D86C-D031-1279-861FD3B0FDA7}"/>
              </a:ext>
            </a:extLst>
          </p:cNvPr>
          <p:cNvPicPr>
            <a:picLocks noChangeAspect="1"/>
          </p:cNvPicPr>
          <p:nvPr/>
        </p:nvPicPr>
        <p:blipFill>
          <a:blip r:embed="rId3"/>
          <a:stretch>
            <a:fillRect/>
          </a:stretch>
        </p:blipFill>
        <p:spPr>
          <a:xfrm>
            <a:off x="599986" y="2589093"/>
            <a:ext cx="7124520" cy="3692645"/>
          </a:xfrm>
          <a:prstGeom prst="rect">
            <a:avLst/>
          </a:prstGeom>
        </p:spPr>
      </p:pic>
    </p:spTree>
    <p:extLst>
      <p:ext uri="{BB962C8B-B14F-4D97-AF65-F5344CB8AC3E}">
        <p14:creationId xmlns:p14="http://schemas.microsoft.com/office/powerpoint/2010/main" val="41979344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9B80D-A28F-B881-E17B-2BB4E4717F1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B8BF613-48F1-3286-026B-4AFBB7C98FBE}"/>
              </a:ext>
            </a:extLst>
          </p:cNvPr>
          <p:cNvSpPr>
            <a:spLocks noGrp="1"/>
          </p:cNvSpPr>
          <p:nvPr>
            <p:ph type="body" sz="quarter" idx="13"/>
          </p:nvPr>
        </p:nvSpPr>
        <p:spPr/>
        <p:txBody>
          <a:bodyPr/>
          <a:lstStyle/>
          <a:p>
            <a:r>
              <a:rPr lang="en-US">
                <a:latin typeface="Times New Roman"/>
                <a:cs typeface="Times New Roman"/>
              </a:rPr>
              <a:t>AI Evaluations Details</a:t>
            </a:r>
          </a:p>
        </p:txBody>
      </p:sp>
      <p:sp>
        <p:nvSpPr>
          <p:cNvPr id="11" name="Text Placeholder 5">
            <a:extLst>
              <a:ext uri="{FF2B5EF4-FFF2-40B4-BE49-F238E27FC236}">
                <a16:creationId xmlns:a16="http://schemas.microsoft.com/office/drawing/2014/main" id="{E0526AD2-6A1F-4CE0-2F0D-E49788C50EF8}"/>
              </a:ext>
            </a:extLst>
          </p:cNvPr>
          <p:cNvSpPr>
            <a:spLocks noGrp="1"/>
          </p:cNvSpPr>
          <p:nvPr>
            <p:ph type="body" sz="quarter" idx="26"/>
          </p:nvPr>
        </p:nvSpPr>
        <p:spPr/>
        <p:txBody>
          <a:bodyPr/>
          <a:lstStyle/>
          <a:p>
            <a:r>
              <a:rPr lang="en-US" i="1">
                <a:latin typeface="Times New Roman"/>
                <a:cs typeface="Times New Roman"/>
              </a:rPr>
              <a:t>AI Skill and Agent name here</a:t>
            </a:r>
            <a:endParaRPr lang="en-001" i="1">
              <a:latin typeface="Times New Roman"/>
              <a:cs typeface="Times New Roman"/>
            </a:endParaRPr>
          </a:p>
        </p:txBody>
      </p:sp>
      <p:sp>
        <p:nvSpPr>
          <p:cNvPr id="3" name="Rounded Rectangle 16">
            <a:extLst>
              <a:ext uri="{FF2B5EF4-FFF2-40B4-BE49-F238E27FC236}">
                <a16:creationId xmlns:a16="http://schemas.microsoft.com/office/drawing/2014/main" id="{B78A315F-6239-EB04-C63C-50A217691B03}"/>
              </a:ext>
            </a:extLst>
          </p:cNvPr>
          <p:cNvSpPr>
            <a:spLocks noGrp="1" noRot="1" noMove="1" noResize="1" noEditPoints="1" noAdjustHandles="1" noChangeArrowheads="1" noChangeShapeType="1"/>
          </p:cNvSpPr>
          <p:nvPr/>
        </p:nvSpPr>
        <p:spPr>
          <a:xfrm>
            <a:off x="446250" y="2176040"/>
            <a:ext cx="3569457" cy="4169675"/>
          </a:xfrm>
          <a:prstGeom prst="roundRect">
            <a:avLst>
              <a:gd name="adj" fmla="val 8236"/>
            </a:avLst>
          </a:prstGeom>
          <a:solidFill>
            <a:schemeClr val="bg1"/>
          </a:solidFill>
          <a:ln w="38100">
            <a:gradFill flip="none" rotWithShape="1">
              <a:gsLst>
                <a:gs pos="0">
                  <a:schemeClr val="accent5"/>
                </a:gs>
                <a:gs pos="83000">
                  <a:schemeClr val="accent2"/>
                </a:gs>
                <a:gs pos="99000">
                  <a:schemeClr val="accent1"/>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b="1">
                <a:solidFill>
                  <a:schemeClr val="tx1"/>
                </a:solidFill>
                <a:latin typeface="Times New Roman"/>
                <a:cs typeface="Times New Roman"/>
              </a:rPr>
              <a:t>Why did you select that evaluation type?</a:t>
            </a:r>
          </a:p>
        </p:txBody>
      </p:sp>
      <p:sp>
        <p:nvSpPr>
          <p:cNvPr id="4" name="Rounded Rectangle 16">
            <a:extLst>
              <a:ext uri="{FF2B5EF4-FFF2-40B4-BE49-F238E27FC236}">
                <a16:creationId xmlns:a16="http://schemas.microsoft.com/office/drawing/2014/main" id="{B71EBB48-25C9-9D81-7FC2-D15BF1FDE5E2}"/>
              </a:ext>
            </a:extLst>
          </p:cNvPr>
          <p:cNvSpPr>
            <a:spLocks noGrp="1" noRot="1" noMove="1" noResize="1" noEditPoints="1" noAdjustHandles="1" noChangeArrowheads="1" noChangeShapeType="1"/>
          </p:cNvSpPr>
          <p:nvPr/>
        </p:nvSpPr>
        <p:spPr>
          <a:xfrm>
            <a:off x="4388261" y="2176039"/>
            <a:ext cx="3569457" cy="4169675"/>
          </a:xfrm>
          <a:prstGeom prst="roundRect">
            <a:avLst>
              <a:gd name="adj" fmla="val 8236"/>
            </a:avLst>
          </a:prstGeom>
          <a:solidFill>
            <a:schemeClr val="bg1"/>
          </a:solidFill>
          <a:ln w="38100">
            <a:gradFill flip="none" rotWithShape="1">
              <a:gsLst>
                <a:gs pos="0">
                  <a:schemeClr val="accent5"/>
                </a:gs>
                <a:gs pos="83000">
                  <a:schemeClr val="accent2"/>
                </a:gs>
                <a:gs pos="99000">
                  <a:schemeClr val="accent1"/>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800"/>
              </a:spcAft>
              <a:buClrTx/>
              <a:buSzTx/>
              <a:buFontTx/>
              <a:buNone/>
              <a:tabLst/>
              <a:defRPr/>
            </a:pPr>
            <a:r>
              <a:rPr kumimoji="0" lang="en-US" sz="1800" b="1" i="0" u="none" strike="noStrike" kern="1200" cap="none" spc="0" normalizeH="0" baseline="0" noProof="0">
                <a:ln>
                  <a:noFill/>
                </a:ln>
                <a:solidFill>
                  <a:schemeClr val="tx1"/>
                </a:solidFill>
                <a:effectLst/>
                <a:uLnTx/>
                <a:uFillTx/>
                <a:latin typeface="Times New Roman"/>
                <a:cs typeface="Times New Roman"/>
              </a:rPr>
              <a:t>Why did or didn’t you provide ground truth?</a:t>
            </a:r>
            <a:endParaRPr lang="en-US" b="1">
              <a:solidFill>
                <a:schemeClr val="tx1"/>
              </a:solidFill>
              <a:latin typeface="Times New Roman"/>
              <a:cs typeface="Times New Roman"/>
            </a:endParaRPr>
          </a:p>
        </p:txBody>
      </p:sp>
      <p:sp>
        <p:nvSpPr>
          <p:cNvPr id="5" name="Rounded Rectangle 16">
            <a:extLst>
              <a:ext uri="{FF2B5EF4-FFF2-40B4-BE49-F238E27FC236}">
                <a16:creationId xmlns:a16="http://schemas.microsoft.com/office/drawing/2014/main" id="{5564E0B6-3E3D-8419-A206-F5C0D9CEB0EE}"/>
              </a:ext>
            </a:extLst>
          </p:cNvPr>
          <p:cNvSpPr>
            <a:spLocks noGrp="1" noRot="1" noMove="1" noResize="1" noEditPoints="1" noAdjustHandles="1" noChangeArrowheads="1" noChangeShapeType="1"/>
          </p:cNvSpPr>
          <p:nvPr/>
        </p:nvSpPr>
        <p:spPr>
          <a:xfrm>
            <a:off x="8299688" y="2176038"/>
            <a:ext cx="3569457" cy="4169675"/>
          </a:xfrm>
          <a:prstGeom prst="roundRect">
            <a:avLst>
              <a:gd name="adj" fmla="val 8236"/>
            </a:avLst>
          </a:prstGeom>
          <a:solidFill>
            <a:schemeClr val="bg1"/>
          </a:solidFill>
          <a:ln w="38100">
            <a:gradFill flip="none" rotWithShape="1">
              <a:gsLst>
                <a:gs pos="0">
                  <a:schemeClr val="accent5"/>
                </a:gs>
                <a:gs pos="83000">
                  <a:schemeClr val="accent2"/>
                </a:gs>
                <a:gs pos="99000">
                  <a:schemeClr val="accent1"/>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800"/>
              </a:spcAft>
              <a:buClrTx/>
              <a:buSzTx/>
              <a:buFontTx/>
              <a:buNone/>
              <a:tabLst/>
              <a:defRPr/>
            </a:pPr>
            <a:r>
              <a:rPr kumimoji="0" lang="en-US" sz="1800" b="1" i="0" u="none" strike="noStrike" kern="1200" cap="none" spc="0" normalizeH="0" baseline="0" noProof="0">
                <a:ln>
                  <a:noFill/>
                </a:ln>
                <a:solidFill>
                  <a:schemeClr val="tx1"/>
                </a:solidFill>
                <a:effectLst/>
                <a:uLnTx/>
                <a:uFillTx/>
                <a:latin typeface="Times New Roman"/>
                <a:cs typeface="Times New Roman"/>
              </a:rPr>
              <a:t>Did you make any updates to your AI Skill or Agent?  Why or Why not?</a:t>
            </a:r>
            <a:endParaRPr lang="en-US" b="1">
              <a:solidFill>
                <a:schemeClr val="tx1"/>
              </a:solidFill>
              <a:latin typeface="Times New Roman"/>
              <a:cs typeface="Times New Roman"/>
            </a:endParaRPr>
          </a:p>
        </p:txBody>
      </p:sp>
      <p:sp>
        <p:nvSpPr>
          <p:cNvPr id="6" name="TextBox 5">
            <a:extLst>
              <a:ext uri="{FF2B5EF4-FFF2-40B4-BE49-F238E27FC236}">
                <a16:creationId xmlns:a16="http://schemas.microsoft.com/office/drawing/2014/main" id="{495549EF-98A4-A3E0-7FDA-25A8C42200F9}"/>
              </a:ext>
            </a:extLst>
          </p:cNvPr>
          <p:cNvSpPr txBox="1"/>
          <p:nvPr/>
        </p:nvSpPr>
        <p:spPr>
          <a:xfrm>
            <a:off x="517257" y="3006926"/>
            <a:ext cx="3439147" cy="2800767"/>
          </a:xfrm>
          <a:prstGeom prst="rect">
            <a:avLst/>
          </a:prstGeom>
          <a:noFill/>
        </p:spPr>
        <p:txBody>
          <a:bodyPr wrap="none" lIns="91440" tIns="45720" rIns="91440" bIns="45720" rtlCol="0" anchor="t">
            <a:spAutoFit/>
          </a:bodyPr>
          <a:lstStyle/>
          <a:p>
            <a:r>
              <a:rPr lang="en-US" sz="1600">
                <a:latin typeface="Times New Roman"/>
                <a:ea typeface="+mn-lt"/>
                <a:cs typeface="Times New Roman"/>
              </a:rPr>
              <a:t>I selected this evaluation to check </a:t>
            </a:r>
            <a:endParaRPr lang="en-US">
              <a:latin typeface="Times New Roman"/>
              <a:cs typeface="Times New Roman"/>
            </a:endParaRPr>
          </a:p>
          <a:p>
            <a:r>
              <a:rPr lang="en-US" sz="1600">
                <a:latin typeface="Times New Roman"/>
                <a:ea typeface="+mn-lt"/>
                <a:cs typeface="Times New Roman"/>
              </a:rPr>
              <a:t>Whether the AI Skill consistently </a:t>
            </a:r>
            <a:endParaRPr lang="en-US">
              <a:latin typeface="Times New Roman"/>
              <a:ea typeface="+mn-lt"/>
              <a:cs typeface="Times New Roman"/>
            </a:endParaRPr>
          </a:p>
          <a:p>
            <a:r>
              <a:rPr lang="en-US" sz="1600">
                <a:latin typeface="Times New Roman"/>
                <a:ea typeface="+mn-lt"/>
                <a:cs typeface="Times New Roman"/>
              </a:rPr>
              <a:t>understands the loan application and </a:t>
            </a:r>
            <a:endParaRPr lang="en-US">
              <a:latin typeface="Times New Roman"/>
              <a:ea typeface="+mn-lt"/>
              <a:cs typeface="Times New Roman"/>
            </a:endParaRPr>
          </a:p>
          <a:p>
            <a:r>
              <a:rPr lang="en-US" sz="1600">
                <a:latin typeface="Times New Roman"/>
                <a:ea typeface="+mn-lt"/>
                <a:cs typeface="Times New Roman"/>
              </a:rPr>
              <a:t>produces the expected structured </a:t>
            </a:r>
            <a:endParaRPr lang="en-US">
              <a:latin typeface="Times New Roman"/>
              <a:ea typeface="+mn-lt"/>
              <a:cs typeface="Times New Roman"/>
            </a:endParaRPr>
          </a:p>
          <a:p>
            <a:r>
              <a:rPr lang="en-US" sz="1600">
                <a:latin typeface="Times New Roman"/>
                <a:ea typeface="+mn-lt"/>
                <a:cs typeface="Times New Roman"/>
              </a:rPr>
              <a:t>output. Since the output is used by </a:t>
            </a:r>
            <a:endParaRPr lang="en-US">
              <a:latin typeface="Times New Roman"/>
              <a:ea typeface="+mn-lt"/>
              <a:cs typeface="Times New Roman"/>
            </a:endParaRPr>
          </a:p>
          <a:p>
            <a:r>
              <a:rPr lang="en-US" sz="1600">
                <a:latin typeface="Times New Roman"/>
                <a:ea typeface="+mn-lt"/>
                <a:cs typeface="Times New Roman"/>
              </a:rPr>
              <a:t>the automation for further processing, </a:t>
            </a:r>
            <a:endParaRPr lang="en-US">
              <a:latin typeface="Times New Roman"/>
              <a:ea typeface="+mn-lt"/>
              <a:cs typeface="Times New Roman"/>
            </a:endParaRPr>
          </a:p>
          <a:p>
            <a:r>
              <a:rPr lang="en-US" sz="1600">
                <a:latin typeface="Times New Roman"/>
                <a:ea typeface="+mn-lt"/>
                <a:cs typeface="Times New Roman"/>
              </a:rPr>
              <a:t>it is important that the skill correctly </a:t>
            </a:r>
            <a:endParaRPr lang="en-US">
              <a:latin typeface="Times New Roman"/>
              <a:ea typeface="+mn-lt"/>
              <a:cs typeface="Times New Roman"/>
            </a:endParaRPr>
          </a:p>
          <a:p>
            <a:r>
              <a:rPr lang="en-US" sz="1600">
                <a:latin typeface="Times New Roman"/>
                <a:ea typeface="+mn-lt"/>
                <a:cs typeface="Times New Roman"/>
              </a:rPr>
              <a:t>identifies missing information and </a:t>
            </a:r>
            <a:endParaRPr lang="en-US">
              <a:latin typeface="Times New Roman"/>
              <a:ea typeface="+mn-lt"/>
              <a:cs typeface="Times New Roman"/>
            </a:endParaRPr>
          </a:p>
          <a:p>
            <a:r>
              <a:rPr lang="en-US" sz="1600">
                <a:latin typeface="Times New Roman"/>
                <a:ea typeface="+mn-lt"/>
                <a:cs typeface="Times New Roman"/>
              </a:rPr>
              <a:t>returns the appropriate analysis </a:t>
            </a:r>
            <a:endParaRPr lang="en-US">
              <a:latin typeface="Times New Roman"/>
              <a:ea typeface="+mn-lt"/>
              <a:cs typeface="Times New Roman"/>
            </a:endParaRPr>
          </a:p>
          <a:p>
            <a:r>
              <a:rPr lang="en-US" sz="1600">
                <a:latin typeface="Times New Roman"/>
                <a:ea typeface="+mn-lt"/>
                <a:cs typeface="Times New Roman"/>
              </a:rPr>
              <a:t>status without making assumptions </a:t>
            </a:r>
          </a:p>
          <a:p>
            <a:r>
              <a:rPr lang="en-US" sz="1600">
                <a:latin typeface="Times New Roman"/>
                <a:ea typeface="+mn-lt"/>
                <a:cs typeface="Times New Roman"/>
              </a:rPr>
              <a:t>beyond the data provided.</a:t>
            </a:r>
            <a:endParaRPr lang="en-US" sz="1600">
              <a:latin typeface="Times New Roman"/>
              <a:cs typeface="Times New Roman"/>
            </a:endParaRPr>
          </a:p>
        </p:txBody>
      </p:sp>
      <p:sp>
        <p:nvSpPr>
          <p:cNvPr id="7" name="TextBox 6">
            <a:extLst>
              <a:ext uri="{FF2B5EF4-FFF2-40B4-BE49-F238E27FC236}">
                <a16:creationId xmlns:a16="http://schemas.microsoft.com/office/drawing/2014/main" id="{44379E6B-4185-B6F8-CF9F-A92263FA3551}"/>
              </a:ext>
            </a:extLst>
          </p:cNvPr>
          <p:cNvSpPr txBox="1"/>
          <p:nvPr/>
        </p:nvSpPr>
        <p:spPr>
          <a:xfrm>
            <a:off x="4486228" y="3010458"/>
            <a:ext cx="3398174" cy="3046988"/>
          </a:xfrm>
          <a:prstGeom prst="rect">
            <a:avLst/>
          </a:prstGeom>
          <a:noFill/>
        </p:spPr>
        <p:txBody>
          <a:bodyPr wrap="none" lIns="91440" tIns="45720" rIns="91440" bIns="45720" rtlCol="0" anchor="t">
            <a:spAutoFit/>
          </a:bodyPr>
          <a:lstStyle/>
          <a:p>
            <a:r>
              <a:rPr lang="en-US" sz="1600">
                <a:latin typeface="Times New Roman"/>
                <a:ea typeface="+mn-lt"/>
                <a:cs typeface="Times New Roman"/>
              </a:rPr>
              <a:t>I provided ground truth for scenarios </a:t>
            </a:r>
          </a:p>
          <a:p>
            <a:r>
              <a:rPr lang="en-US" sz="1600">
                <a:latin typeface="Times New Roman"/>
                <a:ea typeface="+mn-lt"/>
                <a:cs typeface="Times New Roman"/>
              </a:rPr>
              <a:t>where the expected result was clear. </a:t>
            </a:r>
          </a:p>
          <a:p>
            <a:r>
              <a:rPr lang="en-US" sz="1600">
                <a:latin typeface="Times New Roman"/>
                <a:ea typeface="+mn-lt"/>
                <a:cs typeface="Times New Roman"/>
              </a:rPr>
              <a:t>For example, when all required </a:t>
            </a:r>
          </a:p>
          <a:p>
            <a:r>
              <a:rPr lang="en-US" sz="1600">
                <a:latin typeface="Times New Roman"/>
                <a:ea typeface="+mn-lt"/>
                <a:cs typeface="Times New Roman"/>
              </a:rPr>
              <a:t>application fields are provided, the </a:t>
            </a:r>
          </a:p>
          <a:p>
            <a:r>
              <a:rPr lang="en-US" sz="1600">
                <a:latin typeface="Times New Roman"/>
                <a:ea typeface="+mn-lt"/>
                <a:cs typeface="Times New Roman"/>
              </a:rPr>
              <a:t>expected status is </a:t>
            </a:r>
            <a:r>
              <a:rPr lang="en-US" sz="1600">
                <a:latin typeface="Times New Roman"/>
                <a:cs typeface="Times New Roman"/>
              </a:rPr>
              <a:t>COMPLETE</a:t>
            </a:r>
            <a:r>
              <a:rPr lang="en-US" sz="1600">
                <a:latin typeface="Times New Roman"/>
                <a:ea typeface="+mn-lt"/>
                <a:cs typeface="Times New Roman"/>
              </a:rPr>
              <a:t>. When </a:t>
            </a:r>
            <a:endParaRPr lang="en-US" sz="1600">
              <a:latin typeface="Times New Roman"/>
              <a:cs typeface="Times New Roman"/>
            </a:endParaRPr>
          </a:p>
          <a:p>
            <a:r>
              <a:rPr lang="en-US" sz="1600" err="1">
                <a:latin typeface="Times New Roman"/>
                <a:cs typeface="Times New Roman"/>
              </a:rPr>
              <a:t>loanPurpose</a:t>
            </a:r>
            <a:r>
              <a:rPr lang="en-US" sz="1600">
                <a:latin typeface="Times New Roman"/>
                <a:ea typeface="+mn-lt"/>
                <a:cs typeface="Times New Roman"/>
              </a:rPr>
              <a:t> is missing, the </a:t>
            </a:r>
          </a:p>
          <a:p>
            <a:r>
              <a:rPr lang="en-US" sz="1600">
                <a:latin typeface="Times New Roman"/>
                <a:ea typeface="+mn-lt"/>
                <a:cs typeface="Times New Roman"/>
              </a:rPr>
              <a:t>expected status is </a:t>
            </a:r>
            <a:r>
              <a:rPr lang="en-US" sz="1600">
                <a:latin typeface="Times New Roman"/>
                <a:cs typeface="Times New Roman"/>
              </a:rPr>
              <a:t>NEEDS_REVIEW</a:t>
            </a:r>
            <a:r>
              <a:rPr lang="en-US" sz="1600">
                <a:latin typeface="Times New Roman"/>
                <a:ea typeface="+mn-lt"/>
                <a:cs typeface="Times New Roman"/>
              </a:rPr>
              <a:t> </a:t>
            </a:r>
          </a:p>
          <a:p>
            <a:r>
              <a:rPr lang="en-US" sz="1600">
                <a:latin typeface="Times New Roman"/>
                <a:ea typeface="+mn-lt"/>
                <a:cs typeface="Times New Roman"/>
              </a:rPr>
              <a:t>and the missing field should be </a:t>
            </a:r>
          </a:p>
          <a:p>
            <a:r>
              <a:rPr lang="en-US" sz="1600">
                <a:latin typeface="Times New Roman"/>
                <a:ea typeface="+mn-lt"/>
                <a:cs typeface="Times New Roman"/>
              </a:rPr>
              <a:t>identified. I used ground truth only </a:t>
            </a:r>
          </a:p>
          <a:p>
            <a:r>
              <a:rPr lang="en-US" sz="1600">
                <a:latin typeface="Times New Roman"/>
                <a:ea typeface="+mn-lt"/>
                <a:cs typeface="Times New Roman"/>
              </a:rPr>
              <a:t>for outputs that could be clearly </a:t>
            </a:r>
          </a:p>
          <a:p>
            <a:r>
              <a:rPr lang="en-US" sz="1600">
                <a:latin typeface="Times New Roman"/>
                <a:ea typeface="+mn-lt"/>
                <a:cs typeface="Times New Roman"/>
              </a:rPr>
              <a:t>verified rather than for generated </a:t>
            </a:r>
          </a:p>
          <a:p>
            <a:r>
              <a:rPr lang="en-US" sz="1600">
                <a:latin typeface="Times New Roman"/>
                <a:ea typeface="+mn-lt"/>
                <a:cs typeface="Times New Roman"/>
              </a:rPr>
              <a:t>summaries that may vary in wording.</a:t>
            </a:r>
            <a:endParaRPr lang="en-US" sz="1600">
              <a:latin typeface="Times New Roman"/>
              <a:cs typeface="Times New Roman"/>
            </a:endParaRPr>
          </a:p>
        </p:txBody>
      </p:sp>
      <p:sp>
        <p:nvSpPr>
          <p:cNvPr id="8" name="TextBox 7">
            <a:extLst>
              <a:ext uri="{FF2B5EF4-FFF2-40B4-BE49-F238E27FC236}">
                <a16:creationId xmlns:a16="http://schemas.microsoft.com/office/drawing/2014/main" id="{1D43435D-3078-F119-632C-A0CAD0A5E175}"/>
              </a:ext>
            </a:extLst>
          </p:cNvPr>
          <p:cNvSpPr txBox="1"/>
          <p:nvPr/>
        </p:nvSpPr>
        <p:spPr>
          <a:xfrm>
            <a:off x="8303130" y="3182986"/>
            <a:ext cx="3591347" cy="2462213"/>
          </a:xfrm>
          <a:prstGeom prst="rect">
            <a:avLst/>
          </a:prstGeom>
          <a:noFill/>
        </p:spPr>
        <p:txBody>
          <a:bodyPr wrap="square" lIns="91440" tIns="45720" rIns="91440" bIns="45720" rtlCol="0" anchor="t">
            <a:spAutoFit/>
          </a:bodyPr>
          <a:lstStyle/>
          <a:p>
            <a:r>
              <a:rPr lang="en-US" sz="1400">
                <a:latin typeface="Times New Roman"/>
                <a:ea typeface="+mn-lt"/>
                <a:cs typeface="Times New Roman"/>
              </a:rPr>
              <a:t>Yes. During testing, I found a case where</a:t>
            </a:r>
            <a:endParaRPr lang="en-US">
              <a:latin typeface="Times New Roman"/>
              <a:ea typeface="+mn-lt"/>
              <a:cs typeface="Times New Roman"/>
            </a:endParaRPr>
          </a:p>
          <a:p>
            <a:r>
              <a:rPr lang="en-US" sz="1400" err="1">
                <a:latin typeface="Times New Roman"/>
                <a:cs typeface="Times New Roman"/>
              </a:rPr>
              <a:t>loanPurpose</a:t>
            </a:r>
            <a:r>
              <a:rPr lang="en-US" sz="1400">
                <a:latin typeface="Times New Roman"/>
                <a:ea typeface="+mn-lt"/>
                <a:cs typeface="Times New Roman"/>
              </a:rPr>
              <a:t> was marked as missing even</a:t>
            </a:r>
            <a:endParaRPr lang="en-US">
              <a:latin typeface="Times New Roman"/>
              <a:ea typeface="+mn-lt"/>
              <a:cs typeface="Times New Roman"/>
            </a:endParaRPr>
          </a:p>
          <a:p>
            <a:r>
              <a:rPr lang="en-US" sz="1400">
                <a:latin typeface="Times New Roman"/>
                <a:ea typeface="+mn-lt"/>
                <a:cs typeface="Times New Roman"/>
              </a:rPr>
              <a:t>though it was present in the application. I </a:t>
            </a:r>
            <a:endParaRPr lang="en-US">
              <a:latin typeface="Times New Roman"/>
              <a:ea typeface="+mn-lt"/>
              <a:cs typeface="Times New Roman"/>
            </a:endParaRPr>
          </a:p>
          <a:p>
            <a:r>
              <a:rPr lang="en-US" sz="1400">
                <a:latin typeface="Times New Roman"/>
                <a:ea typeface="+mn-lt"/>
                <a:cs typeface="Times New Roman"/>
              </a:rPr>
              <a:t>updated the prompt so the AI Skill checks </a:t>
            </a:r>
            <a:endParaRPr lang="en-US">
              <a:latin typeface="Times New Roman"/>
              <a:ea typeface="+mn-lt"/>
              <a:cs typeface="Times New Roman"/>
            </a:endParaRPr>
          </a:p>
          <a:p>
            <a:r>
              <a:rPr lang="en-US" sz="1400">
                <a:latin typeface="Times New Roman"/>
                <a:ea typeface="+mn-lt"/>
                <a:cs typeface="Times New Roman"/>
              </a:rPr>
              <a:t>the original input carefully before identifying </a:t>
            </a:r>
            <a:endParaRPr lang="en-US">
              <a:latin typeface="Times New Roman"/>
              <a:ea typeface="+mn-lt"/>
              <a:cs typeface="Times New Roman"/>
            </a:endParaRPr>
          </a:p>
          <a:p>
            <a:r>
              <a:rPr lang="en-US" sz="1400">
                <a:latin typeface="Times New Roman"/>
                <a:ea typeface="+mn-lt"/>
                <a:cs typeface="Times New Roman"/>
              </a:rPr>
              <a:t>a field as missing. I also added instructions</a:t>
            </a:r>
            <a:endParaRPr lang="en-US">
              <a:latin typeface="Times New Roman"/>
              <a:ea typeface="+mn-lt"/>
              <a:cs typeface="Times New Roman"/>
            </a:endParaRPr>
          </a:p>
          <a:p>
            <a:r>
              <a:rPr lang="en-US" sz="1400">
                <a:latin typeface="Times New Roman"/>
                <a:ea typeface="+mn-lt"/>
                <a:cs typeface="Times New Roman"/>
              </a:rPr>
              <a:t>to avoid unsupported assumptions or </a:t>
            </a:r>
            <a:endParaRPr lang="en-US">
              <a:latin typeface="Times New Roman"/>
              <a:ea typeface="+mn-lt"/>
              <a:cs typeface="Times New Roman"/>
            </a:endParaRPr>
          </a:p>
          <a:p>
            <a:r>
              <a:rPr lang="en-US" sz="1400">
                <a:latin typeface="Times New Roman"/>
                <a:ea typeface="+mn-lt"/>
                <a:cs typeface="Times New Roman"/>
              </a:rPr>
              <a:t>classifications and to return the response </a:t>
            </a:r>
            <a:endParaRPr lang="en-US">
              <a:latin typeface="Times New Roman"/>
              <a:ea typeface="+mn-lt"/>
              <a:cs typeface="Times New Roman"/>
            </a:endParaRPr>
          </a:p>
          <a:p>
            <a:r>
              <a:rPr lang="en-US" sz="1400">
                <a:latin typeface="Times New Roman"/>
                <a:ea typeface="+mn-lt"/>
                <a:cs typeface="Times New Roman"/>
              </a:rPr>
              <a:t>in a consistent JSON format. After making </a:t>
            </a:r>
            <a:endParaRPr lang="en-US">
              <a:latin typeface="Times New Roman"/>
              <a:ea typeface="+mn-lt"/>
              <a:cs typeface="Times New Roman"/>
            </a:endParaRPr>
          </a:p>
          <a:p>
            <a:r>
              <a:rPr lang="en-US" sz="1400">
                <a:latin typeface="Times New Roman"/>
                <a:ea typeface="+mn-lt"/>
                <a:cs typeface="Times New Roman"/>
              </a:rPr>
              <a:t>these changes, I tested the skill again and </a:t>
            </a:r>
            <a:endParaRPr lang="en-US">
              <a:latin typeface="Times New Roman"/>
              <a:ea typeface="+mn-lt"/>
              <a:cs typeface="Times New Roman"/>
            </a:endParaRPr>
          </a:p>
          <a:p>
            <a:r>
              <a:rPr lang="en-US" sz="1400">
                <a:latin typeface="Times New Roman"/>
                <a:ea typeface="+mn-lt"/>
                <a:cs typeface="Times New Roman"/>
              </a:rPr>
              <a:t>received the expected results.</a:t>
            </a:r>
            <a:endParaRPr lang="en-US" sz="1400">
              <a:latin typeface="Times New Roman"/>
              <a:cs typeface="Times New Roman"/>
            </a:endParaRPr>
          </a:p>
        </p:txBody>
      </p:sp>
    </p:spTree>
    <p:extLst>
      <p:ext uri="{BB962C8B-B14F-4D97-AF65-F5344CB8AC3E}">
        <p14:creationId xmlns:p14="http://schemas.microsoft.com/office/powerpoint/2010/main" val="2870930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4649EC4-D31D-AB47-EAAB-A97B105CA628}"/>
              </a:ext>
            </a:extLst>
          </p:cNvPr>
          <p:cNvSpPr>
            <a:spLocks noGrp="1"/>
          </p:cNvSpPr>
          <p:nvPr>
            <p:ph type="body" sz="quarter" idx="13"/>
          </p:nvPr>
        </p:nvSpPr>
        <p:spPr/>
        <p:txBody>
          <a:bodyPr vert="horz" lIns="0" tIns="0" rIns="0" bIns="0" rtlCol="0" anchor="t">
            <a:noAutofit/>
          </a:bodyPr>
          <a:lstStyle/>
          <a:p>
            <a:r>
              <a:rPr lang="en-US">
                <a:latin typeface="Times New Roman"/>
                <a:cs typeface="Times New Roman"/>
              </a:rPr>
              <a:t>Documentation Links:</a:t>
            </a:r>
          </a:p>
        </p:txBody>
      </p:sp>
      <p:sp>
        <p:nvSpPr>
          <p:cNvPr id="3" name="Text Placeholder 2">
            <a:extLst>
              <a:ext uri="{FF2B5EF4-FFF2-40B4-BE49-F238E27FC236}">
                <a16:creationId xmlns:a16="http://schemas.microsoft.com/office/drawing/2014/main" id="{9FD32D21-AE6A-4B9C-F024-2823AF27380C}"/>
              </a:ext>
            </a:extLst>
          </p:cNvPr>
          <p:cNvSpPr>
            <a:spLocks noGrp="1"/>
          </p:cNvSpPr>
          <p:nvPr>
            <p:ph type="body" sz="quarter" idx="26"/>
          </p:nvPr>
        </p:nvSpPr>
        <p:spPr>
          <a:xfrm>
            <a:off x="422377" y="1885159"/>
            <a:ext cx="11358584" cy="1802716"/>
          </a:xfrm>
        </p:spPr>
        <p:txBody>
          <a:bodyPr vert="horz" lIns="0" tIns="0" rIns="0" bIns="0" rtlCol="0" anchor="t">
            <a:noAutofit/>
          </a:bodyPr>
          <a:lstStyle/>
          <a:p>
            <a:r>
              <a:rPr lang="en-US" sz="2000" err="1">
                <a:latin typeface="Times New Roman"/>
                <a:cs typeface="Times New Roman"/>
              </a:rPr>
              <a:t>Youtube</a:t>
            </a:r>
            <a:r>
              <a:rPr lang="en-US" sz="2000">
                <a:latin typeface="Times New Roman"/>
                <a:cs typeface="Times New Roman"/>
              </a:rPr>
              <a:t> Video Link: </a:t>
            </a:r>
            <a:r>
              <a:rPr lang="en-US" sz="2000">
                <a:solidFill>
                  <a:schemeClr val="tx1"/>
                </a:solidFill>
                <a:latin typeface="Times New Roman"/>
                <a:cs typeface="Times New Roman"/>
                <a:hlinkClick r:id="rId2">
                  <a:extLst>
                    <a:ext uri="{A12FA001-AC4F-418D-AE19-62706E023703}">
                      <ahyp:hlinkClr xmlns:ahyp="http://schemas.microsoft.com/office/drawing/2018/hyperlinkcolor" val="tx"/>
                    </a:ext>
                  </a:extLst>
                </a:hlinkClick>
              </a:rPr>
              <a:t>https://youtu.be/8_W8l6C903Q</a:t>
            </a:r>
          </a:p>
          <a:p>
            <a:endParaRPr lang="en-US" sz="2000">
              <a:solidFill>
                <a:schemeClr val="tx1"/>
              </a:solidFill>
              <a:latin typeface="Times New Roman"/>
              <a:cs typeface="Times New Roman"/>
            </a:endParaRPr>
          </a:p>
          <a:p>
            <a:r>
              <a:rPr lang="en-US" sz="2000">
                <a:latin typeface="Times New Roman"/>
                <a:cs typeface="Times New Roman"/>
              </a:rPr>
              <a:t>Front End Page Link: </a:t>
            </a:r>
            <a:r>
              <a:rPr lang="en-US" sz="2000">
                <a:solidFill>
                  <a:schemeClr val="tx1"/>
                </a:solidFill>
                <a:latin typeface="Times New Roman"/>
                <a:cs typeface="Times New Roman"/>
                <a:hlinkClick r:id="rId3">
                  <a:extLst>
                    <a:ext uri="{A12FA001-AC4F-418D-AE19-62706E023703}">
                      <ahyp:hlinkClr xmlns:ahyp="http://schemas.microsoft.com/office/drawing/2018/hyperlinkcolor" val="tx"/>
                    </a:ext>
                  </a:extLst>
                </a:hlinkClick>
              </a:rPr>
              <a:t>AIAE-Project-files/L</a:t>
            </a:r>
            <a:r>
              <a:rPr lang="en-US">
                <a:solidFill>
                  <a:schemeClr val="tx1"/>
                </a:solidFill>
                <a:latin typeface="Times New Roman"/>
                <a:cs typeface="Times New Roman"/>
                <a:hlinkClick r:id="rId3">
                  <a:extLst>
                    <a:ext uri="{A12FA001-AC4F-418D-AE19-62706E023703}">
                      <ahyp:hlinkClr xmlns:ahyp="http://schemas.microsoft.com/office/drawing/2018/hyperlinkcolor" val="tx"/>
                    </a:ext>
                  </a:extLst>
                </a:hlinkClick>
              </a:rPr>
              <a:t>oan Application Webpage.html at main · Parashuram-V-Pawar/AIAE-Project-files</a:t>
            </a:r>
          </a:p>
          <a:p>
            <a:endParaRPr lang="en-US">
              <a:solidFill>
                <a:schemeClr val="tx1"/>
              </a:solidFill>
              <a:latin typeface="Times New Roman"/>
              <a:cs typeface="Times New Roman"/>
            </a:endParaRPr>
          </a:p>
          <a:p>
            <a:r>
              <a:rPr lang="en-US" sz="2000">
                <a:solidFill>
                  <a:srgbClr val="FE5A10"/>
                </a:solidFill>
                <a:latin typeface="Times New Roman"/>
                <a:cs typeface="Times New Roman"/>
              </a:rPr>
              <a:t>Solution Folder: </a:t>
            </a:r>
            <a:r>
              <a:rPr lang="en-US" sz="2000">
                <a:solidFill>
                  <a:schemeClr val="tx1"/>
                </a:solidFill>
                <a:latin typeface="Times New Roman"/>
                <a:cs typeface="Times New Roman"/>
              </a:rPr>
              <a:t>Bots/Users/</a:t>
            </a:r>
            <a:r>
              <a:rPr lang="en-US" sz="2000">
                <a:solidFill>
                  <a:schemeClr val="tx1"/>
                </a:solidFill>
                <a:latin typeface="Museo Sans 500"/>
                <a:cs typeface="Times New Roman"/>
              </a:rPr>
              <a:t>6A7590F0/</a:t>
            </a:r>
            <a:endParaRPr lang="en-US">
              <a:solidFill>
                <a:schemeClr val="tx1"/>
              </a:solidFill>
            </a:endParaRPr>
          </a:p>
        </p:txBody>
      </p:sp>
    </p:spTree>
    <p:extLst>
      <p:ext uri="{BB962C8B-B14F-4D97-AF65-F5344CB8AC3E}">
        <p14:creationId xmlns:p14="http://schemas.microsoft.com/office/powerpoint/2010/main" val="3718202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25CFFDC-E7BC-D551-4E6A-C775B92B43E1}"/>
              </a:ext>
            </a:extLst>
          </p:cNvPr>
          <p:cNvSpPr>
            <a:spLocks noGrp="1"/>
          </p:cNvSpPr>
          <p:nvPr>
            <p:ph type="body" sz="quarter" idx="13"/>
          </p:nvPr>
        </p:nvSpPr>
        <p:spPr>
          <a:xfrm>
            <a:off x="2535849" y="2718794"/>
            <a:ext cx="6730268" cy="574111"/>
          </a:xfrm>
        </p:spPr>
        <p:txBody>
          <a:bodyPr vert="horz" lIns="0" tIns="0" rIns="0" bIns="0" rtlCol="0" anchor="t">
            <a:noAutofit/>
          </a:bodyPr>
          <a:lstStyle/>
          <a:p>
            <a:r>
              <a:rPr lang="en-US" sz="6600">
                <a:latin typeface="Times New Roman"/>
                <a:cs typeface="Times New Roman"/>
              </a:rPr>
              <a:t>Thank You</a:t>
            </a:r>
          </a:p>
        </p:txBody>
      </p:sp>
    </p:spTree>
    <p:extLst>
      <p:ext uri="{BB962C8B-B14F-4D97-AF65-F5344CB8AC3E}">
        <p14:creationId xmlns:p14="http://schemas.microsoft.com/office/powerpoint/2010/main" val="33970849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AA 2025" val="vTRCcBFJ"/>
  <p:tag name="ARTICULATE_DESIGN_ID_AA 2025 - !!WITH HEADINGS!! (ONLY USE IF YOU WANT HEADINGS)" val="o2eRr8tE"/>
  <p:tag name="ARTICULATE_PROJECT_OPEN" val="0"/>
  <p:tag name="ARTICULATE_SLIDE_COUNT" val="1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TIMING" val="|10.4|2|2.4|14.4|7.1|4.4|11.5|12.4|4|11|4.3|3.4"/>
</p:tagLst>
</file>

<file path=ppt/tags/tag25.xml><?xml version="1.0" encoding="utf-8"?>
<p:tagLst xmlns:a="http://schemas.openxmlformats.org/drawingml/2006/main" xmlns:r="http://schemas.openxmlformats.org/officeDocument/2006/relationships" xmlns:p="http://schemas.openxmlformats.org/presentationml/2006/main">
  <p:tag name="TIMING" val="|10.4|2|2.4|14.4|7.1|4.4|11.5|12.4|4|11|4.3|3.4"/>
</p:tagLst>
</file>

<file path=ppt/tags/tag26.xml><?xml version="1.0" encoding="utf-8"?>
<p:tagLst xmlns:a="http://schemas.openxmlformats.org/drawingml/2006/main" xmlns:r="http://schemas.openxmlformats.org/officeDocument/2006/relationships" xmlns:p="http://schemas.openxmlformats.org/presentationml/2006/main">
  <p:tag name="TIMING" val="|56.4"/>
</p:tagLst>
</file>

<file path=ppt/tags/tag27.xml><?xml version="1.0" encoding="utf-8"?>
<p:tagLst xmlns:a="http://schemas.openxmlformats.org/drawingml/2006/main" xmlns:r="http://schemas.openxmlformats.org/officeDocument/2006/relationships" xmlns:p="http://schemas.openxmlformats.org/presentationml/2006/main">
  <p:tag name="TIMING" val="|29.5|23.8|10.3|3.6|6.8|3.4|12.6|20.8|15.5"/>
</p:tagLst>
</file>

<file path=ppt/tags/tag28.xml><?xml version="1.0" encoding="utf-8"?>
<p:tagLst xmlns:a="http://schemas.openxmlformats.org/drawingml/2006/main" xmlns:r="http://schemas.openxmlformats.org/officeDocument/2006/relationships" xmlns:p="http://schemas.openxmlformats.org/presentationml/2006/main">
  <p:tag name="TIMING" val="|10.4|2|2.4|14.4|7.1|4.4|11.5|12.4|4|11|4.3|3.4"/>
</p:tagLst>
</file>

<file path=ppt/theme/theme1.xml><?xml version="1.0" encoding="utf-8"?>
<a:theme xmlns:a="http://schemas.openxmlformats.org/drawingml/2006/main" name="AA 2025">
  <a:themeElements>
    <a:clrScheme name="Automation Anywhere">
      <a:dk1>
        <a:srgbClr val="323232"/>
      </a:dk1>
      <a:lt1>
        <a:srgbClr val="FFFFFF"/>
      </a:lt1>
      <a:dk2>
        <a:srgbClr val="323232"/>
      </a:dk2>
      <a:lt2>
        <a:srgbClr val="E8E8E8"/>
      </a:lt2>
      <a:accent1>
        <a:srgbClr val="FEBC02"/>
      </a:accent1>
      <a:accent2>
        <a:srgbClr val="FE5A10"/>
      </a:accent2>
      <a:accent3>
        <a:srgbClr val="E34326"/>
      </a:accent3>
      <a:accent4>
        <a:srgbClr val="7AA8C7"/>
      </a:accent4>
      <a:accent5>
        <a:srgbClr val="662C8E"/>
      </a:accent5>
      <a:accent6>
        <a:srgbClr val="C6CE8F"/>
      </a:accent6>
      <a:hlink>
        <a:srgbClr val="FE5A10"/>
      </a:hlink>
      <a:folHlink>
        <a:srgbClr val="FE5A10"/>
      </a:folHlink>
    </a:clrScheme>
    <a:fontScheme name="Custom 1">
      <a:majorFont>
        <a:latin typeface="Museo Sans 700"/>
        <a:ea typeface=""/>
        <a:cs typeface=""/>
      </a:majorFont>
      <a:minorFont>
        <a:latin typeface="Museo Sans 300"/>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ai-powerpoint-template-v1.2" id="{191A5B61-830F-F744-B332-8ADF3B68DE68}" vid="{636C9E56-1159-9842-A1EB-E88C079EB8CE}"/>
    </a:ext>
  </a:extLst>
</a:theme>
</file>

<file path=ppt/theme/theme2.xml><?xml version="1.0" encoding="utf-8"?>
<a:theme xmlns:a="http://schemas.openxmlformats.org/drawingml/2006/main" name="AA 2025 - !!With Headings!! (Only use if you want headings)">
  <a:themeElements>
    <a:clrScheme name="Automation Anywhere">
      <a:dk1>
        <a:srgbClr val="323232"/>
      </a:dk1>
      <a:lt1>
        <a:srgbClr val="FFFFFF"/>
      </a:lt1>
      <a:dk2>
        <a:srgbClr val="323232"/>
      </a:dk2>
      <a:lt2>
        <a:srgbClr val="E8E8E8"/>
      </a:lt2>
      <a:accent1>
        <a:srgbClr val="FEBC02"/>
      </a:accent1>
      <a:accent2>
        <a:srgbClr val="FE5A10"/>
      </a:accent2>
      <a:accent3>
        <a:srgbClr val="E34326"/>
      </a:accent3>
      <a:accent4>
        <a:srgbClr val="7AA8C7"/>
      </a:accent4>
      <a:accent5>
        <a:srgbClr val="662C8E"/>
      </a:accent5>
      <a:accent6>
        <a:srgbClr val="C6CE8F"/>
      </a:accent6>
      <a:hlink>
        <a:srgbClr val="FE5A10"/>
      </a:hlink>
      <a:folHlink>
        <a:srgbClr val="FE5A10"/>
      </a:folHlink>
    </a:clrScheme>
    <a:fontScheme name="Museo Sans">
      <a:majorFont>
        <a:latin typeface="Museo Sans" panose="020B0604020202020204"/>
        <a:ea typeface=""/>
        <a:cs typeface=""/>
      </a:majorFont>
      <a:minorFont>
        <a:latin typeface="Museo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ai-powerpoint-template-v1.2" id="{191A5B61-830F-F744-B332-8ADF3B68DE68}" vid="{636C9E56-1159-9842-A1EB-E88C079EB8C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7">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7047A43-24B2-F048-9DE4-0F685DC13F1B}">
  <we:reference id="WA200010001" version="1.0.0.0" store="Omex" storeType="OMEX"/>
  <we:alternateReferences>
    <we:reference id="WA200010001" version="1.0.0.0" store="WA200010001" storeType="OMEX"/>
  </we:alternateReferences>
  <we:properties>
    <we:property name="claude.fileId" value="&quot;e7227543-d74f-4001-a038-7d0cf7ce7685&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675babf-b139-430d-88ce-56534fa1916e">
      <Terms xmlns="http://schemas.microsoft.com/office/infopath/2007/PartnerControls"/>
    </lcf76f155ced4ddcb4097134ff3c332f>
    <TaxCatchAll xmlns="ca0f0f09-7094-445e-a6fd-25ec54ce0d1b" xsi:nil="true"/>
    <Description xmlns="c675babf-b139-430d-88ce-56534fa1916e" xsi:nil="true"/>
    <SpeakerName_x0028_s_x0029_ xmlns="c675babf-b139-430d-88ce-56534fa1916e" xsi:nil="true"/>
    <Review xmlns="c675babf-b139-430d-88ce-56534fa1916e">Pending Review</Review>
    <Confidential xmlns="c675babf-b139-430d-88ce-56534fa1916e">false</Confidential>
    <Owner xmlns="c675babf-b139-430d-88ce-56534fa1916e" xsi:nil="true"/>
    <j93dc452dc7d412ca9bc8fc63a57e809 xmlns="c675babf-b139-430d-88ce-56534fa1916e">
      <Terms xmlns="http://schemas.microsoft.com/office/infopath/2007/PartnerControls"/>
    </j93dc452dc7d412ca9bc8fc63a57e809>
    <SharedWithUsers xmlns="ca0f0f09-7094-445e-a6fd-25ec54ce0d1b">
      <UserInfo>
        <DisplayName/>
        <AccountId xsi:nil="true"/>
        <AccountType/>
      </UserInfo>
    </SharedWithUsers>
    <Assignee xmlns="c675babf-b139-430d-88ce-56534fa1916e">
      <UserInfo>
        <DisplayName/>
        <AccountId xsi:nil="true"/>
        <AccountType/>
      </UserInfo>
    </Assignee>
    <Comment xmlns="c675babf-b139-430d-88ce-56534fa1916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E381D04ECC0FC49958C1AB911203A67" ma:contentTypeVersion="26" ma:contentTypeDescription="Create a new document." ma:contentTypeScope="" ma:versionID="1a81574bb006e542d1c4aa15ee0abc1c">
  <xsd:schema xmlns:xsd="http://www.w3.org/2001/XMLSchema" xmlns:xs="http://www.w3.org/2001/XMLSchema" xmlns:p="http://schemas.microsoft.com/office/2006/metadata/properties" xmlns:ns2="c675babf-b139-430d-88ce-56534fa1916e" xmlns:ns3="ca0f0f09-7094-445e-a6fd-25ec54ce0d1b" targetNamespace="http://schemas.microsoft.com/office/2006/metadata/properties" ma:root="true" ma:fieldsID="a1417ebe2edeffa2f16f75a852ea350a" ns2:_="" ns3:_="">
    <xsd:import namespace="c675babf-b139-430d-88ce-56534fa1916e"/>
    <xsd:import namespace="ca0f0f09-7094-445e-a6fd-25ec54ce0d1b"/>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ObjectDetectorVersions" minOccurs="0"/>
                <xsd:element ref="ns2:j93dc452dc7d412ca9bc8fc63a57e809" minOccurs="0"/>
                <xsd:element ref="ns2:Owner" minOccurs="0"/>
                <xsd:element ref="ns2:Confidential" minOccurs="0"/>
                <xsd:element ref="ns2:MediaServiceGenerationTime" minOccurs="0"/>
                <xsd:element ref="ns2:MediaServiceEventHashCode" minOccurs="0"/>
                <xsd:element ref="ns2:MediaLengthInSeconds" minOccurs="0"/>
                <xsd:element ref="ns2:MediaServiceDateTaken" minOccurs="0"/>
                <xsd:element ref="ns3:SharedWithUsers" minOccurs="0"/>
                <xsd:element ref="ns3:SharedWithDetails" minOccurs="0"/>
                <xsd:element ref="ns2:MediaServiceOCR" minOccurs="0"/>
                <xsd:element ref="ns2:MediaServiceLocation" minOccurs="0"/>
                <xsd:element ref="ns2:Description" minOccurs="0"/>
                <xsd:element ref="ns2:SpeakerName_x0028_s_x0029_" minOccurs="0"/>
                <xsd:element ref="ns2:Review" minOccurs="0"/>
                <xsd:element ref="ns2:MediaServiceBillingMetadata" minOccurs="0"/>
                <xsd:element ref="ns2:Assignee" minOccurs="0"/>
                <xsd:element ref="ns2:Comm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675babf-b139-430d-88ce-56534fa1916e"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b11c51ba-d2fb-455f-ae00-9162522f7b89"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j93dc452dc7d412ca9bc8fc63a57e809" ma:index="16" nillable="true" ma:taxonomy="true" ma:internalName="j93dc452dc7d412ca9bc8fc63a57e809" ma:taxonomyFieldName="Testing_x0020_3" ma:displayName="Category" ma:default="" ma:fieldId="{393dc452-dc7d-412c-a9bc-8fc63a57e809}" ma:sspId="b11c51ba-d2fb-455f-ae00-9162522f7b89" ma:termSetId="1b1a824b-9a48-4426-84e9-605e4aa86e32" ma:anchorId="00000000-0000-0000-0000-000000000000" ma:open="true" ma:isKeyword="false">
      <xsd:complexType>
        <xsd:sequence>
          <xsd:element ref="pc:Terms" minOccurs="0" maxOccurs="1"/>
        </xsd:sequence>
      </xsd:complexType>
    </xsd:element>
    <xsd:element name="Owner" ma:index="17" nillable="true" ma:displayName="Owner" ma:format="Dropdown" ma:internalName="Owner">
      <xsd:simpleType>
        <xsd:restriction base="dms:Choice">
          <xsd:enumeration value="Kate"/>
          <xsd:enumeration value="Suzanne"/>
          <xsd:enumeration value="Allison"/>
          <xsd:enumeration value="Mary"/>
        </xsd:restriction>
      </xsd:simpleType>
    </xsd:element>
    <xsd:element name="Confidential" ma:index="18" nillable="true" ma:displayName="Confidential" ma:default="0" ma:format="Dropdown" ma:internalName="Confidential">
      <xsd:simpleType>
        <xsd:restriction base="dms:Boolea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CR" ma:index="25" nillable="true" ma:displayName="Extracted Text" ma:internalName="MediaServiceOCR" ma:readOnly="true">
      <xsd:simpleType>
        <xsd:restriction base="dms:Note">
          <xsd:maxLength value="255"/>
        </xsd:restriction>
      </xsd:simpleType>
    </xsd:element>
    <xsd:element name="MediaServiceLocation" ma:index="26" nillable="true" ma:displayName="Location" ma:indexed="true" ma:internalName="MediaServiceLocation" ma:readOnly="true">
      <xsd:simpleType>
        <xsd:restriction base="dms:Text"/>
      </xsd:simpleType>
    </xsd:element>
    <xsd:element name="Description" ma:index="27" nillable="true" ma:displayName="Description " ma:format="Dropdown" ma:internalName="Description">
      <xsd:simpleType>
        <xsd:restriction base="dms:Note">
          <xsd:maxLength value="255"/>
        </xsd:restriction>
      </xsd:simpleType>
    </xsd:element>
    <xsd:element name="SpeakerName_x0028_s_x0029_" ma:index="28" nillable="true" ma:displayName="Speaker Name(s)" ma:format="Dropdown" ma:internalName="SpeakerName_x0028_s_x0029_">
      <xsd:simpleType>
        <xsd:restriction base="dms:Text">
          <xsd:maxLength value="255"/>
        </xsd:restriction>
      </xsd:simpleType>
    </xsd:element>
    <xsd:element name="Review" ma:index="29" nillable="true" ma:displayName="Review" ma:default="Pending Review" ma:format="Dropdown" ma:internalName="Review">
      <xsd:simpleType>
        <xsd:restriction base="dms:Choice">
          <xsd:enumeration value="Pending Review"/>
          <xsd:enumeration value="Reviewed"/>
        </xsd:restriction>
      </xsd:simpleType>
    </xsd:element>
    <xsd:element name="MediaServiceBillingMetadata" ma:index="30" nillable="true" ma:displayName="MediaServiceBillingMetadata" ma:hidden="true" ma:internalName="MediaServiceBillingMetadata" ma:readOnly="true">
      <xsd:simpleType>
        <xsd:restriction base="dms:Note"/>
      </xsd:simpleType>
    </xsd:element>
    <xsd:element name="Assignee" ma:index="31" nillable="true" ma:displayName="Assignee" ma:description="Current Reviewer?" ma:format="Dropdown" ma:list="UserInfo" ma:SharePointGroup="0" ma:internalName="Assigne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mment" ma:index="32" nillable="true" ma:displayName="Comment" ma:format="Dropdown" ma:internalName="Comment">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a0f0f09-7094-445e-a6fd-25ec54ce0d1b"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8550bff9-62e4-4996-98cf-4692294157be}" ma:internalName="TaxCatchAll" ma:showField="CatchAllData" ma:web="ca0f0f09-7094-445e-a6fd-25ec54ce0d1b">
      <xsd:complexType>
        <xsd:complexContent>
          <xsd:extension base="dms:MultiChoiceLookup">
            <xsd:sequence>
              <xsd:element name="Value" type="dms:Lookup" maxOccurs="unbounded" minOccurs="0" nillable="true"/>
            </xsd:sequence>
          </xsd:extension>
        </xsd:complexContent>
      </xsd:complexType>
    </xsd:element>
    <xsd:element name="SharedWithUsers" ma:index="2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79D9866-AC8F-44DD-B72B-1934B4E2AC10}">
  <ds:schemaRefs>
    <ds:schemaRef ds:uri="c675babf-b139-430d-88ce-56534fa1916e"/>
    <ds:schemaRef ds:uri="ca0f0f09-7094-445e-a6fd-25ec54ce0d1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A676BC3-F130-4864-9793-9AB3637E5EA3}">
  <ds:schemaRefs>
    <ds:schemaRef ds:uri="c675babf-b139-430d-88ce-56534fa1916e"/>
    <ds:schemaRef ds:uri="ca0f0f09-7094-445e-a6fd-25ec54ce0d1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FE5DFD0-1300-4C77-8CBC-3AAE20C9BA5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22</Slides>
  <Notes>15</Notes>
  <HiddenSlides>0</HiddenSlides>
  <ScaleCrop>false</ScaleCrop>
  <HeadingPairs>
    <vt:vector size="4" baseType="variant">
      <vt:variant>
        <vt:lpstr>Theme</vt:lpstr>
      </vt:variant>
      <vt:variant>
        <vt:i4>2</vt:i4>
      </vt:variant>
      <vt:variant>
        <vt:lpstr>Slide Titles</vt:lpstr>
      </vt:variant>
      <vt:variant>
        <vt:i4>22</vt:i4>
      </vt:variant>
    </vt:vector>
  </HeadingPairs>
  <TitlesOfParts>
    <vt:vector size="24" baseType="lpstr">
      <vt:lpstr>AA 2025</vt:lpstr>
      <vt:lpstr>AA 2025 - !!With Headings!! (Only use if you want headings)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.POTX Document Contains All the Masters</dc:title>
  <dc:creator>Tim McDonough</dc:creator>
  <cp:revision>1</cp:revision>
  <cp:lastPrinted>2024-07-15T22:30:50Z</cp:lastPrinted>
  <dcterms:created xsi:type="dcterms:W3CDTF">2024-05-08T19:22:28Z</dcterms:created>
  <dcterms:modified xsi:type="dcterms:W3CDTF">2026-09-24T05:16:10Z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0x0101001E381D04ECC0FC49958C1AB911203A67</vt:lpwstr>
  </property>
  <property fmtid="{D5CDD505-2E9C-101B-9397-08002B2CF9AE}" pid="3" name="ArticulateGUID">
    <vt:lpwstr>183B06C0-04C5-4B22-B88F-50D2890846FB</vt:lpwstr>
  </property>
  <property fmtid="{D5CDD505-2E9C-101B-9397-08002B2CF9AE}" pid="4" name="ArticulatePath">
    <vt:lpwstr>2025 AAU Template_v2</vt:lpwstr>
  </property>
  <property fmtid="{D5CDD505-2E9C-101B-9397-08002B2CF9AE}" pid="5" name="MediaServiceImageTags">
    <vt:lpwstr/>
  </property>
  <property fmtid="{D5CDD505-2E9C-101B-9397-08002B2CF9AE}" pid="6" name="Order">
    <vt:r8>806100</vt:r8>
  </property>
  <property fmtid="{D5CDD505-2E9C-101B-9397-08002B2CF9AE}" pid="7" name="xd_Signature">
    <vt:bool>false</vt:bool>
  </property>
  <property fmtid="{D5CDD505-2E9C-101B-9397-08002B2CF9AE}" pid="8" name="xd_ProgID">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y fmtid="{D5CDD505-2E9C-101B-9397-08002B2CF9AE}" pid="13" name="Testing_x0020_3">
    <vt:lpwstr/>
  </property>
  <property fmtid="{D5CDD505-2E9C-101B-9397-08002B2CF9AE}" pid="14" name="Testing 3">
    <vt:lpwstr/>
  </property>
</Properties>
</file>